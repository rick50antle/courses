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78" r:id="rId7"/>
    <p:sldId id="280" r:id="rId8"/>
    <p:sldId id="269" r:id="rId9"/>
    <p:sldId id="270" r:id="rId10"/>
    <p:sldId id="28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A6"/>
    <a:srgbClr val="483C4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707D5-FB59-4A86-8457-214A10A2E28B}" v="1266" dt="2020-03-08T19:37:23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619" autoAdjust="0"/>
  </p:normalViewPr>
  <p:slideViewPr>
    <p:cSldViewPr snapToGrid="0" showGuides="1">
      <p:cViewPr varScale="1">
        <p:scale>
          <a:sx n="119" d="100"/>
          <a:sy n="119" d="100"/>
        </p:scale>
        <p:origin x="126" y="1170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32" d="100"/>
          <a:sy n="132" d="100"/>
        </p:scale>
        <p:origin x="2838" y="14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6D6707D5-FB59-4A86-8457-214A10A2E28B}"/>
    <pc:docChg chg="undo custSel addSld delSld modSld">
      <pc:chgData name="Antle, Rick" userId="c2afbbd2-30e4-4c8e-8af5-81913178ace3" providerId="ADAL" clId="{6D6707D5-FB59-4A86-8457-214A10A2E28B}" dt="2020-03-08T19:37:23.895" v="3141" actId="20577"/>
      <pc:docMkLst>
        <pc:docMk/>
      </pc:docMkLst>
      <pc:sldChg chg="addSp modSp modTransition modNotes">
        <pc:chgData name="Antle, Rick" userId="c2afbbd2-30e4-4c8e-8af5-81913178ace3" providerId="ADAL" clId="{6D6707D5-FB59-4A86-8457-214A10A2E28B}" dt="2020-03-07T18:44:21.173" v="2749"/>
        <pc:sldMkLst>
          <pc:docMk/>
          <pc:sldMk cId="3604780475" sldId="256"/>
        </pc:sldMkLst>
        <pc:spChg chg="mod">
          <ac:chgData name="Antle, Rick" userId="c2afbbd2-30e4-4c8e-8af5-81913178ace3" providerId="ADAL" clId="{6D6707D5-FB59-4A86-8457-214A10A2E28B}" dt="2020-03-07T16:55:44.425" v="2659" actId="20577"/>
          <ac:spMkLst>
            <pc:docMk/>
            <pc:sldMk cId="3604780475" sldId="256"/>
            <ac:spMk id="4" creationId="{6D715DF8-4477-431C-A280-84827C252C39}"/>
          </ac:spMkLst>
        </pc:spChg>
        <pc:picChg chg="add mod">
          <ac:chgData name="Antle, Rick" userId="c2afbbd2-30e4-4c8e-8af5-81913178ace3" providerId="ADAL" clId="{6D6707D5-FB59-4A86-8457-214A10A2E28B}" dt="2020-03-07T16:57:23.690" v="2665" actId="1076"/>
          <ac:picMkLst>
            <pc:docMk/>
            <pc:sldMk cId="3604780475" sldId="256"/>
            <ac:picMk id="5" creationId="{54D314DF-2C69-4615-A445-C00573BEE581}"/>
          </ac:picMkLst>
        </pc:picChg>
        <pc:picChg chg="add mod">
          <ac:chgData name="Antle, Rick" userId="c2afbbd2-30e4-4c8e-8af5-81913178ace3" providerId="ADAL" clId="{6D6707D5-FB59-4A86-8457-214A10A2E28B}" dt="2020-03-07T16:57:18.332" v="2664" actId="1076"/>
          <ac:picMkLst>
            <pc:docMk/>
            <pc:sldMk cId="3604780475" sldId="256"/>
            <ac:picMk id="6" creationId="{C764982A-8B54-4ACA-873A-08D8F7AEC012}"/>
          </ac:picMkLst>
        </pc:picChg>
      </pc:sldChg>
      <pc:sldChg chg="modTransition modAnim modNotes">
        <pc:chgData name="Antle, Rick" userId="c2afbbd2-30e4-4c8e-8af5-81913178ace3" providerId="ADAL" clId="{6D6707D5-FB59-4A86-8457-214A10A2E28B}" dt="2020-03-07T18:44:21.173" v="2749"/>
        <pc:sldMkLst>
          <pc:docMk/>
          <pc:sldMk cId="771280463" sldId="257"/>
        </pc:sldMkLst>
      </pc:sldChg>
      <pc:sldChg chg="addSp delSp modSp add modTransition delAnim modAnim">
        <pc:chgData name="Antle, Rick" userId="c2afbbd2-30e4-4c8e-8af5-81913178ace3" providerId="ADAL" clId="{6D6707D5-FB59-4A86-8457-214A10A2E28B}" dt="2020-03-07T19:54:22.623" v="2963"/>
        <pc:sldMkLst>
          <pc:docMk/>
          <pc:sldMk cId="3384093664" sldId="269"/>
        </pc:sldMkLst>
        <pc:spChg chg="del">
          <ac:chgData name="Antle, Rick" userId="c2afbbd2-30e4-4c8e-8af5-81913178ace3" providerId="ADAL" clId="{6D6707D5-FB59-4A86-8457-214A10A2E28B}" dt="2020-03-07T15:52:55.895" v="1622" actId="478"/>
          <ac:spMkLst>
            <pc:docMk/>
            <pc:sldMk cId="3384093664" sldId="269"/>
            <ac:spMk id="7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30:30.262" v="2277" actId="113"/>
          <ac:spMkLst>
            <pc:docMk/>
            <pc:sldMk cId="3384093664" sldId="269"/>
            <ac:spMk id="8" creationId="{00000000-0000-0000-0000-000000000000}"/>
          </ac:spMkLst>
        </pc:spChg>
        <pc:spChg chg="add mod">
          <ac:chgData name="Antle, Rick" userId="c2afbbd2-30e4-4c8e-8af5-81913178ace3" providerId="ADAL" clId="{6D6707D5-FB59-4A86-8457-214A10A2E28B}" dt="2020-03-07T16:45:30.029" v="2527" actId="164"/>
          <ac:spMkLst>
            <pc:docMk/>
            <pc:sldMk cId="3384093664" sldId="269"/>
            <ac:spMk id="29" creationId="{CAE4AC00-A0B5-4CCC-A8E6-ECC041997CFB}"/>
          </ac:spMkLst>
        </pc:spChg>
        <pc:spChg chg="mod">
          <ac:chgData name="Antle, Rick" userId="c2afbbd2-30e4-4c8e-8af5-81913178ace3" providerId="ADAL" clId="{6D6707D5-FB59-4A86-8457-214A10A2E28B}" dt="2020-03-07T16:30:56.022" v="2281" actId="404"/>
          <ac:spMkLst>
            <pc:docMk/>
            <pc:sldMk cId="3384093664" sldId="269"/>
            <ac:spMk id="34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9:30.303" v="2058" actId="404"/>
          <ac:spMkLst>
            <pc:docMk/>
            <pc:sldMk cId="3384093664" sldId="269"/>
            <ac:spMk id="35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9:30.303" v="2058" actId="404"/>
          <ac:spMkLst>
            <pc:docMk/>
            <pc:sldMk cId="3384093664" sldId="269"/>
            <ac:spMk id="36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9:30.303" v="2058" actId="404"/>
          <ac:spMkLst>
            <pc:docMk/>
            <pc:sldMk cId="3384093664" sldId="269"/>
            <ac:spMk id="37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8:58.695" v="2057" actId="2711"/>
          <ac:spMkLst>
            <pc:docMk/>
            <pc:sldMk cId="3384093664" sldId="269"/>
            <ac:spMk id="7171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8:58.695" v="2057" actId="2711"/>
          <ac:spMkLst>
            <pc:docMk/>
            <pc:sldMk cId="3384093664" sldId="269"/>
            <ac:spMk id="7178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8:58.695" v="2057" actId="2711"/>
          <ac:spMkLst>
            <pc:docMk/>
            <pc:sldMk cId="3384093664" sldId="269"/>
            <ac:spMk id="7185" creationId="{00000000-0000-0000-0000-000000000000}"/>
          </ac:spMkLst>
        </pc:spChg>
        <pc:grpChg chg="del mod">
          <ac:chgData name="Antle, Rick" userId="c2afbbd2-30e4-4c8e-8af5-81913178ace3" providerId="ADAL" clId="{6D6707D5-FB59-4A86-8457-214A10A2E28B}" dt="2020-03-07T16:29:15.950" v="2269" actId="478"/>
          <ac:grpSpMkLst>
            <pc:docMk/>
            <pc:sldMk cId="3384093664" sldId="269"/>
            <ac:grpSpMk id="2" creationId="{00000000-0000-0000-0000-000000000000}"/>
          </ac:grpSpMkLst>
        </pc:grpChg>
        <pc:grpChg chg="add mod">
          <ac:chgData name="Antle, Rick" userId="c2afbbd2-30e4-4c8e-8af5-81913178ace3" providerId="ADAL" clId="{6D6707D5-FB59-4A86-8457-214A10A2E28B}" dt="2020-03-07T16:45:30.029" v="2527" actId="164"/>
          <ac:grpSpMkLst>
            <pc:docMk/>
            <pc:sldMk cId="3384093664" sldId="269"/>
            <ac:grpSpMk id="3" creationId="{A82930A5-3268-491E-AC98-4710B08759FC}"/>
          </ac:grpSpMkLst>
        </pc:grpChg>
        <pc:grpChg chg="del mod">
          <ac:chgData name="Antle, Rick" userId="c2afbbd2-30e4-4c8e-8af5-81913178ace3" providerId="ADAL" clId="{6D6707D5-FB59-4A86-8457-214A10A2E28B}" dt="2020-03-07T16:29:15.950" v="2269" actId="478"/>
          <ac:grpSpMkLst>
            <pc:docMk/>
            <pc:sldMk cId="3384093664" sldId="269"/>
            <ac:grpSpMk id="5" creationId="{00000000-0000-0000-0000-000000000000}"/>
          </ac:grpSpMkLst>
        </pc:grpChg>
        <pc:grpChg chg="add mod">
          <ac:chgData name="Antle, Rick" userId="c2afbbd2-30e4-4c8e-8af5-81913178ace3" providerId="ADAL" clId="{6D6707D5-FB59-4A86-8457-214A10A2E28B}" dt="2020-03-07T16:29:27.159" v="2271" actId="1076"/>
          <ac:grpSpMkLst>
            <pc:docMk/>
            <pc:sldMk cId="3384093664" sldId="269"/>
            <ac:grpSpMk id="18" creationId="{533A6F27-8D76-4DA1-BA62-E91D2F157883}"/>
          </ac:grpSpMkLst>
        </pc:grpChg>
        <pc:grpChg chg="mod">
          <ac:chgData name="Antle, Rick" userId="c2afbbd2-30e4-4c8e-8af5-81913178ace3" providerId="ADAL" clId="{6D6707D5-FB59-4A86-8457-214A10A2E28B}" dt="2020-03-07T16:29:27.159" v="2271" actId="1076"/>
          <ac:grpSpMkLst>
            <pc:docMk/>
            <pc:sldMk cId="3384093664" sldId="269"/>
            <ac:grpSpMk id="19" creationId="{299498D8-ADA4-4B35-B15F-E702E34BF214}"/>
          </ac:grpSpMkLst>
        </pc:grpChg>
        <pc:grpChg chg="mod">
          <ac:chgData name="Antle, Rick" userId="c2afbbd2-30e4-4c8e-8af5-81913178ace3" providerId="ADAL" clId="{6D6707D5-FB59-4A86-8457-214A10A2E28B}" dt="2020-03-07T16:29:27.159" v="2271" actId="1076"/>
          <ac:grpSpMkLst>
            <pc:docMk/>
            <pc:sldMk cId="3384093664" sldId="269"/>
            <ac:grpSpMk id="23" creationId="{1A3DFC26-E575-424E-BCCA-F089562AD469}"/>
          </ac:grpSpMkLst>
        </pc:grpChg>
        <pc:picChg chg="add mod">
          <ac:chgData name="Antle, Rick" userId="c2afbbd2-30e4-4c8e-8af5-81913178ace3" providerId="ADAL" clId="{6D6707D5-FB59-4A86-8457-214A10A2E28B}" dt="2020-03-07T16:45:30.029" v="2527" actId="164"/>
          <ac:picMkLst>
            <pc:docMk/>
            <pc:sldMk cId="3384093664" sldId="269"/>
            <ac:picMk id="28" creationId="{D48D7E0A-DD3E-4B4A-B813-53E84DF69777}"/>
          </ac:picMkLst>
        </pc:picChg>
      </pc:sldChg>
      <pc:sldChg chg="addSp delSp modSp add modTransition delAnim modAnim">
        <pc:chgData name="Antle, Rick" userId="c2afbbd2-30e4-4c8e-8af5-81913178ace3" providerId="ADAL" clId="{6D6707D5-FB59-4A86-8457-214A10A2E28B}" dt="2020-03-08T17:08:48.895" v="3140" actId="20577"/>
        <pc:sldMkLst>
          <pc:docMk/>
          <pc:sldMk cId="1312295104" sldId="270"/>
        </pc:sldMkLst>
        <pc:spChg chg="mod">
          <ac:chgData name="Antle, Rick" userId="c2afbbd2-30e4-4c8e-8af5-81913178ace3" providerId="ADAL" clId="{6D6707D5-FB59-4A86-8457-214A10A2E28B}" dt="2020-03-07T20:18:38.091" v="3130" actId="1076"/>
          <ac:spMkLst>
            <pc:docMk/>
            <pc:sldMk cId="1312295104" sldId="270"/>
            <ac:spMk id="3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06:26.469" v="3066" actId="1036"/>
          <ac:spMkLst>
            <pc:docMk/>
            <pc:sldMk cId="1312295104" sldId="270"/>
            <ac:spMk id="29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20:17:45.592" v="3109" actId="478"/>
          <ac:spMkLst>
            <pc:docMk/>
            <pc:sldMk cId="1312295104" sldId="270"/>
            <ac:spMk id="30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20:17:39.325" v="3108" actId="478"/>
          <ac:spMkLst>
            <pc:docMk/>
            <pc:sldMk cId="1312295104" sldId="270"/>
            <ac:spMk id="31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8:52.909" v="3131" actId="1076"/>
          <ac:spMkLst>
            <pc:docMk/>
            <pc:sldMk cId="1312295104" sldId="270"/>
            <ac:spMk id="32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20:17:51.056" v="3110" actId="478"/>
          <ac:spMkLst>
            <pc:docMk/>
            <pc:sldMk cId="1312295104" sldId="270"/>
            <ac:spMk id="35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16:34:37.517" v="2286" actId="478"/>
          <ac:spMkLst>
            <pc:docMk/>
            <pc:sldMk cId="1312295104" sldId="270"/>
            <ac:spMk id="39" creationId="{F44C5D3D-E45C-470A-9D1E-E34FC25F8253}"/>
          </ac:spMkLst>
        </pc:spChg>
        <pc:spChg chg="del topLvl">
          <ac:chgData name="Antle, Rick" userId="c2afbbd2-30e4-4c8e-8af5-81913178ace3" providerId="ADAL" clId="{6D6707D5-FB59-4A86-8457-214A10A2E28B}" dt="2020-03-07T16:34:41.873" v="2287" actId="478"/>
          <ac:spMkLst>
            <pc:docMk/>
            <pc:sldMk cId="1312295104" sldId="270"/>
            <ac:spMk id="40" creationId="{028B2FC3-8FB3-4E47-B2D4-ED558590BBDB}"/>
          </ac:spMkLst>
        </pc:spChg>
        <pc:spChg chg="del">
          <ac:chgData name="Antle, Rick" userId="c2afbbd2-30e4-4c8e-8af5-81913178ace3" providerId="ADAL" clId="{6D6707D5-FB59-4A86-8457-214A10A2E28B}" dt="2020-03-07T16:34:47.470" v="2288" actId="478"/>
          <ac:spMkLst>
            <pc:docMk/>
            <pc:sldMk cId="1312295104" sldId="270"/>
            <ac:spMk id="46" creationId="{03280108-5530-486D-AECC-AF1FBB68F24D}"/>
          </ac:spMkLst>
        </pc:spChg>
        <pc:spChg chg="add mod">
          <ac:chgData name="Antle, Rick" userId="c2afbbd2-30e4-4c8e-8af5-81913178ace3" providerId="ADAL" clId="{6D6707D5-FB59-4A86-8457-214A10A2E28B}" dt="2020-03-07T16:35:22.336" v="2291" actId="14100"/>
          <ac:spMkLst>
            <pc:docMk/>
            <pc:sldMk cId="1312295104" sldId="270"/>
            <ac:spMk id="48" creationId="{F063706D-0A7C-437E-A7D9-CE3A0C307B64}"/>
          </ac:spMkLst>
        </pc:spChg>
        <pc:spChg chg="mod">
          <ac:chgData name="Antle, Rick" userId="c2afbbd2-30e4-4c8e-8af5-81913178ace3" providerId="ADAL" clId="{6D6707D5-FB59-4A86-8457-214A10A2E28B}" dt="2020-03-08T17:08:48.895" v="3140" actId="20577"/>
          <ac:spMkLst>
            <pc:docMk/>
            <pc:sldMk cId="1312295104" sldId="270"/>
            <ac:spMk id="51" creationId="{4DA94FAE-AE61-47E1-8B52-97E37AAE6E4D}"/>
          </ac:spMkLst>
        </pc:spChg>
        <pc:spChg chg="mod">
          <ac:chgData name="Antle, Rick" userId="c2afbbd2-30e4-4c8e-8af5-81913178ace3" providerId="ADAL" clId="{6D6707D5-FB59-4A86-8457-214A10A2E28B}" dt="2020-03-07T16:10:05.067" v="2059" actId="2711"/>
          <ac:spMkLst>
            <pc:docMk/>
            <pc:sldMk cId="1312295104" sldId="270"/>
            <ac:spMk id="7171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8:16.664" v="3126" actId="20577"/>
          <ac:spMkLst>
            <pc:docMk/>
            <pc:sldMk cId="1312295104" sldId="270"/>
            <ac:spMk id="7178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16:34:05.563" v="2283" actId="478"/>
          <ac:spMkLst>
            <pc:docMk/>
            <pc:sldMk cId="1312295104" sldId="270"/>
            <ac:spMk id="7181" creationId="{00000000-0000-0000-0000-000000000000}"/>
          </ac:spMkLst>
        </pc:spChg>
        <pc:spChg chg="add del mod">
          <ac:chgData name="Antle, Rick" userId="c2afbbd2-30e4-4c8e-8af5-81913178ace3" providerId="ADAL" clId="{6D6707D5-FB59-4A86-8457-214A10A2E28B}" dt="2020-03-07T20:18:29.245" v="3129" actId="20577"/>
          <ac:spMkLst>
            <pc:docMk/>
            <pc:sldMk cId="1312295104" sldId="270"/>
            <ac:spMk id="7182" creationId="{00000000-0000-0000-0000-000000000000}"/>
          </ac:spMkLst>
        </pc:spChg>
        <pc:grpChg chg="del mod">
          <ac:chgData name="Antle, Rick" userId="c2afbbd2-30e4-4c8e-8af5-81913178ace3" providerId="ADAL" clId="{6D6707D5-FB59-4A86-8457-214A10A2E28B}" dt="2020-03-07T16:33:56.288" v="2282" actId="478"/>
          <ac:grpSpMkLst>
            <pc:docMk/>
            <pc:sldMk cId="1312295104" sldId="270"/>
            <ac:grpSpMk id="2" creationId="{00000000-0000-0000-0000-000000000000}"/>
          </ac:grpSpMkLst>
        </pc:grpChg>
        <pc:grpChg chg="add del mod">
          <ac:chgData name="Antle, Rick" userId="c2afbbd2-30e4-4c8e-8af5-81913178ace3" providerId="ADAL" clId="{6D6707D5-FB59-4A86-8457-214A10A2E28B}" dt="2020-03-07T16:34:41.873" v="2287" actId="478"/>
          <ac:grpSpMkLst>
            <pc:docMk/>
            <pc:sldMk cId="1312295104" sldId="270"/>
            <ac:grpSpMk id="36" creationId="{E13A5D62-07B1-4282-B13D-016844D07157}"/>
          </ac:grpSpMkLst>
        </pc:grpChg>
        <pc:grpChg chg="mod topLvl">
          <ac:chgData name="Antle, Rick" userId="c2afbbd2-30e4-4c8e-8af5-81913178ace3" providerId="ADAL" clId="{6D6707D5-FB59-4A86-8457-214A10A2E28B}" dt="2020-03-07T16:34:41.873" v="2287" actId="478"/>
          <ac:grpSpMkLst>
            <pc:docMk/>
            <pc:sldMk cId="1312295104" sldId="270"/>
            <ac:grpSpMk id="38" creationId="{2A545BB3-8178-43E5-8A32-0662D07D7A0E}"/>
          </ac:grpSpMkLst>
        </pc:grpChg>
        <pc:grpChg chg="mod">
          <ac:chgData name="Antle, Rick" userId="c2afbbd2-30e4-4c8e-8af5-81913178ace3" providerId="ADAL" clId="{6D6707D5-FB59-4A86-8457-214A10A2E28B}" dt="2020-03-07T16:34:35.698" v="2285" actId="1076"/>
          <ac:grpSpMkLst>
            <pc:docMk/>
            <pc:sldMk cId="1312295104" sldId="270"/>
            <ac:grpSpMk id="42" creationId="{3E1BAD66-F6DA-495D-BC53-A0C45462FBC0}"/>
          </ac:grpSpMkLst>
        </pc:grpChg>
        <pc:grpChg chg="add">
          <ac:chgData name="Antle, Rick" userId="c2afbbd2-30e4-4c8e-8af5-81913178ace3" providerId="ADAL" clId="{6D6707D5-FB59-4A86-8457-214A10A2E28B}" dt="2020-03-07T16:42:59.660" v="2469"/>
          <ac:grpSpMkLst>
            <pc:docMk/>
            <pc:sldMk cId="1312295104" sldId="270"/>
            <ac:grpSpMk id="49" creationId="{4C6F70B8-AAE2-4047-9B2D-3C454F4D2A66}"/>
          </ac:grpSpMkLst>
        </pc:grpChg>
        <pc:cxnChg chg="del mod">
          <ac:chgData name="Antle, Rick" userId="c2afbbd2-30e4-4c8e-8af5-81913178ace3" providerId="ADAL" clId="{6D6707D5-FB59-4A86-8457-214A10A2E28B}" dt="2020-03-07T19:56:17.988" v="2970" actId="478"/>
          <ac:cxnSpMkLst>
            <pc:docMk/>
            <pc:sldMk cId="1312295104" sldId="270"/>
            <ac:cxnSpMk id="10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9:56:15.323" v="2969" actId="478"/>
          <ac:cxnSpMkLst>
            <pc:docMk/>
            <pc:sldMk cId="1312295104" sldId="270"/>
            <ac:cxnSpMk id="12" creationId="{00000000-0000-0000-0000-000000000000}"/>
          </ac:cxnSpMkLst>
        </pc:cxnChg>
        <pc:cxnChg chg="add del mod">
          <ac:chgData name="Antle, Rick" userId="c2afbbd2-30e4-4c8e-8af5-81913178ace3" providerId="ADAL" clId="{6D6707D5-FB59-4A86-8457-214A10A2E28B}" dt="2020-03-07T19:56:08.296" v="2966" actId="478"/>
          <ac:cxnSpMkLst>
            <pc:docMk/>
            <pc:sldMk cId="1312295104" sldId="270"/>
            <ac:cxnSpMk id="33" creationId="{8124E211-7546-4F3A-BCF1-96ECB20290E7}"/>
          </ac:cxnSpMkLst>
        </pc:cxnChg>
        <pc:cxnChg chg="del mod">
          <ac:chgData name="Antle, Rick" userId="c2afbbd2-30e4-4c8e-8af5-81913178ace3" providerId="ADAL" clId="{6D6707D5-FB59-4A86-8457-214A10A2E28B}" dt="2020-03-07T19:56:10.529" v="2967" actId="478"/>
          <ac:cxnSpMkLst>
            <pc:docMk/>
            <pc:sldMk cId="1312295104" sldId="270"/>
            <ac:cxnSpMk id="34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6:12:49.209" v="2089" actId="478"/>
          <ac:cxnSpMkLst>
            <pc:docMk/>
            <pc:sldMk cId="1312295104" sldId="270"/>
            <ac:cxnSpMk id="37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9:56:13.936" v="2968" actId="478"/>
          <ac:cxnSpMkLst>
            <pc:docMk/>
            <pc:sldMk cId="1312295104" sldId="270"/>
            <ac:cxnSpMk id="44" creationId="{00000000-0000-0000-0000-000000000000}"/>
          </ac:cxnSpMkLst>
        </pc:cxnChg>
      </pc:sldChg>
      <pc:sldChg chg="del modTransition">
        <pc:chgData name="Antle, Rick" userId="c2afbbd2-30e4-4c8e-8af5-81913178ace3" providerId="ADAL" clId="{6D6707D5-FB59-4A86-8457-214A10A2E28B}" dt="2020-02-23T22:32:15.878" v="1551" actId="47"/>
        <pc:sldMkLst>
          <pc:docMk/>
          <pc:sldMk cId="618991816" sldId="277"/>
        </pc:sldMkLst>
      </pc:sldChg>
      <pc:sldChg chg="addSp delSp modSp add modTransition addAnim delAnim modAnim modNotes">
        <pc:chgData name="Antle, Rick" userId="c2afbbd2-30e4-4c8e-8af5-81913178ace3" providerId="ADAL" clId="{6D6707D5-FB59-4A86-8457-214A10A2E28B}" dt="2020-03-07T18:44:21.173" v="2749"/>
        <pc:sldMkLst>
          <pc:docMk/>
          <pc:sldMk cId="36222809" sldId="278"/>
        </pc:sldMkLst>
        <pc:spChg chg="del">
          <ac:chgData name="Antle, Rick" userId="c2afbbd2-30e4-4c8e-8af5-81913178ace3" providerId="ADAL" clId="{6D6707D5-FB59-4A86-8457-214A10A2E28B}" dt="2020-02-23T21:46:31.024" v="1058" actId="478"/>
          <ac:spMkLst>
            <pc:docMk/>
            <pc:sldMk cId="36222809" sldId="278"/>
            <ac:spMk id="4" creationId="{82F54B40-FCFB-4CF8-B627-41DFB17F9F33}"/>
          </ac:spMkLst>
        </pc:spChg>
        <pc:spChg chg="mod topLvl">
          <ac:chgData name="Antle, Rick" userId="c2afbbd2-30e4-4c8e-8af5-81913178ace3" providerId="ADAL" clId="{6D6707D5-FB59-4A86-8457-214A10A2E28B}" dt="2020-03-07T18:28:41.909" v="2673" actId="165"/>
          <ac:spMkLst>
            <pc:docMk/>
            <pc:sldMk cId="36222809" sldId="278"/>
            <ac:spMk id="20" creationId="{1B1AC799-DA19-4BFB-92FD-93CA0821D219}"/>
          </ac:spMkLst>
        </pc:spChg>
        <pc:spChg chg="mod">
          <ac:chgData name="Antle, Rick" userId="c2afbbd2-30e4-4c8e-8af5-81913178ace3" providerId="ADAL" clId="{6D6707D5-FB59-4A86-8457-214A10A2E28B}" dt="2020-03-07T15:51:37.597" v="1619" actId="1076"/>
          <ac:spMkLst>
            <pc:docMk/>
            <pc:sldMk cId="36222809" sldId="278"/>
            <ac:spMk id="22" creationId="{E473579A-28CA-4048-9D1A-21286D9AD216}"/>
          </ac:spMkLst>
        </pc:spChg>
        <pc:spChg chg="mod">
          <ac:chgData name="Antle, Rick" userId="c2afbbd2-30e4-4c8e-8af5-81913178ace3" providerId="ADAL" clId="{6D6707D5-FB59-4A86-8457-214A10A2E28B}" dt="2020-03-07T15:51:18.130" v="1616" actId="1076"/>
          <ac:spMkLst>
            <pc:docMk/>
            <pc:sldMk cId="36222809" sldId="278"/>
            <ac:spMk id="23" creationId="{BA05E752-E5F3-4B59-9DA0-E5B9AB981750}"/>
          </ac:spMkLst>
        </pc:spChg>
        <pc:spChg chg="del">
          <ac:chgData name="Antle, Rick" userId="c2afbbd2-30e4-4c8e-8af5-81913178ace3" providerId="ADAL" clId="{6D6707D5-FB59-4A86-8457-214A10A2E28B}" dt="2020-02-23T21:47:49.567" v="1085" actId="478"/>
          <ac:spMkLst>
            <pc:docMk/>
            <pc:sldMk cId="36222809" sldId="278"/>
            <ac:spMk id="24" creationId="{57E822CA-44A5-4805-82CE-37EA52229F0A}"/>
          </ac:spMkLst>
        </pc:spChg>
        <pc:spChg chg="mod">
          <ac:chgData name="Antle, Rick" userId="c2afbbd2-30e4-4c8e-8af5-81913178ace3" providerId="ADAL" clId="{6D6707D5-FB59-4A86-8457-214A10A2E28B}" dt="2020-03-07T15:51:09.921" v="1615" actId="1076"/>
          <ac:spMkLst>
            <pc:docMk/>
            <pc:sldMk cId="36222809" sldId="278"/>
            <ac:spMk id="25" creationId="{A7C0023A-D7D0-4895-9D91-247AEDF19212}"/>
          </ac:spMkLst>
        </pc:spChg>
        <pc:spChg chg="del mod">
          <ac:chgData name="Antle, Rick" userId="c2afbbd2-30e4-4c8e-8af5-81913178ace3" providerId="ADAL" clId="{6D6707D5-FB59-4A86-8457-214A10A2E28B}" dt="2020-02-23T21:47:43.924" v="1084" actId="478"/>
          <ac:spMkLst>
            <pc:docMk/>
            <pc:sldMk cId="36222809" sldId="278"/>
            <ac:spMk id="26" creationId="{9FCB46BF-B218-4D8A-BE22-C5F5697D8BBE}"/>
          </ac:spMkLst>
        </pc:spChg>
        <pc:spChg chg="mod">
          <ac:chgData name="Antle, Rick" userId="c2afbbd2-30e4-4c8e-8af5-81913178ace3" providerId="ADAL" clId="{6D6707D5-FB59-4A86-8457-214A10A2E28B}" dt="2020-03-07T15:51:29.201" v="1618" actId="1076"/>
          <ac:spMkLst>
            <pc:docMk/>
            <pc:sldMk cId="36222809" sldId="278"/>
            <ac:spMk id="27" creationId="{88D9F8D2-A792-415F-B5EC-09F620BEFC65}"/>
          </ac:spMkLst>
        </pc:spChg>
        <pc:spChg chg="add del">
          <ac:chgData name="Antle, Rick" userId="c2afbbd2-30e4-4c8e-8af5-81913178ace3" providerId="ADAL" clId="{6D6707D5-FB59-4A86-8457-214A10A2E28B}" dt="2020-02-23T21:46:56.400" v="1061" actId="478"/>
          <ac:spMkLst>
            <pc:docMk/>
            <pc:sldMk cId="36222809" sldId="278"/>
            <ac:spMk id="29" creationId="{BD6FA297-454A-40FC-A832-EC72D10A5C75}"/>
          </ac:spMkLst>
        </pc:spChg>
        <pc:spChg chg="mod topLvl">
          <ac:chgData name="Antle, Rick" userId="c2afbbd2-30e4-4c8e-8af5-81913178ace3" providerId="ADAL" clId="{6D6707D5-FB59-4A86-8457-214A10A2E28B}" dt="2020-03-07T18:28:41.909" v="2673" actId="165"/>
          <ac:spMkLst>
            <pc:docMk/>
            <pc:sldMk cId="36222809" sldId="278"/>
            <ac:spMk id="7185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28:03.305" v="2260" actId="1076"/>
          <ac:spMkLst>
            <pc:docMk/>
            <pc:sldMk cId="36222809" sldId="278"/>
            <ac:spMk id="7191" creationId="{00000000-0000-0000-0000-000000000000}"/>
          </ac:spMkLst>
        </pc:spChg>
        <pc:grpChg chg="mod topLvl">
          <ac:chgData name="Antle, Rick" userId="c2afbbd2-30e4-4c8e-8af5-81913178ace3" providerId="ADAL" clId="{6D6707D5-FB59-4A86-8457-214A10A2E28B}" dt="2020-03-07T18:28:41.909" v="2673" actId="165"/>
          <ac:grpSpMkLst>
            <pc:docMk/>
            <pc:sldMk cId="36222809" sldId="278"/>
            <ac:grpSpMk id="2" creationId="{00000000-0000-0000-0000-000000000000}"/>
          </ac:grpSpMkLst>
        </pc:grpChg>
        <pc:grpChg chg="add del mod">
          <ac:chgData name="Antle, Rick" userId="c2afbbd2-30e4-4c8e-8af5-81913178ace3" providerId="ADAL" clId="{6D6707D5-FB59-4A86-8457-214A10A2E28B}" dt="2020-03-07T16:27:14.510" v="2255" actId="165"/>
          <ac:grpSpMkLst>
            <pc:docMk/>
            <pc:sldMk cId="36222809" sldId="278"/>
            <ac:grpSpMk id="4" creationId="{4E31967C-0DC8-49DD-94DA-96BFDFFE788B}"/>
          </ac:grpSpMkLst>
        </pc:grpChg>
        <pc:grpChg chg="add del mod">
          <ac:chgData name="Antle, Rick" userId="c2afbbd2-30e4-4c8e-8af5-81913178ace3" providerId="ADAL" clId="{6D6707D5-FB59-4A86-8457-214A10A2E28B}" dt="2020-03-07T18:28:41.909" v="2673" actId="165"/>
          <ac:grpSpMkLst>
            <pc:docMk/>
            <pc:sldMk cId="36222809" sldId="278"/>
            <ac:grpSpMk id="6" creationId="{5409A9DD-9998-491B-A586-CBF28835B73E}"/>
          </ac:grpSpMkLst>
        </pc:grpChg>
        <pc:grpChg chg="mod">
          <ac:chgData name="Antle, Rick" userId="c2afbbd2-30e4-4c8e-8af5-81913178ace3" providerId="ADAL" clId="{6D6707D5-FB59-4A86-8457-214A10A2E28B}" dt="2020-03-07T16:28:16.866" v="2264" actId="1076"/>
          <ac:grpSpMkLst>
            <pc:docMk/>
            <pc:sldMk cId="36222809" sldId="278"/>
            <ac:grpSpMk id="7190" creationId="{00000000-0000-0000-0000-000000000000}"/>
          </ac:grpSpMkLst>
        </pc:grpChg>
      </pc:sldChg>
      <pc:sldChg chg="addSp delSp modSp add del delAnim modAnim">
        <pc:chgData name="Antle, Rick" userId="c2afbbd2-30e4-4c8e-8af5-81913178ace3" providerId="ADAL" clId="{6D6707D5-FB59-4A86-8457-214A10A2E28B}" dt="2020-03-07T16:54:00.091" v="2654" actId="47"/>
        <pc:sldMkLst>
          <pc:docMk/>
          <pc:sldMk cId="3137937960" sldId="279"/>
        </pc:sldMkLst>
        <pc:spChg chg="mod">
          <ac:chgData name="Antle, Rick" userId="c2afbbd2-30e4-4c8e-8af5-81913178ace3" providerId="ADAL" clId="{6D6707D5-FB59-4A86-8457-214A10A2E28B}" dt="2020-03-07T16:45:51.658" v="2528" actId="1076"/>
          <ac:spMkLst>
            <pc:docMk/>
            <pc:sldMk cId="3137937960" sldId="279"/>
            <ac:spMk id="3" creationId="{00000000-0000-0000-0000-000000000000}"/>
          </ac:spMkLst>
        </pc:spChg>
        <pc:spChg chg="add del mod">
          <ac:chgData name="Antle, Rick" userId="c2afbbd2-30e4-4c8e-8af5-81913178ace3" providerId="ADAL" clId="{6D6707D5-FB59-4A86-8457-214A10A2E28B}" dt="2020-03-07T16:05:22.323" v="2030" actId="478"/>
          <ac:spMkLst>
            <pc:docMk/>
            <pc:sldMk cId="3137937960" sldId="279"/>
            <ac:spMk id="24" creationId="{E57FE40A-260D-4039-94FB-D78A7C436467}"/>
          </ac:spMkLst>
        </pc:spChg>
        <pc:spChg chg="mod">
          <ac:chgData name="Antle, Rick" userId="c2afbbd2-30e4-4c8e-8af5-81913178ace3" providerId="ADAL" clId="{6D6707D5-FB59-4A86-8457-214A10A2E28B}" dt="2020-03-07T16:45:51.658" v="2528" actId="1076"/>
          <ac:spMkLst>
            <pc:docMk/>
            <pc:sldMk cId="3137937960" sldId="279"/>
            <ac:spMk id="29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06:25.631" v="2040" actId="12"/>
          <ac:spMkLst>
            <pc:docMk/>
            <pc:sldMk cId="3137937960" sldId="279"/>
            <ac:spMk id="30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45:51.658" v="2528" actId="1076"/>
          <ac:spMkLst>
            <pc:docMk/>
            <pc:sldMk cId="3137937960" sldId="279"/>
            <ac:spMk id="31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15:55:25.861" v="1758" actId="478"/>
          <ac:spMkLst>
            <pc:docMk/>
            <pc:sldMk cId="3137937960" sldId="279"/>
            <ac:spMk id="32" creationId="{00000000-0000-0000-0000-000000000000}"/>
          </ac:spMkLst>
        </pc:spChg>
        <pc:spChg chg="add mod">
          <ac:chgData name="Antle, Rick" userId="c2afbbd2-30e4-4c8e-8af5-81913178ace3" providerId="ADAL" clId="{6D6707D5-FB59-4A86-8457-214A10A2E28B}" dt="2020-03-07T16:49:21.327" v="2561" actId="1076"/>
          <ac:spMkLst>
            <pc:docMk/>
            <pc:sldMk cId="3137937960" sldId="279"/>
            <ac:spMk id="33" creationId="{D7057715-4003-4C82-9E55-38B053629966}"/>
          </ac:spMkLst>
        </pc:spChg>
        <pc:spChg chg="del mod">
          <ac:chgData name="Antle, Rick" userId="c2afbbd2-30e4-4c8e-8af5-81913178ace3" providerId="ADAL" clId="{6D6707D5-FB59-4A86-8457-214A10A2E28B}" dt="2020-03-07T15:56:26.677" v="1795" actId="478"/>
          <ac:spMkLst>
            <pc:docMk/>
            <pc:sldMk cId="3137937960" sldId="279"/>
            <ac:spMk id="35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6:45:51.658" v="2528" actId="1076"/>
          <ac:spMkLst>
            <pc:docMk/>
            <pc:sldMk cId="3137937960" sldId="279"/>
            <ac:spMk id="7182" creationId="{00000000-0000-0000-0000-000000000000}"/>
          </ac:spMkLst>
        </pc:spChg>
        <pc:cxnChg chg="mod">
          <ac:chgData name="Antle, Rick" userId="c2afbbd2-30e4-4c8e-8af5-81913178ace3" providerId="ADAL" clId="{6D6707D5-FB59-4A86-8457-214A10A2E28B}" dt="2020-03-07T16:45:51.658" v="2528" actId="1076"/>
          <ac:cxnSpMkLst>
            <pc:docMk/>
            <pc:sldMk cId="3137937960" sldId="279"/>
            <ac:cxnSpMk id="10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6:01:43.480" v="1935" actId="478"/>
          <ac:cxnSpMkLst>
            <pc:docMk/>
            <pc:sldMk cId="3137937960" sldId="279"/>
            <ac:cxnSpMk id="12" creationId="{00000000-0000-0000-0000-000000000000}"/>
          </ac:cxnSpMkLst>
        </pc:cxnChg>
        <pc:cxnChg chg="add mod">
          <ac:chgData name="Antle, Rick" userId="c2afbbd2-30e4-4c8e-8af5-81913178ace3" providerId="ADAL" clId="{6D6707D5-FB59-4A86-8457-214A10A2E28B}" dt="2020-03-07T16:45:51.658" v="2528" actId="1076"/>
          <ac:cxnSpMkLst>
            <pc:docMk/>
            <pc:sldMk cId="3137937960" sldId="279"/>
            <ac:cxnSpMk id="26" creationId="{AA5972CD-FF02-4E1B-A113-BA22E1689728}"/>
          </ac:cxnSpMkLst>
        </pc:cxnChg>
        <pc:cxnChg chg="del mod">
          <ac:chgData name="Antle, Rick" userId="c2afbbd2-30e4-4c8e-8af5-81913178ace3" providerId="ADAL" clId="{6D6707D5-FB59-4A86-8457-214A10A2E28B}" dt="2020-03-07T16:06:40.689" v="2042" actId="478"/>
          <ac:cxnSpMkLst>
            <pc:docMk/>
            <pc:sldMk cId="3137937960" sldId="279"/>
            <ac:cxnSpMk id="34" creationId="{00000000-0000-0000-0000-000000000000}"/>
          </ac:cxnSpMkLst>
        </pc:cxnChg>
        <pc:cxnChg chg="add mod">
          <ac:chgData name="Antle, Rick" userId="c2afbbd2-30e4-4c8e-8af5-81913178ace3" providerId="ADAL" clId="{6D6707D5-FB59-4A86-8457-214A10A2E28B}" dt="2020-03-07T16:45:51.658" v="2528" actId="1076"/>
          <ac:cxnSpMkLst>
            <pc:docMk/>
            <pc:sldMk cId="3137937960" sldId="279"/>
            <ac:cxnSpMk id="36" creationId="{01D711EB-D48C-41C3-A262-9E88933A49A2}"/>
          </ac:cxnSpMkLst>
        </pc:cxnChg>
        <pc:cxnChg chg="mod">
          <ac:chgData name="Antle, Rick" userId="c2afbbd2-30e4-4c8e-8af5-81913178ace3" providerId="ADAL" clId="{6D6707D5-FB59-4A86-8457-214A10A2E28B}" dt="2020-03-07T16:45:51.658" v="2528" actId="1076"/>
          <ac:cxnSpMkLst>
            <pc:docMk/>
            <pc:sldMk cId="3137937960" sldId="279"/>
            <ac:cxnSpMk id="37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5:55:25.861" v="1758" actId="478"/>
          <ac:cxnSpMkLst>
            <pc:docMk/>
            <pc:sldMk cId="3137937960" sldId="279"/>
            <ac:cxnSpMk id="44" creationId="{00000000-0000-0000-0000-000000000000}"/>
          </ac:cxnSpMkLst>
        </pc:cxnChg>
      </pc:sldChg>
      <pc:sldChg chg="addSp delSp modSp add modTransition delAnim modAnim">
        <pc:chgData name="Antle, Rick" userId="c2afbbd2-30e4-4c8e-8af5-81913178ace3" providerId="ADAL" clId="{6D6707D5-FB59-4A86-8457-214A10A2E28B}" dt="2020-03-07T18:49:35.521" v="2839" actId="1035"/>
        <pc:sldMkLst>
          <pc:docMk/>
          <pc:sldMk cId="2141510353" sldId="280"/>
        </pc:sldMkLst>
        <pc:spChg chg="del mod">
          <ac:chgData name="Antle, Rick" userId="c2afbbd2-30e4-4c8e-8af5-81913178ace3" providerId="ADAL" clId="{6D6707D5-FB59-4A86-8457-214A10A2E28B}" dt="2020-03-07T16:17:05.043" v="2206" actId="478"/>
          <ac:spMkLst>
            <pc:docMk/>
            <pc:sldMk cId="2141510353" sldId="280"/>
            <ac:spMk id="8" creationId="{00000000-0000-0000-0000-000000000000}"/>
          </ac:spMkLst>
        </pc:spChg>
        <pc:spChg chg="add mod">
          <ac:chgData name="Antle, Rick" userId="c2afbbd2-30e4-4c8e-8af5-81913178ace3" providerId="ADAL" clId="{6D6707D5-FB59-4A86-8457-214A10A2E28B}" dt="2020-03-07T16:22:29.309" v="2245" actId="164"/>
          <ac:spMkLst>
            <pc:docMk/>
            <pc:sldMk cId="2141510353" sldId="280"/>
            <ac:spMk id="17" creationId="{C6679776-F111-404C-985A-53D4FFC4F675}"/>
          </ac:spMkLst>
        </pc:spChg>
        <pc:spChg chg="add mod">
          <ac:chgData name="Antle, Rick" userId="c2afbbd2-30e4-4c8e-8af5-81913178ace3" providerId="ADAL" clId="{6D6707D5-FB59-4A86-8457-214A10A2E28B}" dt="2020-03-07T16:22:29.309" v="2245" actId="164"/>
          <ac:spMkLst>
            <pc:docMk/>
            <pc:sldMk cId="2141510353" sldId="280"/>
            <ac:spMk id="18" creationId="{8391C238-F3BA-4D6D-8B05-CE18007CF622}"/>
          </ac:spMkLst>
        </pc:spChg>
        <pc:spChg chg="add del mod">
          <ac:chgData name="Antle, Rick" userId="c2afbbd2-30e4-4c8e-8af5-81913178ace3" providerId="ADAL" clId="{6D6707D5-FB59-4A86-8457-214A10A2E28B}" dt="2020-03-07T16:23:47.165" v="2251" actId="478"/>
          <ac:spMkLst>
            <pc:docMk/>
            <pc:sldMk cId="2141510353" sldId="280"/>
            <ac:spMk id="20" creationId="{0633C8E6-8AA9-4858-9173-F7A0327A6CBA}"/>
          </ac:spMkLst>
        </pc:spChg>
        <pc:spChg chg="add del mod">
          <ac:chgData name="Antle, Rick" userId="c2afbbd2-30e4-4c8e-8af5-81913178ace3" providerId="ADAL" clId="{6D6707D5-FB59-4A86-8457-214A10A2E28B}" dt="2020-03-07T16:23:45.780" v="2250" actId="478"/>
          <ac:spMkLst>
            <pc:docMk/>
            <pc:sldMk cId="2141510353" sldId="280"/>
            <ac:spMk id="21" creationId="{9B7A4E3A-7690-4AB0-9F96-9BA4977FDC1E}"/>
          </ac:spMkLst>
        </pc:spChg>
        <pc:spChg chg="add del">
          <ac:chgData name="Antle, Rick" userId="c2afbbd2-30e4-4c8e-8af5-81913178ace3" providerId="ADAL" clId="{6D6707D5-FB59-4A86-8457-214A10A2E28B}" dt="2020-03-07T16:23:52.740" v="2253"/>
          <ac:spMkLst>
            <pc:docMk/>
            <pc:sldMk cId="2141510353" sldId="280"/>
            <ac:spMk id="22" creationId="{4669DE6C-5C04-43AE-BDD5-89C7ECAF3F93}"/>
          </ac:spMkLst>
        </pc:spChg>
        <pc:spChg chg="add del mod">
          <ac:chgData name="Antle, Rick" userId="c2afbbd2-30e4-4c8e-8af5-81913178ace3" providerId="ADAL" clId="{6D6707D5-FB59-4A86-8457-214A10A2E28B}" dt="2020-03-07T16:28:34.672" v="2266" actId="478"/>
          <ac:spMkLst>
            <pc:docMk/>
            <pc:sldMk cId="2141510353" sldId="280"/>
            <ac:spMk id="23" creationId="{E6DEAAD8-7019-49D7-8DE1-6D1A7465F218}"/>
          </ac:spMkLst>
        </pc:spChg>
        <pc:spChg chg="add del">
          <ac:chgData name="Antle, Rick" userId="c2afbbd2-30e4-4c8e-8af5-81913178ace3" providerId="ADAL" clId="{6D6707D5-FB59-4A86-8457-214A10A2E28B}" dt="2020-03-07T16:28:12.147" v="2262"/>
          <ac:spMkLst>
            <pc:docMk/>
            <pc:sldMk cId="2141510353" sldId="280"/>
            <ac:spMk id="24" creationId="{8FEF0618-1134-4071-9AA6-8D2647F8249B}"/>
          </ac:spMkLst>
        </pc:spChg>
        <pc:spChg chg="mod topLvl">
          <ac:chgData name="Antle, Rick" userId="c2afbbd2-30e4-4c8e-8af5-81913178ace3" providerId="ADAL" clId="{6D6707D5-FB59-4A86-8457-214A10A2E28B}" dt="2020-03-07T18:40:51.650" v="2695" actId="165"/>
          <ac:spMkLst>
            <pc:docMk/>
            <pc:sldMk cId="2141510353" sldId="280"/>
            <ac:spMk id="27" creationId="{0563E119-F905-46B0-93F0-523528CBF36C}"/>
          </ac:spMkLst>
        </pc:spChg>
        <pc:spChg chg="mod topLvl">
          <ac:chgData name="Antle, Rick" userId="c2afbbd2-30e4-4c8e-8af5-81913178ace3" providerId="ADAL" clId="{6D6707D5-FB59-4A86-8457-214A10A2E28B}" dt="2020-03-07T18:40:51.650" v="2695" actId="165"/>
          <ac:spMkLst>
            <pc:docMk/>
            <pc:sldMk cId="2141510353" sldId="280"/>
            <ac:spMk id="28" creationId="{1AD627FA-D600-43A3-8368-F326CB77D5C4}"/>
          </ac:spMkLst>
        </pc:spChg>
        <pc:spChg chg="del">
          <ac:chgData name="Antle, Rick" userId="c2afbbd2-30e4-4c8e-8af5-81913178ace3" providerId="ADAL" clId="{6D6707D5-FB59-4A86-8457-214A10A2E28B}" dt="2020-03-07T16:17:09.632" v="2207" actId="478"/>
          <ac:spMkLst>
            <pc:docMk/>
            <pc:sldMk cId="2141510353" sldId="280"/>
            <ac:spMk id="34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8:49:17.173" v="2814" actId="1037"/>
          <ac:spMkLst>
            <pc:docMk/>
            <pc:sldMk cId="2141510353" sldId="280"/>
            <ac:spMk id="35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8:49:35.521" v="2839" actId="1035"/>
          <ac:spMkLst>
            <pc:docMk/>
            <pc:sldMk cId="2141510353" sldId="280"/>
            <ac:spMk id="36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16:17:56.733" v="2228" actId="478"/>
          <ac:spMkLst>
            <pc:docMk/>
            <pc:sldMk cId="2141510353" sldId="280"/>
            <ac:spMk id="37" creationId="{00000000-0000-0000-0000-000000000000}"/>
          </ac:spMkLst>
        </pc:spChg>
        <pc:spChg chg="add mod">
          <ac:chgData name="Antle, Rick" userId="c2afbbd2-30e4-4c8e-8af5-81913178ace3" providerId="ADAL" clId="{6D6707D5-FB59-4A86-8457-214A10A2E28B}" dt="2020-03-07T18:49:00.271" v="2796" actId="20577"/>
          <ac:spMkLst>
            <pc:docMk/>
            <pc:sldMk cId="2141510353" sldId="280"/>
            <ac:spMk id="40" creationId="{8E19D219-3363-497A-8215-64ADE47DE761}"/>
          </ac:spMkLst>
        </pc:spChg>
        <pc:grpChg chg="del mod">
          <ac:chgData name="Antle, Rick" userId="c2afbbd2-30e4-4c8e-8af5-81913178ace3" providerId="ADAL" clId="{6D6707D5-FB59-4A86-8457-214A10A2E28B}" dt="2020-03-07T16:22:54.892" v="2248" actId="478"/>
          <ac:grpSpMkLst>
            <pc:docMk/>
            <pc:sldMk cId="2141510353" sldId="280"/>
            <ac:grpSpMk id="2" creationId="{00000000-0000-0000-0000-000000000000}"/>
          </ac:grpSpMkLst>
        </pc:grpChg>
        <pc:grpChg chg="add del mod">
          <ac:chgData name="Antle, Rick" userId="c2afbbd2-30e4-4c8e-8af5-81913178ace3" providerId="ADAL" clId="{6D6707D5-FB59-4A86-8457-214A10A2E28B}" dt="2020-03-07T16:27:44.149" v="2257" actId="478"/>
          <ac:grpSpMkLst>
            <pc:docMk/>
            <pc:sldMk cId="2141510353" sldId="280"/>
            <ac:grpSpMk id="3" creationId="{0992D397-D647-4586-B279-25077A0A917A}"/>
          </ac:grpSpMkLst>
        </pc:grpChg>
        <pc:grpChg chg="add mod">
          <ac:chgData name="Antle, Rick" userId="c2afbbd2-30e4-4c8e-8af5-81913178ace3" providerId="ADAL" clId="{6D6707D5-FB59-4A86-8457-214A10A2E28B}" dt="2020-03-07T18:49:00.271" v="2796" actId="20577"/>
          <ac:grpSpMkLst>
            <pc:docMk/>
            <pc:sldMk cId="2141510353" sldId="280"/>
            <ac:grpSpMk id="4" creationId="{0E33FD94-9C18-4A17-AC08-A8D284440B8F}"/>
          </ac:grpSpMkLst>
        </pc:grpChg>
        <pc:grpChg chg="del">
          <ac:chgData name="Antle, Rick" userId="c2afbbd2-30e4-4c8e-8af5-81913178ace3" providerId="ADAL" clId="{6D6707D5-FB59-4A86-8457-214A10A2E28B}" dt="2020-03-07T16:20:47.224" v="2236" actId="478"/>
          <ac:grpSpMkLst>
            <pc:docMk/>
            <pc:sldMk cId="2141510353" sldId="280"/>
            <ac:grpSpMk id="5" creationId="{00000000-0000-0000-0000-000000000000}"/>
          </ac:grpSpMkLst>
        </pc:grpChg>
        <pc:grpChg chg="add del mod">
          <ac:chgData name="Antle, Rick" userId="c2afbbd2-30e4-4c8e-8af5-81913178ace3" providerId="ADAL" clId="{6D6707D5-FB59-4A86-8457-214A10A2E28B}" dt="2020-03-07T18:40:51.650" v="2695" actId="165"/>
          <ac:grpSpMkLst>
            <pc:docMk/>
            <pc:sldMk cId="2141510353" sldId="280"/>
            <ac:grpSpMk id="25" creationId="{67DAB964-EA67-44C7-AA5C-B1271D903EFD}"/>
          </ac:grpSpMkLst>
        </pc:grpChg>
        <pc:grpChg chg="mod topLvl">
          <ac:chgData name="Antle, Rick" userId="c2afbbd2-30e4-4c8e-8af5-81913178ace3" providerId="ADAL" clId="{6D6707D5-FB59-4A86-8457-214A10A2E28B}" dt="2020-03-07T18:40:51.650" v="2695" actId="165"/>
          <ac:grpSpMkLst>
            <pc:docMk/>
            <pc:sldMk cId="2141510353" sldId="280"/>
            <ac:grpSpMk id="26" creationId="{4D61E88D-6381-4FB2-9DFC-863AA78FEACA}"/>
          </ac:grpSpMkLst>
        </pc:grpChg>
        <pc:grpChg chg="mod">
          <ac:chgData name="Antle, Rick" userId="c2afbbd2-30e4-4c8e-8af5-81913178ace3" providerId="ADAL" clId="{6D6707D5-FB59-4A86-8457-214A10A2E28B}" dt="2020-03-07T16:28:42.253" v="2268" actId="1076"/>
          <ac:grpSpMkLst>
            <pc:docMk/>
            <pc:sldMk cId="2141510353" sldId="280"/>
            <ac:grpSpMk id="30" creationId="{AD313C54-747B-4E0A-BA20-9AA89A0433D6}"/>
          </ac:grpSpMkLst>
        </pc:grpChg>
        <pc:grpChg chg="mod">
          <ac:chgData name="Antle, Rick" userId="c2afbbd2-30e4-4c8e-8af5-81913178ace3" providerId="ADAL" clId="{6D6707D5-FB59-4A86-8457-214A10A2E28B}" dt="2020-03-07T16:22:50.350" v="2247" actId="1076"/>
          <ac:grpSpMkLst>
            <pc:docMk/>
            <pc:sldMk cId="2141510353" sldId="280"/>
            <ac:grpSpMk id="7190" creationId="{00000000-0000-0000-0000-000000000000}"/>
          </ac:grpSpMkLst>
        </pc:grpChg>
        <pc:picChg chg="add mod">
          <ac:chgData name="Antle, Rick" userId="c2afbbd2-30e4-4c8e-8af5-81913178ace3" providerId="ADAL" clId="{6D6707D5-FB59-4A86-8457-214A10A2E28B}" dt="2020-03-07T16:42:00.763" v="2459" actId="164"/>
          <ac:picMkLst>
            <pc:docMk/>
            <pc:sldMk cId="2141510353" sldId="280"/>
            <ac:picMk id="39" creationId="{BA4B35CD-C770-4426-9C3C-0B85D3BF2BEC}"/>
          </ac:picMkLst>
        </pc:picChg>
      </pc:sldChg>
      <pc:sldChg chg="addSp delSp modSp add modTransition addAnim delAnim modAnim">
        <pc:chgData name="Antle, Rick" userId="c2afbbd2-30e4-4c8e-8af5-81913178ace3" providerId="ADAL" clId="{6D6707D5-FB59-4A86-8457-214A10A2E28B}" dt="2020-03-08T19:37:23.895" v="3141" actId="20577"/>
        <pc:sldMkLst>
          <pc:docMk/>
          <pc:sldMk cId="77549839" sldId="281"/>
        </pc:sldMkLst>
        <pc:spChg chg="del mod">
          <ac:chgData name="Antle, Rick" userId="c2afbbd2-30e4-4c8e-8af5-81913178ace3" providerId="ADAL" clId="{6D6707D5-FB59-4A86-8457-214A10A2E28B}" dt="2020-03-07T16:46:59.566" v="2535" actId="478"/>
          <ac:spMkLst>
            <pc:docMk/>
            <pc:sldMk cId="77549839" sldId="281"/>
            <ac:spMk id="3" creationId="{00000000-0000-0000-0000-000000000000}"/>
          </ac:spMkLst>
        </pc:spChg>
        <pc:spChg chg="add mod">
          <ac:chgData name="Antle, Rick" userId="c2afbbd2-30e4-4c8e-8af5-81913178ace3" providerId="ADAL" clId="{6D6707D5-FB59-4A86-8457-214A10A2E28B}" dt="2020-03-07T16:53:46.390" v="2653" actId="113"/>
          <ac:spMkLst>
            <pc:docMk/>
            <pc:sldMk cId="77549839" sldId="281"/>
            <ac:spMk id="26" creationId="{C5CAE68D-C615-4EC8-867F-6D69186EF6A0}"/>
          </ac:spMkLst>
        </pc:spChg>
        <pc:spChg chg="add mod">
          <ac:chgData name="Antle, Rick" userId="c2afbbd2-30e4-4c8e-8af5-81913178ace3" providerId="ADAL" clId="{6D6707D5-FB59-4A86-8457-214A10A2E28B}" dt="2020-03-07T16:53:44.023" v="2652" actId="113"/>
          <ac:spMkLst>
            <pc:docMk/>
            <pc:sldMk cId="77549839" sldId="281"/>
            <ac:spMk id="27" creationId="{2BF188B5-E7A4-416A-A3B1-D35669B2025F}"/>
          </ac:spMkLst>
        </pc:spChg>
        <pc:spChg chg="add mod">
          <ac:chgData name="Antle, Rick" userId="c2afbbd2-30e4-4c8e-8af5-81913178ace3" providerId="ADAL" clId="{6D6707D5-FB59-4A86-8457-214A10A2E28B}" dt="2020-03-08T19:37:23.895" v="3141" actId="20577"/>
          <ac:spMkLst>
            <pc:docMk/>
            <pc:sldMk cId="77549839" sldId="281"/>
            <ac:spMk id="28" creationId="{3F695771-F3C9-4656-988F-2C1497D1445B}"/>
          </ac:spMkLst>
        </pc:spChg>
        <pc:spChg chg="del">
          <ac:chgData name="Antle, Rick" userId="c2afbbd2-30e4-4c8e-8af5-81913178ace3" providerId="ADAL" clId="{6D6707D5-FB59-4A86-8457-214A10A2E28B}" dt="2020-03-07T16:47:10.827" v="2538" actId="478"/>
          <ac:spMkLst>
            <pc:docMk/>
            <pc:sldMk cId="77549839" sldId="281"/>
            <ac:spMk id="29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16:46:49.576" v="2532" actId="478"/>
          <ac:spMkLst>
            <pc:docMk/>
            <pc:sldMk cId="77549839" sldId="281"/>
            <ac:spMk id="30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19:49:15.782" v="2905" actId="20577"/>
          <ac:spMkLst>
            <pc:docMk/>
            <pc:sldMk cId="77549839" sldId="281"/>
            <ac:spMk id="31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16:47:12.425" v="2539" actId="478"/>
          <ac:spMkLst>
            <pc:docMk/>
            <pc:sldMk cId="77549839" sldId="281"/>
            <ac:spMk id="32" creationId="{00000000-0000-0000-0000-000000000000}"/>
          </ac:spMkLst>
        </pc:spChg>
        <pc:spChg chg="add del">
          <ac:chgData name="Antle, Rick" userId="c2afbbd2-30e4-4c8e-8af5-81913178ace3" providerId="ADAL" clId="{6D6707D5-FB59-4A86-8457-214A10A2E28B}" dt="2020-03-07T16:49:28.500" v="2562" actId="478"/>
          <ac:spMkLst>
            <pc:docMk/>
            <pc:sldMk cId="77549839" sldId="281"/>
            <ac:spMk id="35" creationId="{00000000-0000-0000-0000-000000000000}"/>
          </ac:spMkLst>
        </pc:spChg>
        <pc:spChg chg="add del">
          <ac:chgData name="Antle, Rick" userId="c2afbbd2-30e4-4c8e-8af5-81913178ace3" providerId="ADAL" clId="{6D6707D5-FB59-4A86-8457-214A10A2E28B}" dt="2020-03-07T16:46:53.300" v="2533" actId="478"/>
          <ac:spMkLst>
            <pc:docMk/>
            <pc:sldMk cId="77549839" sldId="281"/>
            <ac:spMk id="36" creationId="{8C1EE754-9CC6-42BD-8CD0-89EF56A4ACED}"/>
          </ac:spMkLst>
        </pc:spChg>
        <pc:spChg chg="add mod">
          <ac:chgData name="Antle, Rick" userId="c2afbbd2-30e4-4c8e-8af5-81913178ace3" providerId="ADAL" clId="{6D6707D5-FB59-4A86-8457-214A10A2E28B}" dt="2020-03-07T19:49:27.751" v="2906" actId="1076"/>
          <ac:spMkLst>
            <pc:docMk/>
            <pc:sldMk cId="77549839" sldId="281"/>
            <ac:spMk id="37" creationId="{E58A0138-8A28-44CA-99A4-CA99BCD9064B}"/>
          </ac:spMkLst>
        </pc:spChg>
        <pc:spChg chg="mod">
          <ac:chgData name="Antle, Rick" userId="c2afbbd2-30e4-4c8e-8af5-81913178ace3" providerId="ADAL" clId="{6D6707D5-FB59-4A86-8457-214A10A2E28B}" dt="2020-03-07T16:55:04.047" v="2657" actId="1076"/>
          <ac:spMkLst>
            <pc:docMk/>
            <pc:sldMk cId="77549839" sldId="281"/>
            <ac:spMk id="54" creationId="{8E25CABD-D147-4B55-B312-CED087520388}"/>
          </ac:spMkLst>
        </pc:spChg>
        <pc:grpChg chg="del">
          <ac:chgData name="Antle, Rick" userId="c2afbbd2-30e4-4c8e-8af5-81913178ace3" providerId="ADAL" clId="{6D6707D5-FB59-4A86-8457-214A10A2E28B}" dt="2020-03-07T16:54:35.444" v="2656" actId="478"/>
          <ac:grpSpMkLst>
            <pc:docMk/>
            <pc:sldMk cId="77549839" sldId="281"/>
            <ac:grpSpMk id="49" creationId="{4C6F70B8-AAE2-4047-9B2D-3C454F4D2A66}"/>
          </ac:grpSpMkLst>
        </pc:grpChg>
        <pc:grpChg chg="add mod">
          <ac:chgData name="Antle, Rick" userId="c2afbbd2-30e4-4c8e-8af5-81913178ace3" providerId="ADAL" clId="{6D6707D5-FB59-4A86-8457-214A10A2E28B}" dt="2020-03-07T16:55:18.924" v="2658" actId="1076"/>
          <ac:grpSpMkLst>
            <pc:docMk/>
            <pc:sldMk cId="77549839" sldId="281"/>
            <ac:grpSpMk id="52" creationId="{E7385BD8-4969-4428-AD22-02BB009682F7}"/>
          </ac:grpSpMkLst>
        </pc:grpChg>
        <pc:picChg chg="mod">
          <ac:chgData name="Antle, Rick" userId="c2afbbd2-30e4-4c8e-8af5-81913178ace3" providerId="ADAL" clId="{6D6707D5-FB59-4A86-8457-214A10A2E28B}" dt="2020-03-07T16:55:04.047" v="2657" actId="1076"/>
          <ac:picMkLst>
            <pc:docMk/>
            <pc:sldMk cId="77549839" sldId="281"/>
            <ac:picMk id="53" creationId="{FA86132A-DF69-45D4-B37A-3E46461A9D16}"/>
          </ac:picMkLst>
        </pc:picChg>
        <pc:cxnChg chg="del mod">
          <ac:chgData name="Antle, Rick" userId="c2afbbd2-30e4-4c8e-8af5-81913178ace3" providerId="ADAL" clId="{6D6707D5-FB59-4A86-8457-214A10A2E28B}" dt="2020-03-07T19:49:59.796" v="2943" actId="478"/>
          <ac:cxnSpMkLst>
            <pc:docMk/>
            <pc:sldMk cId="77549839" sldId="281"/>
            <ac:cxnSpMk id="10" creationId="{00000000-0000-0000-0000-000000000000}"/>
          </ac:cxnSpMkLst>
        </pc:cxnChg>
        <pc:cxnChg chg="add del mod">
          <ac:chgData name="Antle, Rick" userId="c2afbbd2-30e4-4c8e-8af5-81913178ace3" providerId="ADAL" clId="{6D6707D5-FB59-4A86-8457-214A10A2E28B}" dt="2020-03-07T16:49:42.992" v="2565" actId="478"/>
          <ac:cxnSpMkLst>
            <pc:docMk/>
            <pc:sldMk cId="77549839" sldId="281"/>
            <ac:cxnSpMk id="12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9:50:12.105" v="2947" actId="478"/>
          <ac:cxnSpMkLst>
            <pc:docMk/>
            <pc:sldMk cId="77549839" sldId="281"/>
            <ac:cxnSpMk id="33" creationId="{8124E211-7546-4F3A-BCF1-96ECB20290E7}"/>
          </ac:cxnSpMkLst>
        </pc:cxnChg>
        <pc:cxnChg chg="del mod">
          <ac:chgData name="Antle, Rick" userId="c2afbbd2-30e4-4c8e-8af5-81913178ace3" providerId="ADAL" clId="{6D6707D5-FB59-4A86-8457-214A10A2E28B}" dt="2020-03-07T19:50:10.039" v="2946" actId="478"/>
          <ac:cxnSpMkLst>
            <pc:docMk/>
            <pc:sldMk cId="77549839" sldId="281"/>
            <ac:cxnSpMk id="34" creationId="{00000000-0000-0000-0000-000000000000}"/>
          </ac:cxnSpMkLst>
        </pc:cxnChg>
        <pc:cxnChg chg="del mod">
          <ac:chgData name="Antle, Rick" userId="c2afbbd2-30e4-4c8e-8af5-81913178ace3" providerId="ADAL" clId="{6D6707D5-FB59-4A86-8457-214A10A2E28B}" dt="2020-03-07T19:50:07.238" v="2945" actId="478"/>
          <ac:cxnSpMkLst>
            <pc:docMk/>
            <pc:sldMk cId="77549839" sldId="281"/>
            <ac:cxnSpMk id="44" creationId="{00000000-0000-0000-0000-000000000000}"/>
          </ac:cxnSpMkLst>
        </pc:cxnChg>
      </pc:sldChg>
      <pc:sldChg chg="delSp modSp add delAnim modAnim">
        <pc:chgData name="Antle, Rick" userId="c2afbbd2-30e4-4c8e-8af5-81913178ace3" providerId="ADAL" clId="{6D6707D5-FB59-4A86-8457-214A10A2E28B}" dt="2020-03-07T20:17:23.462" v="3105" actId="1076"/>
        <pc:sldMkLst>
          <pc:docMk/>
          <pc:sldMk cId="1381514513" sldId="282"/>
        </pc:sldMkLst>
        <pc:spChg chg="del">
          <ac:chgData name="Antle, Rick" userId="c2afbbd2-30e4-4c8e-8af5-81913178ace3" providerId="ADAL" clId="{6D6707D5-FB59-4A86-8457-214A10A2E28B}" dt="2020-03-07T20:16:48.806" v="3085" actId="478"/>
          <ac:spMkLst>
            <pc:docMk/>
            <pc:sldMk cId="1381514513" sldId="282"/>
            <ac:spMk id="3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20:16:30.889" v="3083" actId="478"/>
          <ac:spMkLst>
            <pc:docMk/>
            <pc:sldMk cId="1381514513" sldId="282"/>
            <ac:spMk id="29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6:56.382" v="3086" actId="1076"/>
          <ac:spMkLst>
            <pc:docMk/>
            <pc:sldMk cId="1381514513" sldId="282"/>
            <ac:spMk id="30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7:13.634" v="3104" actId="20577"/>
          <ac:spMkLst>
            <pc:docMk/>
            <pc:sldMk cId="1381514513" sldId="282"/>
            <ac:spMk id="31" creationId="{00000000-0000-0000-0000-000000000000}"/>
          </ac:spMkLst>
        </pc:spChg>
        <pc:spChg chg="del mod">
          <ac:chgData name="Antle, Rick" userId="c2afbbd2-30e4-4c8e-8af5-81913178ace3" providerId="ADAL" clId="{6D6707D5-FB59-4A86-8457-214A10A2E28B}" dt="2020-03-07T20:16:21.782" v="3082" actId="478"/>
          <ac:spMkLst>
            <pc:docMk/>
            <pc:sldMk cId="1381514513" sldId="282"/>
            <ac:spMk id="32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7:23.462" v="3105" actId="1076"/>
          <ac:spMkLst>
            <pc:docMk/>
            <pc:sldMk cId="1381514513" sldId="282"/>
            <ac:spMk id="35" creationId="{00000000-0000-0000-0000-000000000000}"/>
          </ac:spMkLst>
        </pc:spChg>
        <pc:spChg chg="mod">
          <ac:chgData name="Antle, Rick" userId="c2afbbd2-30e4-4c8e-8af5-81913178ace3" providerId="ADAL" clId="{6D6707D5-FB59-4A86-8457-214A10A2E28B}" dt="2020-03-07T20:17:06.879" v="3102" actId="20577"/>
          <ac:spMkLst>
            <pc:docMk/>
            <pc:sldMk cId="1381514513" sldId="282"/>
            <ac:spMk id="7178" creationId="{00000000-0000-0000-0000-000000000000}"/>
          </ac:spMkLst>
        </pc:spChg>
        <pc:spChg chg="del">
          <ac:chgData name="Antle, Rick" userId="c2afbbd2-30e4-4c8e-8af5-81913178ace3" providerId="ADAL" clId="{6D6707D5-FB59-4A86-8457-214A10A2E28B}" dt="2020-03-07T20:16:11.506" v="3080" actId="478"/>
          <ac:spMkLst>
            <pc:docMk/>
            <pc:sldMk cId="1381514513" sldId="282"/>
            <ac:spMk id="7182" creationId="{00000000-0000-0000-0000-000000000000}"/>
          </ac:spMkLst>
        </pc:spChg>
      </pc:sldChg>
    </pc:docChg>
  </pc:docChgLst>
  <pc:docChgLst>
    <pc:chgData name="Antle, Rick" userId="c2afbbd2-30e4-4c8e-8af5-81913178ace3" providerId="ADAL" clId="{557D024D-57BB-45EC-982E-E70745C8BEE2}"/>
    <pc:docChg chg="delSld modSld">
      <pc:chgData name="Antle, Rick" userId="c2afbbd2-30e4-4c8e-8af5-81913178ace3" providerId="ADAL" clId="{557D024D-57BB-45EC-982E-E70745C8BEE2}" dt="2020-02-23T21:16:25.115" v="135" actId="14100"/>
      <pc:docMkLst>
        <pc:docMk/>
      </pc:docMkLst>
      <pc:sldChg chg="modSp">
        <pc:chgData name="Antle, Rick" userId="c2afbbd2-30e4-4c8e-8af5-81913178ace3" providerId="ADAL" clId="{557D024D-57BB-45EC-982E-E70745C8BEE2}" dt="2020-02-23T21:16:25.115" v="135" actId="14100"/>
        <pc:sldMkLst>
          <pc:docMk/>
          <pc:sldMk cId="3604780475" sldId="256"/>
        </pc:sldMkLst>
        <pc:spChg chg="mod">
          <ac:chgData name="Antle, Rick" userId="c2afbbd2-30e4-4c8e-8af5-81913178ace3" providerId="ADAL" clId="{557D024D-57BB-45EC-982E-E70745C8BEE2}" dt="2020-02-23T21:16:25.115" v="135" actId="14100"/>
          <ac:spMkLst>
            <pc:docMk/>
            <pc:sldMk cId="3604780475" sldId="256"/>
            <ac:spMk id="2" creationId="{F8AA5610-50E7-4F70-960A-E63ECC443FC9}"/>
          </ac:spMkLst>
        </pc:spChg>
        <pc:spChg chg="mod">
          <ac:chgData name="Antle, Rick" userId="c2afbbd2-30e4-4c8e-8af5-81913178ace3" providerId="ADAL" clId="{557D024D-57BB-45EC-982E-E70745C8BEE2}" dt="2020-02-23T21:16:13.637" v="133" actId="20577"/>
          <ac:spMkLst>
            <pc:docMk/>
            <pc:sldMk cId="3604780475" sldId="256"/>
            <ac:spMk id="4" creationId="{6D715DF8-4477-431C-A280-84827C252C39}"/>
          </ac:spMkLst>
        </pc:spChg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557295040" sldId="258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595522535" sldId="270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1164823392" sldId="276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1996492233" sldId="278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992819582" sldId="279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3693428185" sldId="280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2748539965" sldId="281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273415726" sldId="282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691816092" sldId="283"/>
        </pc:sldMkLst>
      </pc:sldChg>
      <pc:sldChg chg="del">
        <pc:chgData name="Antle, Rick" userId="c2afbbd2-30e4-4c8e-8af5-81913178ace3" providerId="ADAL" clId="{557D024D-57BB-45EC-982E-E70745C8BEE2}" dt="2020-02-23T21:14:17.970" v="106" actId="47"/>
        <pc:sldMkLst>
          <pc:docMk/>
          <pc:sldMk cId="23647514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01AF7-AB7C-4055-AD89-F92D5237022F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14517-574A-430B-B7FF-0AFA0D1D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5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Basic Financial Statements – Part 1</a:t>
            </a:r>
          </a:p>
          <a:p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Points in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Periods of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Articulation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0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9375" y="1143000"/>
            <a:ext cx="4159250" cy="2339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535023"/>
            <a:ext cx="5486400" cy="5150190"/>
          </a:xfrm>
        </p:spPr>
        <p:txBody>
          <a:bodyPr/>
          <a:lstStyle/>
          <a:p>
            <a:r>
              <a:rPr lang="en-US" sz="1800" dirty="0"/>
              <a:t>At any point in time, we can construct a </a:t>
            </a:r>
            <a:r>
              <a:rPr lang="en-US" sz="1800" b="1" dirty="0"/>
              <a:t>balance sheet </a:t>
            </a:r>
            <a:r>
              <a:rPr lang="en-US" sz="1800" dirty="0"/>
              <a:t>that shows SOM Corp’s </a:t>
            </a:r>
            <a:r>
              <a:rPr lang="en-US" sz="1800" b="1" dirty="0"/>
              <a:t>financial resources and obligations at that point in time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We expect to do this periodically.</a:t>
            </a:r>
          </a:p>
          <a:p>
            <a:endParaRPr lang="en-US" sz="1800" dirty="0"/>
          </a:p>
          <a:p>
            <a:r>
              <a:rPr lang="en-US" sz="1800" dirty="0"/>
              <a:t>Flow statements tell us about why the SOM Corp’s financial position changes over time.</a:t>
            </a:r>
          </a:p>
          <a:p>
            <a:endParaRPr lang="en-US" sz="1800" dirty="0"/>
          </a:p>
          <a:p>
            <a:r>
              <a:rPr lang="en-US" sz="1800" b="1" dirty="0"/>
              <a:t>Income statement </a:t>
            </a:r>
            <a:r>
              <a:rPr lang="en-US" sz="1800" dirty="0"/>
              <a:t>– value produced and consumed by the SOM Corp’s operations not due to contributions from or distributions to its owners.</a:t>
            </a:r>
          </a:p>
          <a:p>
            <a:endParaRPr lang="en-US" sz="1800" dirty="0"/>
          </a:p>
          <a:p>
            <a:r>
              <a:rPr lang="en-US" sz="1800" b="1" dirty="0"/>
              <a:t>Cash flow statement </a:t>
            </a:r>
            <a:r>
              <a:rPr lang="en-US" sz="1800" dirty="0"/>
              <a:t>– cash that flowed in and out of the SOM Corp.</a:t>
            </a:r>
          </a:p>
          <a:p>
            <a:endParaRPr lang="en-US" sz="1800" dirty="0"/>
          </a:p>
          <a:p>
            <a:r>
              <a:rPr lang="en-US" sz="1800" b="1" dirty="0"/>
              <a:t>Statement of changes in owners’ equity </a:t>
            </a:r>
            <a:r>
              <a:rPr lang="en-US" sz="1800" dirty="0"/>
              <a:t>– value flows to and from the SOM Corp’s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9375" y="1143000"/>
            <a:ext cx="4159250" cy="2339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535023"/>
            <a:ext cx="5486400" cy="5150190"/>
          </a:xfrm>
        </p:spPr>
        <p:txBody>
          <a:bodyPr/>
          <a:lstStyle/>
          <a:p>
            <a:r>
              <a:rPr lang="en-US" sz="1800" dirty="0"/>
              <a:t>Not-for-profits also have financial resources and obligations at points in time, and we prepare balance sheets for them just as we do for For-profits.</a:t>
            </a:r>
          </a:p>
          <a:p>
            <a:endParaRPr lang="en-US" sz="1800" dirty="0"/>
          </a:p>
          <a:p>
            <a:r>
              <a:rPr lang="en-US" sz="1800" dirty="0"/>
              <a:t>There is no income statement, but the activities of the organization produce and consume financial value so we have a Statement of Activities.</a:t>
            </a:r>
          </a:p>
          <a:p>
            <a:endParaRPr lang="en-US" sz="1800" dirty="0"/>
          </a:p>
          <a:p>
            <a:r>
              <a:rPr lang="en-US" sz="1800" dirty="0"/>
              <a:t>Cash is cash, whether in a for-profit or a not-for-profit, so we also have a Cash </a:t>
            </a:r>
            <a:r>
              <a:rPr lang="en-US" sz="1800"/>
              <a:t>Flow Statement.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7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8789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285993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4093939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3647039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96005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33" y="1122363"/>
            <a:ext cx="10042635" cy="2387600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Basic Financial Statements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Points in Time        Periods of Time        Articulation</a:t>
            </a:r>
          </a:p>
          <a:p>
            <a:endParaRPr lang="en-US" dirty="0"/>
          </a:p>
        </p:txBody>
      </p:sp>
      <p:pic>
        <p:nvPicPr>
          <p:cNvPr id="5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4D314DF-2C69-4615-A445-C00573BEE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83" y="4087267"/>
            <a:ext cx="462817" cy="472230"/>
          </a:xfrm>
          <a:prstGeom prst="rect">
            <a:avLst/>
          </a:prstGeom>
        </p:spPr>
      </p:pic>
      <p:pic>
        <p:nvPicPr>
          <p:cNvPr id="6" name="Picture 14" descr="A picture containing food, drawing&#10;&#10;Description generated with very high confidence">
            <a:extLst>
              <a:ext uri="{FF2B5EF4-FFF2-40B4-BE49-F238E27FC236}">
                <a16:creationId xmlns:a16="http://schemas.microsoft.com/office/drawing/2014/main" id="{C764982A-8B54-4ACA-873A-08D8F7AEC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882" y="4087267"/>
            <a:ext cx="465934" cy="4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2</a:t>
            </a:fld>
            <a:endParaRPr lang="en-US" sz="1867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26" name="Text Box 45">
            <a:extLst>
              <a:ext uri="{FF2B5EF4-FFF2-40B4-BE49-F238E27FC236}">
                <a16:creationId xmlns:a16="http://schemas.microsoft.com/office/drawing/2014/main" id="{9FCB46BF-B218-4D8A-BE22-C5F5697D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742" y="5444541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2" y="4845160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919" y="4245779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24" name="Text Box 45">
            <a:extLst>
              <a:ext uri="{FF2B5EF4-FFF2-40B4-BE49-F238E27FC236}">
                <a16:creationId xmlns:a16="http://schemas.microsoft.com/office/drawing/2014/main" id="{57E822CA-44A5-4805-82CE-37EA5222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5447108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4837179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956" y="4227250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54B40-FCFB-4CF8-B627-41DFB17F9F33}"/>
              </a:ext>
            </a:extLst>
          </p:cNvPr>
          <p:cNvSpPr txBox="1"/>
          <p:nvPr/>
        </p:nvSpPr>
        <p:spPr>
          <a:xfrm>
            <a:off x="7776764" y="375039"/>
            <a:ext cx="4152675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 dirty="0"/>
              <a:t>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77128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6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5" grpId="0" animBg="1"/>
      <p:bldP spid="7183" grpId="0" animBg="1"/>
      <p:bldP spid="26" grpId="0"/>
      <p:bldP spid="3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5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3</a:t>
            </a:fld>
            <a:endParaRPr lang="en-US" sz="1867" dirty="0"/>
          </a:p>
        </p:txBody>
      </p: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802711" cy="523875"/>
            <a:chOff x="203" y="1558"/>
            <a:chExt cx="4803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737" y="5208258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293" y="4213391"/>
            <a:ext cx="3947839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 and Changes in Net Assets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5208258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862" y="4228059"/>
            <a:ext cx="4025955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 and Changes in Net Assets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FA297-454A-40FC-A832-EC72D10A5C75}"/>
              </a:ext>
            </a:extLst>
          </p:cNvPr>
          <p:cNvSpPr txBox="1"/>
          <p:nvPr/>
        </p:nvSpPr>
        <p:spPr>
          <a:xfrm>
            <a:off x="6660682" y="162337"/>
            <a:ext cx="5268757" cy="89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 dirty="0"/>
              <a:t>Not-for-profit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3622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500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3" grpId="0" animBg="1"/>
      <p:bldP spid="3" grpId="0" animBg="1"/>
      <p:bldP spid="7185" grpId="0" animBg="1"/>
      <p:bldP spid="20" grpId="0" animBg="1"/>
      <p:bldP spid="21" grpId="0" animBg="1"/>
      <p:bldP spid="22" grpId="0"/>
      <p:bldP spid="23" grpId="0"/>
      <p:bldP spid="25" grpId="0"/>
      <p:bldP spid="27" grpId="0"/>
      <p:bldP spid="5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>
                <a:latin typeface="Avenir Next LT Pro" panose="020B0504020202020204" pitchFamily="34" charset="0"/>
              </a:rPr>
              <a:pPr/>
              <a:t>4</a:t>
            </a:fld>
            <a:endParaRPr lang="en-US" sz="1867" dirty="0">
              <a:latin typeface="Avenir Next LT Pro" panose="020B0504020202020204" pitchFamily="34" charset="0"/>
            </a:endParaRP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Financial Position at a Point in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3147" y="4497358"/>
            <a:ext cx="2203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BA6"/>
                </a:solidFill>
                <a:latin typeface="Avenir Next LT Pro"/>
                <a:ea typeface="ＭＳ Ｐゴシック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1727" y="5357142"/>
            <a:ext cx="2529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BA6"/>
                </a:solidFill>
                <a:latin typeface="Avenir Next LT Pro"/>
                <a:ea typeface="ＭＳ Ｐゴシック"/>
              </a:rPr>
              <a:t>Obligations</a:t>
            </a:r>
          </a:p>
        </p:txBody>
      </p:sp>
      <p:grpSp>
        <p:nvGrpSpPr>
          <p:cNvPr id="26" name="Group 53">
            <a:extLst>
              <a:ext uri="{FF2B5EF4-FFF2-40B4-BE49-F238E27FC236}">
                <a16:creationId xmlns:a16="http://schemas.microsoft.com/office/drawing/2014/main" id="{4D61E88D-6381-4FB2-9DFC-863AA78FEACA}"/>
              </a:ext>
            </a:extLst>
          </p:cNvPr>
          <p:cNvGrpSpPr>
            <a:grpSpLocks/>
          </p:cNvGrpSpPr>
          <p:nvPr/>
        </p:nvGrpSpPr>
        <p:grpSpPr bwMode="auto">
          <a:xfrm>
            <a:off x="315234" y="3629543"/>
            <a:ext cx="10802711" cy="523875"/>
            <a:chOff x="203" y="1558"/>
            <a:chExt cx="4803" cy="330"/>
          </a:xfrm>
        </p:grpSpPr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A0A28E33-F88C-4C63-8ACB-7248D1CEB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30" name="Group 47">
              <a:extLst>
                <a:ext uri="{FF2B5EF4-FFF2-40B4-BE49-F238E27FC236}">
                  <a16:creationId xmlns:a16="http://schemas.microsoft.com/office/drawing/2014/main" id="{AD313C54-747B-4E0A-BA20-9AA89A043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48651FD5-AA26-4108-9FE2-5AF9510D5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32" name="Line 33">
                <a:extLst>
                  <a:ext uri="{FF2B5EF4-FFF2-40B4-BE49-F238E27FC236}">
                    <a16:creationId xmlns:a16="http://schemas.microsoft.com/office/drawing/2014/main" id="{1232ECC8-5745-4F47-8984-A9EFE5ED9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33" name="Line 34">
                <a:extLst>
                  <a:ext uri="{FF2B5EF4-FFF2-40B4-BE49-F238E27FC236}">
                    <a16:creationId xmlns:a16="http://schemas.microsoft.com/office/drawing/2014/main" id="{C9E4E88B-8EF6-44E8-8946-1D4F326F6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38" name="Line 35">
                <a:extLst>
                  <a:ext uri="{FF2B5EF4-FFF2-40B4-BE49-F238E27FC236}">
                    <a16:creationId xmlns:a16="http://schemas.microsoft.com/office/drawing/2014/main" id="{7AD66BED-881D-4C06-A313-A0F6FD964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27" name="Text Box 37">
            <a:extLst>
              <a:ext uri="{FF2B5EF4-FFF2-40B4-BE49-F238E27FC236}">
                <a16:creationId xmlns:a16="http://schemas.microsoft.com/office/drawing/2014/main" id="{0563E119-F905-46B0-93F0-523528CBF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906" y="2223018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1AD627FA-D600-43A3-8368-F326CB77D5C4}"/>
              </a:ext>
            </a:extLst>
          </p:cNvPr>
          <p:cNvSpPr/>
          <p:nvPr/>
        </p:nvSpPr>
        <p:spPr>
          <a:xfrm>
            <a:off x="6311827" y="2935236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33FD94-9C18-4A17-AC08-A8D284440B8F}"/>
              </a:ext>
            </a:extLst>
          </p:cNvPr>
          <p:cNvGrpSpPr/>
          <p:nvPr/>
        </p:nvGrpSpPr>
        <p:grpSpPr>
          <a:xfrm>
            <a:off x="912618" y="1469969"/>
            <a:ext cx="10088722" cy="584775"/>
            <a:chOff x="1009099" y="1598541"/>
            <a:chExt cx="10088722" cy="584775"/>
          </a:xfrm>
        </p:grpSpPr>
        <p:pic>
          <p:nvPicPr>
            <p:cNvPr id="39" name="Picture 9" descr="A close up of a sign&#10;&#10;Description generated with very high confidence">
              <a:extLst>
                <a:ext uri="{FF2B5EF4-FFF2-40B4-BE49-F238E27FC236}">
                  <a16:creationId xmlns:a16="http://schemas.microsoft.com/office/drawing/2014/main" id="{BA4B35CD-C770-4426-9C3C-0B85D3BF2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099" y="1654814"/>
              <a:ext cx="462817" cy="47223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E19D219-3363-497A-8215-64ADE47DE761}"/>
                </a:ext>
              </a:extLst>
            </p:cNvPr>
            <p:cNvSpPr txBox="1"/>
            <p:nvPr/>
          </p:nvSpPr>
          <p:spPr>
            <a:xfrm>
              <a:off x="1471916" y="1598541"/>
              <a:ext cx="96259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Aspiration: Complete picture of financial condition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510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>
                <a:latin typeface="Avenir Next LT Pro" panose="020B0504020202020204" pitchFamily="34" charset="0"/>
              </a:rPr>
              <a:pPr/>
              <a:t>5</a:t>
            </a:fld>
            <a:endParaRPr lang="en-US" sz="1867" dirty="0">
              <a:latin typeface="Avenir Next LT Pro" panose="020B0504020202020204" pitchFamily="34" charset="0"/>
            </a:endParaRP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Financial Position at a Point in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054" y="1617049"/>
            <a:ext cx="2013693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For-profit</a:t>
            </a:r>
            <a:r>
              <a:rPr lang="en-US" sz="2400" dirty="0">
                <a:solidFill>
                  <a:srgbClr val="006BA6"/>
                </a:solidFill>
                <a:latin typeface="Avenir Next LT Pro"/>
                <a:ea typeface="ＭＳ Ｐゴシック"/>
              </a:rPr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BA6"/>
                </a:solidFill>
                <a:latin typeface="Avenir Next LT Pro"/>
                <a:ea typeface="ＭＳ Ｐゴシック"/>
              </a:rPr>
              <a:t>Assets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BA6"/>
                </a:solidFill>
                <a:latin typeface="Avenir Next LT Pro"/>
                <a:ea typeface="ＭＳ Ｐゴシック"/>
              </a:rPr>
              <a:t>Liabilities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BA6"/>
                </a:solidFill>
                <a:latin typeface="Avenir Next LT Pro"/>
                <a:ea typeface="ＭＳ Ｐゴシック"/>
              </a:rPr>
              <a:t>Equities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9415" y="1609413"/>
            <a:ext cx="288290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006BA6"/>
                </a:solidFill>
                <a:latin typeface="Avenir Next LT Pro"/>
                <a:ea typeface="ＭＳ Ｐゴシック"/>
              </a:defRPr>
            </a:lvl1pPr>
          </a:lstStyle>
          <a:p>
            <a:r>
              <a:rPr lang="en-US" dirty="0"/>
              <a:t>Not- for-profit: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Assets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Liabilities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Net Assets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400" y="4118660"/>
            <a:ext cx="40785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6BA6"/>
                </a:solidFill>
                <a:latin typeface="Avenir Next LT Pro" panose="020B0504020202020204" pitchFamily="34" charset="0"/>
              </a:rPr>
              <a:t>Assets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Future benefits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Owned or controlled by entity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Arising from past 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8401" y="4201408"/>
            <a:ext cx="391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6BA6"/>
                </a:solidFill>
                <a:latin typeface="Avenir Next LT Pro" panose="020B0504020202020204" pitchFamily="34" charset="0"/>
              </a:rPr>
              <a:t>Liabilities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Probable future sacrifice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Obligation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Arising from past 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2601" y="4209271"/>
            <a:ext cx="23952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6BA6"/>
                </a:solidFill>
                <a:latin typeface="Avenir Next LT Pro" panose="020B0504020202020204" pitchFamily="34" charset="0"/>
              </a:rPr>
              <a:t>Assets - Liabilities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For-profit:</a:t>
            </a:r>
            <a:endParaRPr lang="en-US" sz="2000" b="1" dirty="0">
              <a:solidFill>
                <a:srgbClr val="006BA6"/>
              </a:solidFill>
              <a:latin typeface="Avenir Next LT Pro" panose="020B0504020202020204" pitchFamily="34" charset="0"/>
            </a:endParaRPr>
          </a:p>
          <a:p>
            <a:pPr lvl="1"/>
            <a:r>
              <a:rPr lang="en-US" sz="2000" b="1" dirty="0">
                <a:solidFill>
                  <a:srgbClr val="006BA6"/>
                </a:solidFill>
                <a:latin typeface="Avenir Next LT Pro" panose="020B0504020202020204" pitchFamily="34" charset="0"/>
              </a:rPr>
              <a:t>Equity</a:t>
            </a:r>
            <a:endParaRPr lang="en-US" sz="2000" dirty="0">
              <a:solidFill>
                <a:srgbClr val="006BA6"/>
              </a:solidFill>
              <a:latin typeface="Avenir Next LT Pro" panose="020B05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BA6"/>
                </a:solidFill>
                <a:latin typeface="Avenir Next LT Pro" panose="020B0504020202020204" pitchFamily="34" charset="0"/>
              </a:rPr>
              <a:t>Not-for-profit:</a:t>
            </a:r>
          </a:p>
          <a:p>
            <a:pPr lvl="1"/>
            <a:r>
              <a:rPr lang="en-US" sz="2000" b="1" dirty="0">
                <a:solidFill>
                  <a:srgbClr val="006BA6"/>
                </a:solidFill>
                <a:latin typeface="Avenir Next LT Pro" panose="020B0504020202020204" pitchFamily="34" charset="0"/>
              </a:rPr>
              <a:t>Net Assets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3A6F27-8D76-4DA1-BA62-E91D2F157883}"/>
              </a:ext>
            </a:extLst>
          </p:cNvPr>
          <p:cNvGrpSpPr/>
          <p:nvPr/>
        </p:nvGrpSpPr>
        <p:grpSpPr>
          <a:xfrm>
            <a:off x="231414" y="1976917"/>
            <a:ext cx="10802711" cy="1930400"/>
            <a:chOff x="315234" y="1748155"/>
            <a:chExt cx="10802711" cy="1930400"/>
          </a:xfrm>
        </p:grpSpPr>
        <p:grpSp>
          <p:nvGrpSpPr>
            <p:cNvPr id="19" name="Group 53">
              <a:extLst>
                <a:ext uri="{FF2B5EF4-FFF2-40B4-BE49-F238E27FC236}">
                  <a16:creationId xmlns:a16="http://schemas.microsoft.com/office/drawing/2014/main" id="{299498D8-ADA4-4B35-B15F-E702E34BF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34" y="3154680"/>
              <a:ext cx="10802711" cy="523875"/>
              <a:chOff x="203" y="1558"/>
              <a:chExt cx="4803" cy="330"/>
            </a:xfrm>
          </p:grpSpPr>
          <p:sp>
            <p:nvSpPr>
              <p:cNvPr id="22" name="Text Box 32">
                <a:extLst>
                  <a:ext uri="{FF2B5EF4-FFF2-40B4-BE49-F238E27FC236}">
                    <a16:creationId xmlns:a16="http://schemas.microsoft.com/office/drawing/2014/main" id="{124CFFD3-6BCC-40D0-A5D8-92529D255C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1558"/>
                <a:ext cx="617" cy="330"/>
              </a:xfrm>
              <a:prstGeom prst="rect">
                <a:avLst/>
              </a:prstGeom>
              <a:noFill/>
              <a:ln w="9525">
                <a:solidFill>
                  <a:srgbClr val="006BA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t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dirty="0">
                    <a:solidFill>
                      <a:srgbClr val="006BA6"/>
                    </a:solidFill>
                    <a:latin typeface="Avenir Next LT Pro"/>
                    <a:ea typeface="ＭＳ Ｐゴシック"/>
                  </a:rPr>
                  <a:t>time</a:t>
                </a:r>
              </a:p>
            </p:txBody>
          </p:sp>
          <p:grpSp>
            <p:nvGrpSpPr>
              <p:cNvPr id="23" name="Group 47">
                <a:extLst>
                  <a:ext uri="{FF2B5EF4-FFF2-40B4-BE49-F238E27FC236}">
                    <a16:creationId xmlns:a16="http://schemas.microsoft.com/office/drawing/2014/main" id="{1A3DFC26-E575-424E-BCCA-F089562AD4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8" y="1645"/>
                <a:ext cx="4368" cy="217"/>
                <a:chOff x="638" y="1645"/>
                <a:chExt cx="4368" cy="217"/>
              </a:xfrm>
            </p:grpSpPr>
            <p:sp>
              <p:nvSpPr>
                <p:cNvPr id="24" name="Line 31">
                  <a:extLst>
                    <a:ext uri="{FF2B5EF4-FFF2-40B4-BE49-F238E27FC236}">
                      <a16:creationId xmlns:a16="http://schemas.microsoft.com/office/drawing/2014/main" id="{44D35630-65DD-4BA2-8F95-348CC83CE6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8" y="1731"/>
                  <a:ext cx="4368" cy="0"/>
                </a:xfrm>
                <a:prstGeom prst="line">
                  <a:avLst/>
                </a:prstGeom>
                <a:noFill/>
                <a:ln w="57150">
                  <a:solidFill>
                    <a:srgbClr val="006BA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solidFill>
                      <a:srgbClr val="006BA6"/>
                    </a:solidFill>
                    <a:latin typeface="Avenir Next LT Pro"/>
                  </a:endParaRPr>
                </a:p>
              </p:txBody>
            </p:sp>
            <p:sp>
              <p:nvSpPr>
                <p:cNvPr id="25" name="Line 33">
                  <a:extLst>
                    <a:ext uri="{FF2B5EF4-FFF2-40B4-BE49-F238E27FC236}">
                      <a16:creationId xmlns:a16="http://schemas.microsoft.com/office/drawing/2014/main" id="{8CAB5783-1486-48C7-B983-71D65E2AE4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9" y="167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006BA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solidFill>
                      <a:srgbClr val="006BA6"/>
                    </a:solidFill>
                    <a:latin typeface="Avenir Next LT Pro"/>
                  </a:endParaRPr>
                </a:p>
              </p:txBody>
            </p:sp>
            <p:sp>
              <p:nvSpPr>
                <p:cNvPr id="26" name="Line 34">
                  <a:extLst>
                    <a:ext uri="{FF2B5EF4-FFF2-40B4-BE49-F238E27FC236}">
                      <a16:creationId xmlns:a16="http://schemas.microsoft.com/office/drawing/2014/main" id="{5BB10DD0-76A6-456D-95EC-D705FE3ABE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" y="167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006BA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solidFill>
                      <a:srgbClr val="006BA6"/>
                    </a:solidFill>
                    <a:latin typeface="Avenir Next LT Pro"/>
                  </a:endParaRPr>
                </a:p>
              </p:txBody>
            </p:sp>
            <p:sp>
              <p:nvSpPr>
                <p:cNvPr id="27" name="Line 35">
                  <a:extLst>
                    <a:ext uri="{FF2B5EF4-FFF2-40B4-BE49-F238E27FC236}">
                      <a16:creationId xmlns:a16="http://schemas.microsoft.com/office/drawing/2014/main" id="{095CBDB8-FBAC-473E-B3F1-F18557C440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9" y="1645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006BA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 dirty="0">
                    <a:solidFill>
                      <a:srgbClr val="006BA6"/>
                    </a:solidFill>
                    <a:latin typeface="Avenir Next LT Pro"/>
                  </a:endParaRPr>
                </a:p>
              </p:txBody>
            </p:sp>
          </p:grpSp>
        </p:grpSp>
        <p:sp>
          <p:nvSpPr>
            <p:cNvPr id="20" name="Text Box 37">
              <a:extLst>
                <a:ext uri="{FF2B5EF4-FFF2-40B4-BE49-F238E27FC236}">
                  <a16:creationId xmlns:a16="http://schemas.microsoft.com/office/drawing/2014/main" id="{87DFB57B-2C80-4BC3-A931-C0C96A94B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3906" y="1748155"/>
              <a:ext cx="2789767" cy="584200"/>
            </a:xfrm>
            <a:prstGeom prst="rect">
              <a:avLst/>
            </a:prstGeom>
            <a:noFill/>
            <a:ln w="25400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Balance sheet</a:t>
              </a:r>
            </a:p>
          </p:txBody>
        </p:sp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CCD088F8-F5E5-4D78-B2F0-37A745740177}"/>
                </a:ext>
              </a:extLst>
            </p:cNvPr>
            <p:cNvSpPr/>
            <p:nvPr/>
          </p:nvSpPr>
          <p:spPr>
            <a:xfrm>
              <a:off x="6311827" y="2460373"/>
              <a:ext cx="111760" cy="843280"/>
            </a:xfrm>
            <a:prstGeom prst="downArrow">
              <a:avLst/>
            </a:prstGeom>
            <a:solidFill>
              <a:srgbClr val="483C46"/>
            </a:solidFill>
            <a:ln>
              <a:solidFill>
                <a:srgbClr val="483C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82930A5-3268-491E-AC98-4710B08759FC}"/>
              </a:ext>
            </a:extLst>
          </p:cNvPr>
          <p:cNvGrpSpPr/>
          <p:nvPr/>
        </p:nvGrpSpPr>
        <p:grpSpPr>
          <a:xfrm>
            <a:off x="516495" y="5771575"/>
            <a:ext cx="8960567" cy="584775"/>
            <a:chOff x="516495" y="5771575"/>
            <a:chExt cx="8960567" cy="584775"/>
          </a:xfrm>
        </p:grpSpPr>
        <p:pic>
          <p:nvPicPr>
            <p:cNvPr id="28" name="Picture 14" descr="A picture containing food, drawing&#10;&#10;Description generated with very high confidence">
              <a:extLst>
                <a:ext uri="{FF2B5EF4-FFF2-40B4-BE49-F238E27FC236}">
                  <a16:creationId xmlns:a16="http://schemas.microsoft.com/office/drawing/2014/main" id="{D48D7E0A-DD3E-4B4A-B813-53E84DF69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6495" y="5833029"/>
              <a:ext cx="465934" cy="47223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AE4AC00-A0B5-4CCC-A8E6-ECC041997CFB}"/>
                </a:ext>
              </a:extLst>
            </p:cNvPr>
            <p:cNvSpPr txBox="1"/>
            <p:nvPr/>
          </p:nvSpPr>
          <p:spPr>
            <a:xfrm>
              <a:off x="982429" y="5771575"/>
              <a:ext cx="84946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Conventions: Restrictive recognition rules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09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  <p:bldP spid="8" grpId="1" build="allAtOnce"/>
      <p:bldP spid="34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>
                <a:latin typeface="Avenir Next LT Pro" panose="020B0504020202020204" pitchFamily="34" charset="0"/>
              </a:rPr>
              <a:pPr/>
              <a:t>6</a:t>
            </a:fld>
            <a:endParaRPr lang="en-US" sz="1867" dirty="0">
              <a:latin typeface="Avenir Next LT Pro" panose="020B0504020202020204" pitchFamily="34" charset="0"/>
            </a:endParaRP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venir Next LT Pro" panose="020B0504020202020204" pitchFamily="34" charset="0"/>
              </a:rPr>
              <a:t>Changes Over Time: For-Profit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3646437" y="4020990"/>
            <a:ext cx="5723705" cy="1938992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Income Statement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dirty="0">
              <a:solidFill>
                <a:srgbClr val="006BA6"/>
              </a:solidFill>
              <a:latin typeface="Avenir Next LT Pro" panose="020B0504020202020204" pitchFamily="34" charset="0"/>
              <a:ea typeface="+mn-ea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Cash Flow Statement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dirty="0">
              <a:solidFill>
                <a:srgbClr val="006BA6"/>
              </a:solidFill>
              <a:latin typeface="Avenir Next LT Pro" panose="020B0504020202020204" pitchFamily="34" charset="0"/>
              <a:ea typeface="+mn-ea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St. Changes in Shareholder’s Equity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836" y="3984764"/>
            <a:ext cx="269362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Financial Value </a:t>
            </a:r>
          </a:p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Creation/Consumption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836" y="4718859"/>
            <a:ext cx="2101922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Cash Generation/</a:t>
            </a:r>
          </a:p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Consumption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836" y="5580326"/>
            <a:ext cx="171098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Redistribution</a:t>
            </a:r>
          </a:p>
        </p:txBody>
      </p:sp>
      <p:grpSp>
        <p:nvGrpSpPr>
          <p:cNvPr id="38" name="Group 53">
            <a:extLst>
              <a:ext uri="{FF2B5EF4-FFF2-40B4-BE49-F238E27FC236}">
                <a16:creationId xmlns:a16="http://schemas.microsoft.com/office/drawing/2014/main" id="{2A545BB3-8178-43E5-8A32-0662D07D7A0E}"/>
              </a:ext>
            </a:extLst>
          </p:cNvPr>
          <p:cNvGrpSpPr>
            <a:grpSpLocks/>
          </p:cNvGrpSpPr>
          <p:nvPr/>
        </p:nvGrpSpPr>
        <p:grpSpPr bwMode="auto">
          <a:xfrm>
            <a:off x="347318" y="2707391"/>
            <a:ext cx="10802711" cy="523875"/>
            <a:chOff x="203" y="1558"/>
            <a:chExt cx="4803" cy="330"/>
          </a:xfrm>
        </p:grpSpPr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30DEFB9B-1427-4573-9B87-39773BCE2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42" name="Group 47">
              <a:extLst>
                <a:ext uri="{FF2B5EF4-FFF2-40B4-BE49-F238E27FC236}">
                  <a16:creationId xmlns:a16="http://schemas.microsoft.com/office/drawing/2014/main" id="{3E1BAD66-F6DA-495D-BC53-A0C45462F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BD2538B3-176E-45B0-BF03-D8928F1F2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5" name="Line 33">
                <a:extLst>
                  <a:ext uri="{FF2B5EF4-FFF2-40B4-BE49-F238E27FC236}">
                    <a16:creationId xmlns:a16="http://schemas.microsoft.com/office/drawing/2014/main" id="{0A14B59F-7AE1-4A75-93B6-74BB8B8BA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7" name="Line 35">
                <a:extLst>
                  <a:ext uri="{FF2B5EF4-FFF2-40B4-BE49-F238E27FC236}">
                    <a16:creationId xmlns:a16="http://schemas.microsoft.com/office/drawing/2014/main" id="{9B5D280C-EDCA-4ED4-9DEF-803E66664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F063706D-0A7C-437E-A7D9-CE3A0C307B64}"/>
              </a:ext>
            </a:extLst>
          </p:cNvPr>
          <p:cNvSpPr/>
          <p:nvPr/>
        </p:nvSpPr>
        <p:spPr>
          <a:xfrm>
            <a:off x="2520004" y="3210606"/>
            <a:ext cx="7795061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6F70B8-AAE2-4047-9B2D-3C454F4D2A66}"/>
              </a:ext>
            </a:extLst>
          </p:cNvPr>
          <p:cNvGrpSpPr/>
          <p:nvPr/>
        </p:nvGrpSpPr>
        <p:grpSpPr>
          <a:xfrm>
            <a:off x="912618" y="1469969"/>
            <a:ext cx="7127398" cy="584775"/>
            <a:chOff x="1009099" y="1598541"/>
            <a:chExt cx="7127398" cy="584775"/>
          </a:xfrm>
        </p:grpSpPr>
        <p:pic>
          <p:nvPicPr>
            <p:cNvPr id="50" name="Picture 9" descr="A close up of a sign&#10;&#10;Description generated with very high confidence">
              <a:extLst>
                <a:ext uri="{FF2B5EF4-FFF2-40B4-BE49-F238E27FC236}">
                  <a16:creationId xmlns:a16="http://schemas.microsoft.com/office/drawing/2014/main" id="{610121E8-330B-4277-B0BA-EEBC0B7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099" y="1654814"/>
              <a:ext cx="462817" cy="47223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A94FAE-AE61-47E1-8B52-97E37AAE6E4D}"/>
                </a:ext>
              </a:extLst>
            </p:cNvPr>
            <p:cNvSpPr txBox="1"/>
            <p:nvPr/>
          </p:nvSpPr>
          <p:spPr>
            <a:xfrm>
              <a:off x="1471916" y="1598541"/>
              <a:ext cx="66645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Aspiration: Show changes in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22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2" grpId="0" animBg="1"/>
      <p:bldP spid="3" grpId="0"/>
      <p:bldP spid="29" grpId="0"/>
      <p:bldP spid="32" grpId="0"/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>
                <a:latin typeface="Avenir Next LT Pro" panose="020B0504020202020204" pitchFamily="34" charset="0"/>
              </a:rPr>
              <a:pPr/>
              <a:t>7</a:t>
            </a:fld>
            <a:endParaRPr lang="en-US" sz="1867" dirty="0">
              <a:latin typeface="Avenir Next LT Pro" panose="020B0504020202020204" pitchFamily="34" charset="0"/>
            </a:endParaRP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venir Next LT Pro" panose="020B0504020202020204" pitchFamily="34" charset="0"/>
              </a:rPr>
              <a:t>Changes Over Time: Not-for-Profit</a:t>
            </a:r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3813541" y="4020990"/>
            <a:ext cx="4621578" cy="156966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Statement of Activities and Changes in Net Assets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dirty="0">
              <a:solidFill>
                <a:srgbClr val="006BA6"/>
              </a:solidFill>
              <a:latin typeface="Avenir Next LT Pro" panose="020B0504020202020204" pitchFamily="34" charset="0"/>
              <a:ea typeface="+mn-ea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Cash Flow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944" y="3872661"/>
            <a:ext cx="383231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Financial</a:t>
            </a:r>
            <a:r>
              <a:rPr lang="en-US" sz="1867" dirty="0">
                <a:latin typeface="Avenir Next LT Pro" panose="020B0504020202020204" pitchFamily="34" charset="0"/>
              </a:rPr>
              <a:t> </a:t>
            </a:r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Value</a:t>
            </a:r>
            <a:r>
              <a:rPr lang="en-US" sz="1867" dirty="0">
                <a:latin typeface="Avenir Next LT Pro" panose="020B0504020202020204" pitchFamily="34" charset="0"/>
              </a:rPr>
              <a:t> </a:t>
            </a:r>
          </a:p>
          <a:p>
            <a:r>
              <a:rPr lang="en-US" sz="1867" dirty="0">
                <a:latin typeface="Avenir Next LT Pro" panose="020B0504020202020204" pitchFamily="34" charset="0"/>
              </a:rPr>
              <a:t>Cr</a:t>
            </a:r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eation/Consumption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944" y="4896900"/>
            <a:ext cx="299048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Cash Generation/</a:t>
            </a:r>
          </a:p>
          <a:p>
            <a:r>
              <a:rPr lang="en-US" sz="1867" dirty="0">
                <a:solidFill>
                  <a:srgbClr val="006BA6"/>
                </a:solidFill>
                <a:latin typeface="Avenir Next LT Pro" panose="020B0504020202020204" pitchFamily="34" charset="0"/>
              </a:rPr>
              <a:t>Consumption</a:t>
            </a:r>
          </a:p>
        </p:txBody>
      </p:sp>
      <p:grpSp>
        <p:nvGrpSpPr>
          <p:cNvPr id="38" name="Group 53">
            <a:extLst>
              <a:ext uri="{FF2B5EF4-FFF2-40B4-BE49-F238E27FC236}">
                <a16:creationId xmlns:a16="http://schemas.microsoft.com/office/drawing/2014/main" id="{2A545BB3-8178-43E5-8A32-0662D07D7A0E}"/>
              </a:ext>
            </a:extLst>
          </p:cNvPr>
          <p:cNvGrpSpPr>
            <a:grpSpLocks/>
          </p:cNvGrpSpPr>
          <p:nvPr/>
        </p:nvGrpSpPr>
        <p:grpSpPr bwMode="auto">
          <a:xfrm>
            <a:off x="347318" y="2707391"/>
            <a:ext cx="10802711" cy="523875"/>
            <a:chOff x="203" y="1558"/>
            <a:chExt cx="4803" cy="330"/>
          </a:xfrm>
        </p:grpSpPr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30DEFB9B-1427-4573-9B87-39773BCE2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42" name="Group 47">
              <a:extLst>
                <a:ext uri="{FF2B5EF4-FFF2-40B4-BE49-F238E27FC236}">
                  <a16:creationId xmlns:a16="http://schemas.microsoft.com/office/drawing/2014/main" id="{3E1BAD66-F6DA-495D-BC53-A0C45462F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BD2538B3-176E-45B0-BF03-D8928F1F2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5" name="Line 33">
                <a:extLst>
                  <a:ext uri="{FF2B5EF4-FFF2-40B4-BE49-F238E27FC236}">
                    <a16:creationId xmlns:a16="http://schemas.microsoft.com/office/drawing/2014/main" id="{0A14B59F-7AE1-4A75-93B6-74BB8B8BA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7" name="Line 35">
                <a:extLst>
                  <a:ext uri="{FF2B5EF4-FFF2-40B4-BE49-F238E27FC236}">
                    <a16:creationId xmlns:a16="http://schemas.microsoft.com/office/drawing/2014/main" id="{9B5D280C-EDCA-4ED4-9DEF-803E66664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F063706D-0A7C-437E-A7D9-CE3A0C307B64}"/>
              </a:ext>
            </a:extLst>
          </p:cNvPr>
          <p:cNvSpPr/>
          <p:nvPr/>
        </p:nvSpPr>
        <p:spPr>
          <a:xfrm>
            <a:off x="2520004" y="3210606"/>
            <a:ext cx="7795061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6F70B8-AAE2-4047-9B2D-3C454F4D2A66}"/>
              </a:ext>
            </a:extLst>
          </p:cNvPr>
          <p:cNvGrpSpPr/>
          <p:nvPr/>
        </p:nvGrpSpPr>
        <p:grpSpPr>
          <a:xfrm>
            <a:off x="912618" y="1469969"/>
            <a:ext cx="6106285" cy="584775"/>
            <a:chOff x="1009099" y="1598541"/>
            <a:chExt cx="6106285" cy="584775"/>
          </a:xfrm>
        </p:grpSpPr>
        <p:pic>
          <p:nvPicPr>
            <p:cNvPr id="50" name="Picture 9" descr="A close up of a sign&#10;&#10;Description generated with very high confidence">
              <a:extLst>
                <a:ext uri="{FF2B5EF4-FFF2-40B4-BE49-F238E27FC236}">
                  <a16:creationId xmlns:a16="http://schemas.microsoft.com/office/drawing/2014/main" id="{610121E8-330B-4277-B0BA-EEBC0B7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099" y="1654814"/>
              <a:ext cx="462817" cy="47223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A94FAE-AE61-47E1-8B52-97E37AAE6E4D}"/>
                </a:ext>
              </a:extLst>
            </p:cNvPr>
            <p:cNvSpPr txBox="1"/>
            <p:nvPr/>
          </p:nvSpPr>
          <p:spPr>
            <a:xfrm>
              <a:off x="1471916" y="1598541"/>
              <a:ext cx="564346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Aspiration: Changes in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151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35" grpId="0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>
                <a:latin typeface="Avenir Next LT Pro" panose="020B0504020202020204" pitchFamily="34" charset="0"/>
              </a:rPr>
              <a:pPr/>
              <a:t>8</a:t>
            </a:fld>
            <a:endParaRPr lang="en-US" sz="1867" dirty="0">
              <a:latin typeface="Avenir Next LT Pro" panose="020B0504020202020204" pitchFamily="34" charset="0"/>
            </a:endParaRP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venir Next LT Pro" panose="020B0504020202020204" pitchFamily="34" charset="0"/>
              </a:rPr>
              <a:t>Changes Over Time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2682877" y="3759045"/>
            <a:ext cx="3325746" cy="1938992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For Profit: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Income Statement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Cash Flow Statement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St. Changes in SE</a:t>
            </a:r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6220029" y="3759045"/>
            <a:ext cx="3248370" cy="2677656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Not-for-Profit: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Statement of Activities and Changes in Net Assets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  <a:latin typeface="Avenir Next LT Pro" panose="020B0504020202020204" pitchFamily="34" charset="0"/>
                <a:ea typeface="+mn-ea"/>
              </a:rPr>
              <a:t>Cash Flow Statement</a:t>
            </a:r>
          </a:p>
        </p:txBody>
      </p:sp>
      <p:grpSp>
        <p:nvGrpSpPr>
          <p:cNvPr id="38" name="Group 53">
            <a:extLst>
              <a:ext uri="{FF2B5EF4-FFF2-40B4-BE49-F238E27FC236}">
                <a16:creationId xmlns:a16="http://schemas.microsoft.com/office/drawing/2014/main" id="{2A545BB3-8178-43E5-8A32-0662D07D7A0E}"/>
              </a:ext>
            </a:extLst>
          </p:cNvPr>
          <p:cNvGrpSpPr>
            <a:grpSpLocks/>
          </p:cNvGrpSpPr>
          <p:nvPr/>
        </p:nvGrpSpPr>
        <p:grpSpPr bwMode="auto">
          <a:xfrm>
            <a:off x="347318" y="2707391"/>
            <a:ext cx="10802711" cy="523875"/>
            <a:chOff x="203" y="1558"/>
            <a:chExt cx="4803" cy="330"/>
          </a:xfrm>
        </p:grpSpPr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30DEFB9B-1427-4573-9B87-39773BCE2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42" name="Group 47">
              <a:extLst>
                <a:ext uri="{FF2B5EF4-FFF2-40B4-BE49-F238E27FC236}">
                  <a16:creationId xmlns:a16="http://schemas.microsoft.com/office/drawing/2014/main" id="{3E1BAD66-F6DA-495D-BC53-A0C45462F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BD2538B3-176E-45B0-BF03-D8928F1F2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5" name="Line 33">
                <a:extLst>
                  <a:ext uri="{FF2B5EF4-FFF2-40B4-BE49-F238E27FC236}">
                    <a16:creationId xmlns:a16="http://schemas.microsoft.com/office/drawing/2014/main" id="{0A14B59F-7AE1-4A75-93B6-74BB8B8BA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47" name="Line 35">
                <a:extLst>
                  <a:ext uri="{FF2B5EF4-FFF2-40B4-BE49-F238E27FC236}">
                    <a16:creationId xmlns:a16="http://schemas.microsoft.com/office/drawing/2014/main" id="{9B5D280C-EDCA-4ED4-9DEF-803E66664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F063706D-0A7C-437E-A7D9-CE3A0C307B64}"/>
              </a:ext>
            </a:extLst>
          </p:cNvPr>
          <p:cNvSpPr/>
          <p:nvPr/>
        </p:nvSpPr>
        <p:spPr>
          <a:xfrm>
            <a:off x="2520004" y="3210606"/>
            <a:ext cx="7795061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CAE68D-C615-4EC8-867F-6D69186EF6A0}"/>
              </a:ext>
            </a:extLst>
          </p:cNvPr>
          <p:cNvSpPr txBox="1"/>
          <p:nvPr/>
        </p:nvSpPr>
        <p:spPr>
          <a:xfrm>
            <a:off x="462145" y="3592338"/>
            <a:ext cx="16687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b="1" dirty="0">
                <a:solidFill>
                  <a:srgbClr val="006BA6"/>
                </a:solidFill>
              </a:rPr>
              <a:t>Value flows </a:t>
            </a:r>
            <a:r>
              <a:rPr lang="en-US" dirty="0">
                <a:solidFill>
                  <a:srgbClr val="006BA6"/>
                </a:solidFill>
              </a:rPr>
              <a:t>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Revenues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Gains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Losses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F188B5-E7A4-416A-A3B1-D35669B2025F}"/>
              </a:ext>
            </a:extLst>
          </p:cNvPr>
          <p:cNvSpPr txBox="1"/>
          <p:nvPr/>
        </p:nvSpPr>
        <p:spPr>
          <a:xfrm>
            <a:off x="467876" y="5004981"/>
            <a:ext cx="20860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b="1" dirty="0">
                <a:solidFill>
                  <a:srgbClr val="006BA6"/>
                </a:solidFill>
              </a:rPr>
              <a:t>Cash flows </a:t>
            </a:r>
            <a:r>
              <a:rPr lang="en-US" dirty="0">
                <a:solidFill>
                  <a:srgbClr val="006BA6"/>
                </a:solidFill>
              </a:rPr>
              <a:t>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Operating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Investing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Financing activities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95771-F3C9-4656-988F-2C1497D1445B}"/>
              </a:ext>
            </a:extLst>
          </p:cNvPr>
          <p:cNvSpPr txBox="1"/>
          <p:nvPr/>
        </p:nvSpPr>
        <p:spPr>
          <a:xfrm>
            <a:off x="9704356" y="3719679"/>
            <a:ext cx="25285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6BA6"/>
                </a:solidFill>
              </a:rPr>
              <a:t>Value flows</a:t>
            </a:r>
            <a:r>
              <a:rPr lang="en-US" sz="1600" dirty="0">
                <a:solidFill>
                  <a:srgbClr val="006BA6"/>
                </a:solidFill>
              </a:rPr>
              <a:t>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6BA6"/>
                </a:solidFill>
              </a:rPr>
              <a:t>Operating activities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6BA6"/>
                </a:solidFill>
              </a:rPr>
              <a:t>Revenues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6BA6"/>
                </a:solidFill>
              </a:rPr>
              <a:t>Expenses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6BA6"/>
                </a:solidFill>
              </a:rPr>
              <a:t>Non-operating activities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8A0138-8A28-44CA-99A4-CA99BCD9064B}"/>
              </a:ext>
            </a:extLst>
          </p:cNvPr>
          <p:cNvSpPr txBox="1"/>
          <p:nvPr/>
        </p:nvSpPr>
        <p:spPr>
          <a:xfrm>
            <a:off x="9704356" y="5266720"/>
            <a:ext cx="20860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b="1" dirty="0">
                <a:solidFill>
                  <a:srgbClr val="006BA6"/>
                </a:solidFill>
              </a:rPr>
              <a:t>Cash flows </a:t>
            </a:r>
            <a:r>
              <a:rPr lang="en-US" dirty="0">
                <a:solidFill>
                  <a:srgbClr val="006BA6"/>
                </a:solidFill>
              </a:rPr>
              <a:t>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Operating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Investing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6BA6"/>
                </a:solidFill>
              </a:rPr>
              <a:t>Financing activities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385BD8-4969-4428-AD22-02BB009682F7}"/>
              </a:ext>
            </a:extLst>
          </p:cNvPr>
          <p:cNvGrpSpPr/>
          <p:nvPr/>
        </p:nvGrpSpPr>
        <p:grpSpPr>
          <a:xfrm>
            <a:off x="838200" y="1447377"/>
            <a:ext cx="8960567" cy="584775"/>
            <a:chOff x="992745" y="1437478"/>
            <a:chExt cx="8960567" cy="584775"/>
          </a:xfrm>
        </p:grpSpPr>
        <p:pic>
          <p:nvPicPr>
            <p:cNvPr id="53" name="Picture 14" descr="A picture containing food, drawing&#10;&#10;Description generated with very high confidence">
              <a:extLst>
                <a:ext uri="{FF2B5EF4-FFF2-40B4-BE49-F238E27FC236}">
                  <a16:creationId xmlns:a16="http://schemas.microsoft.com/office/drawing/2014/main" id="{FA86132A-DF69-45D4-B37A-3E46461A9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745" y="1498932"/>
              <a:ext cx="465934" cy="47223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E25CABD-D147-4B55-B312-CED087520388}"/>
                </a:ext>
              </a:extLst>
            </p:cNvPr>
            <p:cNvSpPr txBox="1"/>
            <p:nvPr/>
          </p:nvSpPr>
          <p:spPr>
            <a:xfrm>
              <a:off x="1458679" y="1437478"/>
              <a:ext cx="84946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Conventions: Restrictive recognition rules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4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8" ma:contentTypeDescription="Create a new document." ma:contentTypeScope="" ma:versionID="744d163b7495f36b10aa7f3b5e350561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16535074acbd5ddf28b74bb841bcea21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B031E9-9D49-4016-AAB1-A0FF354BE4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7E6EEE-FBDB-475D-B4B5-316AFBDF365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8945</TotalTime>
  <Words>515</Words>
  <Application>Microsoft Office PowerPoint</Application>
  <PresentationFormat>Widescreen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Times New Roman</vt:lpstr>
      <vt:lpstr>Wingdings</vt:lpstr>
      <vt:lpstr>Office Theme</vt:lpstr>
      <vt:lpstr>Basic Financial Statements</vt:lpstr>
      <vt:lpstr>Most Important Figure</vt:lpstr>
      <vt:lpstr>Most Important Figure</vt:lpstr>
      <vt:lpstr>Financial Position at a Point in Time</vt:lpstr>
      <vt:lpstr>Financial Position at a Point in Time</vt:lpstr>
      <vt:lpstr>Changes Over Time: For-Profit</vt:lpstr>
      <vt:lpstr>Changes Over Time: Not-for-Profit</vt:lpstr>
      <vt:lpstr>Changes Over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3</cp:revision>
  <dcterms:created xsi:type="dcterms:W3CDTF">2020-02-13T20:03:41Z</dcterms:created>
  <dcterms:modified xsi:type="dcterms:W3CDTF">2020-03-08T19:37:34Z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