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4" r:id="rId6"/>
    <p:sldId id="278" r:id="rId7"/>
    <p:sldId id="271" r:id="rId8"/>
    <p:sldId id="272" r:id="rId9"/>
    <p:sldId id="273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A1616-5CD5-40A0-B071-060256F2E087}" v="204" dt="2020-03-09T15:19:48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51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1074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14A1616-5CD5-40A0-B071-060256F2E087}"/>
    <pc:docChg chg="undo redo custSel addSld delSld modSld">
      <pc:chgData name="Antle, Rick" userId="c2afbbd2-30e4-4c8e-8af5-81913178ace3" providerId="ADAL" clId="{D14A1616-5CD5-40A0-B071-060256F2E087}" dt="2020-03-09T15:19:48.388" v="516"/>
      <pc:docMkLst>
        <pc:docMk/>
      </pc:docMkLst>
      <pc:sldChg chg="modSp modAnim">
        <pc:chgData name="Antle, Rick" userId="c2afbbd2-30e4-4c8e-8af5-81913178ace3" providerId="ADAL" clId="{D14A1616-5CD5-40A0-B071-060256F2E087}" dt="2020-03-08T21:31:17.359" v="77" actId="20577"/>
        <pc:sldMkLst>
          <pc:docMk/>
          <pc:sldMk cId="2889258830" sldId="256"/>
        </pc:sldMkLst>
        <pc:spChg chg="mod">
          <ac:chgData name="Antle, Rick" userId="c2afbbd2-30e4-4c8e-8af5-81913178ace3" providerId="ADAL" clId="{D14A1616-5CD5-40A0-B071-060256F2E087}" dt="2020-03-08T21:31:17.359" v="77" actId="20577"/>
          <ac:spMkLst>
            <pc:docMk/>
            <pc:sldMk cId="2889258830" sldId="256"/>
            <ac:spMk id="2" creationId="{D550E7C6-92D2-406D-A216-6366D345719E}"/>
          </ac:spMkLst>
        </pc:spChg>
        <pc:spChg chg="mod">
          <ac:chgData name="Antle, Rick" userId="c2afbbd2-30e4-4c8e-8af5-81913178ace3" providerId="ADAL" clId="{D14A1616-5CD5-40A0-B071-060256F2E087}" dt="2020-03-08T21:31:14.779" v="76" actId="20577"/>
          <ac:spMkLst>
            <pc:docMk/>
            <pc:sldMk cId="2889258830" sldId="256"/>
            <ac:spMk id="3" creationId="{E9F5C9DC-A10A-4EB1-AAD6-DCE32D1DD411}"/>
          </ac:spMkLst>
        </pc:spChg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3927032530" sldId="257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3884419881" sldId="258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3477566085" sldId="259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344895698" sldId="260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582964502" sldId="261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3604635122" sldId="262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2603605420" sldId="263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3335086072" sldId="264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1487926131" sldId="265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1172154449" sldId="266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2566451483" sldId="267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2539303918" sldId="268"/>
        </pc:sldMkLst>
      </pc:sldChg>
      <pc:sldChg chg="del">
        <pc:chgData name="Antle, Rick" userId="c2afbbd2-30e4-4c8e-8af5-81913178ace3" providerId="ADAL" clId="{D14A1616-5CD5-40A0-B071-060256F2E087}" dt="2020-03-08T21:30:27.324" v="22" actId="47"/>
        <pc:sldMkLst>
          <pc:docMk/>
          <pc:sldMk cId="2079280100" sldId="269"/>
        </pc:sldMkLst>
      </pc:sldChg>
      <pc:sldChg chg="addSp delSp modSp add">
        <pc:chgData name="Antle, Rick" userId="c2afbbd2-30e4-4c8e-8af5-81913178ace3" providerId="ADAL" clId="{D14A1616-5CD5-40A0-B071-060256F2E087}" dt="2020-03-08T21:35:34.812" v="102" actId="1076"/>
        <pc:sldMkLst>
          <pc:docMk/>
          <pc:sldMk cId="258273305" sldId="271"/>
        </pc:sldMkLst>
        <pc:spChg chg="del">
          <ac:chgData name="Antle, Rick" userId="c2afbbd2-30e4-4c8e-8af5-81913178ace3" providerId="ADAL" clId="{D14A1616-5CD5-40A0-B071-060256F2E087}" dt="2020-03-08T21:33:39.080" v="85" actId="478"/>
          <ac:spMkLst>
            <pc:docMk/>
            <pc:sldMk cId="258273305" sldId="271"/>
            <ac:spMk id="2" creationId="{2761AD2A-60EA-3546-B27D-2B02949CC179}"/>
          </ac:spMkLst>
        </pc:spChg>
        <pc:spChg chg="del">
          <ac:chgData name="Antle, Rick" userId="c2afbbd2-30e4-4c8e-8af5-81913178ace3" providerId="ADAL" clId="{D14A1616-5CD5-40A0-B071-060256F2E087}" dt="2020-03-08T21:33:48.568" v="90" actId="478"/>
          <ac:spMkLst>
            <pc:docMk/>
            <pc:sldMk cId="258273305" sldId="271"/>
            <ac:spMk id="3" creationId="{8E904234-359D-E345-8AEE-56F4F55B9336}"/>
          </ac:spMkLst>
        </pc:spChg>
        <pc:spChg chg="del">
          <ac:chgData name="Antle, Rick" userId="c2afbbd2-30e4-4c8e-8af5-81913178ace3" providerId="ADAL" clId="{D14A1616-5CD5-40A0-B071-060256F2E087}" dt="2020-03-08T21:33:40.683" v="86" actId="478"/>
          <ac:spMkLst>
            <pc:docMk/>
            <pc:sldMk cId="258273305" sldId="271"/>
            <ac:spMk id="4" creationId="{5CD30354-5DFE-694D-8527-185C08381E73}"/>
          </ac:spMkLst>
        </pc:spChg>
        <pc:spChg chg="del">
          <ac:chgData name="Antle, Rick" userId="c2afbbd2-30e4-4c8e-8af5-81913178ace3" providerId="ADAL" clId="{D14A1616-5CD5-40A0-B071-060256F2E087}" dt="2020-03-08T21:33:46.381" v="89" actId="478"/>
          <ac:spMkLst>
            <pc:docMk/>
            <pc:sldMk cId="258273305" sldId="271"/>
            <ac:spMk id="5" creationId="{706597E3-F6BA-1543-BA95-0B5E7B379404}"/>
          </ac:spMkLst>
        </pc:spChg>
        <pc:graphicFrameChg chg="add del">
          <ac:chgData name="Antle, Rick" userId="c2afbbd2-30e4-4c8e-8af5-81913178ace3" providerId="ADAL" clId="{D14A1616-5CD5-40A0-B071-060256F2E087}" dt="2020-03-08T21:31:55.711" v="79"/>
          <ac:graphicFrameMkLst>
            <pc:docMk/>
            <pc:sldMk cId="258273305" sldId="271"/>
            <ac:graphicFrameMk id="6" creationId="{2E12F7E7-27C0-427F-98CA-D0A01B818856}"/>
          </ac:graphicFrameMkLst>
        </pc:graphicFrameChg>
        <pc:graphicFrameChg chg="add del mod">
          <ac:chgData name="Antle, Rick" userId="c2afbbd2-30e4-4c8e-8af5-81913178ace3" providerId="ADAL" clId="{D14A1616-5CD5-40A0-B071-060256F2E087}" dt="2020-03-08T21:34:03.732" v="93" actId="478"/>
          <ac:graphicFrameMkLst>
            <pc:docMk/>
            <pc:sldMk cId="258273305" sldId="271"/>
            <ac:graphicFrameMk id="8" creationId="{BE7ABE97-75A9-4D55-8822-CEBD21D52852}"/>
          </ac:graphicFrameMkLst>
        </pc:graphicFrameChg>
        <pc:picChg chg="add del">
          <ac:chgData name="Antle, Rick" userId="c2afbbd2-30e4-4c8e-8af5-81913178ace3" providerId="ADAL" clId="{D14A1616-5CD5-40A0-B071-060256F2E087}" dt="2020-03-08T21:32:17.540" v="81"/>
          <ac:picMkLst>
            <pc:docMk/>
            <pc:sldMk cId="258273305" sldId="271"/>
            <ac:picMk id="7" creationId="{032B95B8-841E-445F-B384-245F4D1E567B}"/>
          </ac:picMkLst>
        </pc:picChg>
        <pc:picChg chg="add mod">
          <ac:chgData name="Antle, Rick" userId="c2afbbd2-30e4-4c8e-8af5-81913178ace3" providerId="ADAL" clId="{D14A1616-5CD5-40A0-B071-060256F2E087}" dt="2020-03-08T21:35:34.812" v="102" actId="1076"/>
          <ac:picMkLst>
            <pc:docMk/>
            <pc:sldMk cId="258273305" sldId="271"/>
            <ac:picMk id="9" creationId="{95830584-BE9B-475D-BB98-4F715E912210}"/>
          </ac:picMkLst>
        </pc:picChg>
      </pc:sldChg>
      <pc:sldChg chg="addSp delSp modSp add">
        <pc:chgData name="Antle, Rick" userId="c2afbbd2-30e4-4c8e-8af5-81913178ace3" providerId="ADAL" clId="{D14A1616-5CD5-40A0-B071-060256F2E087}" dt="2020-03-08T21:35:29.766" v="101" actId="1076"/>
        <pc:sldMkLst>
          <pc:docMk/>
          <pc:sldMk cId="4009440016" sldId="272"/>
        </pc:sldMkLst>
        <pc:picChg chg="add mod">
          <ac:chgData name="Antle, Rick" userId="c2afbbd2-30e4-4c8e-8af5-81913178ace3" providerId="ADAL" clId="{D14A1616-5CD5-40A0-B071-060256F2E087}" dt="2020-03-08T21:35:29.766" v="101" actId="1076"/>
          <ac:picMkLst>
            <pc:docMk/>
            <pc:sldMk cId="4009440016" sldId="272"/>
            <ac:picMk id="2" creationId="{6D3B5080-4D38-45B1-9B66-7C60E1982EE9}"/>
          </ac:picMkLst>
        </pc:picChg>
        <pc:picChg chg="del">
          <ac:chgData name="Antle, Rick" userId="c2afbbd2-30e4-4c8e-8af5-81913178ace3" providerId="ADAL" clId="{D14A1616-5CD5-40A0-B071-060256F2E087}" dt="2020-03-08T21:35:12.953" v="98" actId="478"/>
          <ac:picMkLst>
            <pc:docMk/>
            <pc:sldMk cId="4009440016" sldId="272"/>
            <ac:picMk id="9" creationId="{95830584-BE9B-475D-BB98-4F715E912210}"/>
          </ac:picMkLst>
        </pc:picChg>
      </pc:sldChg>
      <pc:sldChg chg="addSp delSp modSp add">
        <pc:chgData name="Antle, Rick" userId="c2afbbd2-30e4-4c8e-8af5-81913178ace3" providerId="ADAL" clId="{D14A1616-5CD5-40A0-B071-060256F2E087}" dt="2020-03-08T21:36:27.110" v="107" actId="1076"/>
        <pc:sldMkLst>
          <pc:docMk/>
          <pc:sldMk cId="3008593385" sldId="273"/>
        </pc:sldMkLst>
        <pc:picChg chg="add mod">
          <ac:chgData name="Antle, Rick" userId="c2afbbd2-30e4-4c8e-8af5-81913178ace3" providerId="ADAL" clId="{D14A1616-5CD5-40A0-B071-060256F2E087}" dt="2020-03-08T21:36:27.110" v="107" actId="1076"/>
          <ac:picMkLst>
            <pc:docMk/>
            <pc:sldMk cId="3008593385" sldId="273"/>
            <ac:picMk id="2" creationId="{994AD2B3-8017-42DD-AF72-743A252F9C84}"/>
          </ac:picMkLst>
        </pc:picChg>
        <pc:picChg chg="del">
          <ac:chgData name="Antle, Rick" userId="c2afbbd2-30e4-4c8e-8af5-81913178ace3" providerId="ADAL" clId="{D14A1616-5CD5-40A0-B071-060256F2E087}" dt="2020-03-08T21:35:54.737" v="103" actId="478"/>
          <ac:picMkLst>
            <pc:docMk/>
            <pc:sldMk cId="3008593385" sldId="273"/>
            <ac:picMk id="9" creationId="{95830584-BE9B-475D-BB98-4F715E912210}"/>
          </ac:picMkLst>
        </pc:picChg>
      </pc:sldChg>
      <pc:sldChg chg="addSp delSp modSp add">
        <pc:chgData name="Antle, Rick" userId="c2afbbd2-30e4-4c8e-8af5-81913178ace3" providerId="ADAL" clId="{D14A1616-5CD5-40A0-B071-060256F2E087}" dt="2020-03-09T13:35:38.913" v="151" actId="1076"/>
        <pc:sldMkLst>
          <pc:docMk/>
          <pc:sldMk cId="90892866" sldId="274"/>
        </pc:sldMkLst>
        <pc:graphicFrameChg chg="add del">
          <ac:chgData name="Antle, Rick" userId="c2afbbd2-30e4-4c8e-8af5-81913178ace3" providerId="ADAL" clId="{D14A1616-5CD5-40A0-B071-060256F2E087}" dt="2020-03-09T13:29:26.106" v="112"/>
          <ac:graphicFrameMkLst>
            <pc:docMk/>
            <pc:sldMk cId="90892866" sldId="274"/>
            <ac:graphicFrameMk id="2" creationId="{89DF0B88-A1E7-4356-B743-A3E27530F31A}"/>
          </ac:graphicFrameMkLst>
        </pc:graphicFrameChg>
        <pc:picChg chg="add del mod">
          <ac:chgData name="Antle, Rick" userId="c2afbbd2-30e4-4c8e-8af5-81913178ace3" providerId="ADAL" clId="{D14A1616-5CD5-40A0-B071-060256F2E087}" dt="2020-03-09T13:35:14.748" v="149" actId="478"/>
          <ac:picMkLst>
            <pc:docMk/>
            <pc:sldMk cId="90892866" sldId="274"/>
            <ac:picMk id="3" creationId="{5275A063-5FF7-40E9-A22F-4D608B546998}"/>
          </ac:picMkLst>
        </pc:picChg>
        <pc:picChg chg="add mod">
          <ac:chgData name="Antle, Rick" userId="c2afbbd2-30e4-4c8e-8af5-81913178ace3" providerId="ADAL" clId="{D14A1616-5CD5-40A0-B071-060256F2E087}" dt="2020-03-09T13:35:38.913" v="151" actId="1076"/>
          <ac:picMkLst>
            <pc:docMk/>
            <pc:sldMk cId="90892866" sldId="274"/>
            <ac:picMk id="5" creationId="{000572A7-A97E-4FA1-910D-6E7F31DAF56C}"/>
          </ac:picMkLst>
        </pc:picChg>
        <pc:picChg chg="del mod">
          <ac:chgData name="Antle, Rick" userId="c2afbbd2-30e4-4c8e-8af5-81913178ace3" providerId="ADAL" clId="{D14A1616-5CD5-40A0-B071-060256F2E087}" dt="2020-03-09T13:29:11.842" v="110" actId="478"/>
          <ac:picMkLst>
            <pc:docMk/>
            <pc:sldMk cId="90892866" sldId="274"/>
            <ac:picMk id="9" creationId="{95830584-BE9B-475D-BB98-4F715E912210}"/>
          </ac:picMkLst>
        </pc:picChg>
      </pc:sldChg>
      <pc:sldChg chg="addSp delSp modSp add del">
        <pc:chgData name="Antle, Rick" userId="c2afbbd2-30e4-4c8e-8af5-81913178ace3" providerId="ADAL" clId="{D14A1616-5CD5-40A0-B071-060256F2E087}" dt="2020-03-09T13:36:39.036" v="178" actId="47"/>
        <pc:sldMkLst>
          <pc:docMk/>
          <pc:sldMk cId="2765861605" sldId="275"/>
        </pc:sldMkLst>
        <pc:spChg chg="add mod">
          <ac:chgData name="Antle, Rick" userId="c2afbbd2-30e4-4c8e-8af5-81913178ace3" providerId="ADAL" clId="{D14A1616-5CD5-40A0-B071-060256F2E087}" dt="2020-03-09T13:31:28.081" v="131" actId="1076"/>
          <ac:spMkLst>
            <pc:docMk/>
            <pc:sldMk cId="2765861605" sldId="275"/>
            <ac:spMk id="2" creationId="{AF5E8041-8FFB-4E2E-8C5F-95B7FB4FE9AF}"/>
          </ac:spMkLst>
        </pc:spChg>
        <pc:spChg chg="add mod">
          <ac:chgData name="Antle, Rick" userId="c2afbbd2-30e4-4c8e-8af5-81913178ace3" providerId="ADAL" clId="{D14A1616-5CD5-40A0-B071-060256F2E087}" dt="2020-03-09T13:31:41.601" v="133" actId="1076"/>
          <ac:spMkLst>
            <pc:docMk/>
            <pc:sldMk cId="2765861605" sldId="275"/>
            <ac:spMk id="4" creationId="{74185C81-1042-4E0E-A7B3-70D122972076}"/>
          </ac:spMkLst>
        </pc:spChg>
        <pc:graphicFrameChg chg="add del">
          <ac:chgData name="Antle, Rick" userId="c2afbbd2-30e4-4c8e-8af5-81913178ace3" providerId="ADAL" clId="{D14A1616-5CD5-40A0-B071-060256F2E087}" dt="2020-03-09T13:33:26.353" v="135"/>
          <ac:graphicFrameMkLst>
            <pc:docMk/>
            <pc:sldMk cId="2765861605" sldId="275"/>
            <ac:graphicFrameMk id="5" creationId="{64DA15C1-0256-4089-B4DA-09E31FB1B5DB}"/>
          </ac:graphicFrameMkLst>
        </pc:graphicFrameChg>
        <pc:graphicFrameChg chg="add del">
          <ac:chgData name="Antle, Rick" userId="c2afbbd2-30e4-4c8e-8af5-81913178ace3" providerId="ADAL" clId="{D14A1616-5CD5-40A0-B071-060256F2E087}" dt="2020-03-09T13:34:57.020" v="144"/>
          <ac:graphicFrameMkLst>
            <pc:docMk/>
            <pc:sldMk cId="2765861605" sldId="275"/>
            <ac:graphicFrameMk id="8" creationId="{93C1890B-E61A-4A15-A30B-A9BA19793E06}"/>
          </ac:graphicFrameMkLst>
        </pc:graphicFrameChg>
        <pc:picChg chg="del">
          <ac:chgData name="Antle, Rick" userId="c2afbbd2-30e4-4c8e-8af5-81913178ace3" providerId="ADAL" clId="{D14A1616-5CD5-40A0-B071-060256F2E087}" dt="2020-03-09T13:35:08.296" v="147" actId="478"/>
          <ac:picMkLst>
            <pc:docMk/>
            <pc:sldMk cId="2765861605" sldId="275"/>
            <ac:picMk id="3" creationId="{5275A063-5FF7-40E9-A22F-4D608B546998}"/>
          </ac:picMkLst>
        </pc:picChg>
        <pc:picChg chg="add del mod">
          <ac:chgData name="Antle, Rick" userId="c2afbbd2-30e4-4c8e-8af5-81913178ace3" providerId="ADAL" clId="{D14A1616-5CD5-40A0-B071-060256F2E087}" dt="2020-03-09T13:33:40.029" v="138" actId="478"/>
          <ac:picMkLst>
            <pc:docMk/>
            <pc:sldMk cId="2765861605" sldId="275"/>
            <ac:picMk id="6" creationId="{F34DBBAB-1F8A-42F7-8CC5-3CB56E0EF59B}"/>
          </ac:picMkLst>
        </pc:picChg>
        <pc:picChg chg="add del mod">
          <ac:chgData name="Antle, Rick" userId="c2afbbd2-30e4-4c8e-8af5-81913178ace3" providerId="ADAL" clId="{D14A1616-5CD5-40A0-B071-060256F2E087}" dt="2020-03-09T13:34:14.471" v="142" actId="478"/>
          <ac:picMkLst>
            <pc:docMk/>
            <pc:sldMk cId="2765861605" sldId="275"/>
            <ac:picMk id="7" creationId="{D1ED7925-A976-4931-A1AA-ED9AD15EA8B3}"/>
          </ac:picMkLst>
        </pc:picChg>
        <pc:picChg chg="add mod">
          <ac:chgData name="Antle, Rick" userId="c2afbbd2-30e4-4c8e-8af5-81913178ace3" providerId="ADAL" clId="{D14A1616-5CD5-40A0-B071-060256F2E087}" dt="2020-03-09T13:35:05.160" v="146" actId="1076"/>
          <ac:picMkLst>
            <pc:docMk/>
            <pc:sldMk cId="2765861605" sldId="275"/>
            <ac:picMk id="9" creationId="{E91116D2-8EF3-4C0B-BE65-81C2A30DCE1B}"/>
          </ac:picMkLst>
        </pc:picChg>
      </pc:sldChg>
      <pc:sldChg chg="addSp modSp add del">
        <pc:chgData name="Antle, Rick" userId="c2afbbd2-30e4-4c8e-8af5-81913178ace3" providerId="ADAL" clId="{D14A1616-5CD5-40A0-B071-060256F2E087}" dt="2020-03-09T14:28:39.034" v="245" actId="47"/>
        <pc:sldMkLst>
          <pc:docMk/>
          <pc:sldMk cId="2198233379" sldId="276"/>
        </pc:sldMkLst>
        <pc:spChg chg="add mod">
          <ac:chgData name="Antle, Rick" userId="c2afbbd2-30e4-4c8e-8af5-81913178ace3" providerId="ADAL" clId="{D14A1616-5CD5-40A0-B071-060256F2E087}" dt="2020-03-09T13:36:05.602" v="154" actId="1076"/>
          <ac:spMkLst>
            <pc:docMk/>
            <pc:sldMk cId="2198233379" sldId="276"/>
            <ac:spMk id="3" creationId="{8D304A00-9F11-424B-9C25-2C5F4A60A893}"/>
          </ac:spMkLst>
        </pc:spChg>
        <pc:spChg chg="add mod">
          <ac:chgData name="Antle, Rick" userId="c2afbbd2-30e4-4c8e-8af5-81913178ace3" providerId="ADAL" clId="{D14A1616-5CD5-40A0-B071-060256F2E087}" dt="2020-03-09T13:36:26.896" v="177" actId="1035"/>
          <ac:spMkLst>
            <pc:docMk/>
            <pc:sldMk cId="2198233379" sldId="276"/>
            <ac:spMk id="4" creationId="{B85CF40E-020B-4CD8-B14C-D11D5F64C73A}"/>
          </ac:spMkLst>
        </pc:spChg>
      </pc:sldChg>
      <pc:sldChg chg="addSp modSp add del">
        <pc:chgData name="Antle, Rick" userId="c2afbbd2-30e4-4c8e-8af5-81913178ace3" providerId="ADAL" clId="{D14A1616-5CD5-40A0-B071-060256F2E087}" dt="2020-03-09T14:31:06.461" v="257" actId="47"/>
        <pc:sldMkLst>
          <pc:docMk/>
          <pc:sldMk cId="3504159181" sldId="277"/>
        </pc:sldMkLst>
        <pc:spChg chg="add mod">
          <ac:chgData name="Antle, Rick" userId="c2afbbd2-30e4-4c8e-8af5-81913178ace3" providerId="ADAL" clId="{D14A1616-5CD5-40A0-B071-060256F2E087}" dt="2020-03-09T13:38:30.265" v="198" actId="20577"/>
          <ac:spMkLst>
            <pc:docMk/>
            <pc:sldMk cId="3504159181" sldId="277"/>
            <ac:spMk id="6" creationId="{8678D322-78F6-4830-9A03-B947EE6EFC03}"/>
          </ac:spMkLst>
        </pc:spChg>
        <pc:spChg chg="add mod">
          <ac:chgData name="Antle, Rick" userId="c2afbbd2-30e4-4c8e-8af5-81913178ace3" providerId="ADAL" clId="{D14A1616-5CD5-40A0-B071-060256F2E087}" dt="2020-03-09T13:38:50.638" v="204" actId="1076"/>
          <ac:spMkLst>
            <pc:docMk/>
            <pc:sldMk cId="3504159181" sldId="277"/>
            <ac:spMk id="7" creationId="{F81BB199-9DAE-4456-856F-205952872F97}"/>
          </ac:spMkLst>
        </pc:spChg>
      </pc:sldChg>
      <pc:sldChg chg="addSp delSp modSp add delAnim modAnim">
        <pc:chgData name="Antle, Rick" userId="c2afbbd2-30e4-4c8e-8af5-81913178ace3" providerId="ADAL" clId="{D14A1616-5CD5-40A0-B071-060256F2E087}" dt="2020-03-09T15:19:48.388" v="516"/>
        <pc:sldMkLst>
          <pc:docMk/>
          <pc:sldMk cId="510729608" sldId="278"/>
        </pc:sldMkLst>
        <pc:spChg chg="mod">
          <ac:chgData name="Antle, Rick" userId="c2afbbd2-30e4-4c8e-8af5-81913178ace3" providerId="ADAL" clId="{D14A1616-5CD5-40A0-B071-060256F2E087}" dt="2020-03-09T14:54:09.656" v="425" actId="1076"/>
          <ac:spMkLst>
            <pc:docMk/>
            <pc:sldMk cId="510729608" sldId="278"/>
            <ac:spMk id="3" creationId="{8D304A00-9F11-424B-9C25-2C5F4A60A893}"/>
          </ac:spMkLst>
        </pc:spChg>
        <pc:spChg chg="mod">
          <ac:chgData name="Antle, Rick" userId="c2afbbd2-30e4-4c8e-8af5-81913178ace3" providerId="ADAL" clId="{D14A1616-5CD5-40A0-B071-060256F2E087}" dt="2020-03-09T14:56:18.016" v="435" actId="1076"/>
          <ac:spMkLst>
            <pc:docMk/>
            <pc:sldMk cId="510729608" sldId="278"/>
            <ac:spMk id="4" creationId="{B85CF40E-020B-4CD8-B14C-D11D5F64C73A}"/>
          </ac:spMkLst>
        </pc:spChg>
        <pc:spChg chg="add mod">
          <ac:chgData name="Antle, Rick" userId="c2afbbd2-30e4-4c8e-8af5-81913178ace3" providerId="ADAL" clId="{D14A1616-5CD5-40A0-B071-060256F2E087}" dt="2020-03-09T14:54:17.370" v="426" actId="1076"/>
          <ac:spMkLst>
            <pc:docMk/>
            <pc:sldMk cId="510729608" sldId="278"/>
            <ac:spMk id="6" creationId="{51235381-C64A-4545-9567-6ED2D0AD8107}"/>
          </ac:spMkLst>
        </pc:spChg>
        <pc:spChg chg="add del mod">
          <ac:chgData name="Antle, Rick" userId="c2afbbd2-30e4-4c8e-8af5-81913178ace3" providerId="ADAL" clId="{D14A1616-5CD5-40A0-B071-060256F2E087}" dt="2020-03-09T14:29:58.943" v="253" actId="478"/>
          <ac:spMkLst>
            <pc:docMk/>
            <pc:sldMk cId="510729608" sldId="278"/>
            <ac:spMk id="7" creationId="{15A5EB5C-DE19-49F3-A638-F4E937F251EE}"/>
          </ac:spMkLst>
        </pc:spChg>
        <pc:spChg chg="add mod">
          <ac:chgData name="Antle, Rick" userId="c2afbbd2-30e4-4c8e-8af5-81913178ace3" providerId="ADAL" clId="{D14A1616-5CD5-40A0-B071-060256F2E087}" dt="2020-03-09T15:08:22.948" v="501" actId="1076"/>
          <ac:spMkLst>
            <pc:docMk/>
            <pc:sldMk cId="510729608" sldId="278"/>
            <ac:spMk id="10" creationId="{00C9C0FA-2B55-4EF5-A9CA-93CB170CEF82}"/>
          </ac:spMkLst>
        </pc:spChg>
        <pc:spChg chg="add mod">
          <ac:chgData name="Antle, Rick" userId="c2afbbd2-30e4-4c8e-8af5-81913178ace3" providerId="ADAL" clId="{D14A1616-5CD5-40A0-B071-060256F2E087}" dt="2020-03-09T15:08:22.948" v="501" actId="1076"/>
          <ac:spMkLst>
            <pc:docMk/>
            <pc:sldMk cId="510729608" sldId="278"/>
            <ac:spMk id="11" creationId="{7DB256EE-8DE0-4FCD-9002-993DBBEDA868}"/>
          </ac:spMkLst>
        </pc:spChg>
        <pc:spChg chg="add mod">
          <ac:chgData name="Antle, Rick" userId="c2afbbd2-30e4-4c8e-8af5-81913178ace3" providerId="ADAL" clId="{D14A1616-5CD5-40A0-B071-060256F2E087}" dt="2020-03-09T14:45:59.972" v="382" actId="1076"/>
          <ac:spMkLst>
            <pc:docMk/>
            <pc:sldMk cId="510729608" sldId="278"/>
            <ac:spMk id="12" creationId="{A9F93285-3E09-44DB-97BB-F083A8541509}"/>
          </ac:spMkLst>
        </pc:spChg>
        <pc:spChg chg="add mod">
          <ac:chgData name="Antle, Rick" userId="c2afbbd2-30e4-4c8e-8af5-81913178ace3" providerId="ADAL" clId="{D14A1616-5CD5-40A0-B071-060256F2E087}" dt="2020-03-09T14:38:57.112" v="339" actId="1076"/>
          <ac:spMkLst>
            <pc:docMk/>
            <pc:sldMk cId="510729608" sldId="278"/>
            <ac:spMk id="18" creationId="{50537EEE-75C7-4849-A3A3-D3A33589BA09}"/>
          </ac:spMkLst>
        </pc:spChg>
        <pc:spChg chg="add mod">
          <ac:chgData name="Antle, Rick" userId="c2afbbd2-30e4-4c8e-8af5-81913178ace3" providerId="ADAL" clId="{D14A1616-5CD5-40A0-B071-060256F2E087}" dt="2020-03-09T14:39:07.594" v="340" actId="1076"/>
          <ac:spMkLst>
            <pc:docMk/>
            <pc:sldMk cId="510729608" sldId="278"/>
            <ac:spMk id="19" creationId="{7967436C-FB3C-4C72-84A0-042B0261EF07}"/>
          </ac:spMkLst>
        </pc:spChg>
        <pc:spChg chg="add mod">
          <ac:chgData name="Antle, Rick" userId="c2afbbd2-30e4-4c8e-8af5-81913178ace3" providerId="ADAL" clId="{D14A1616-5CD5-40A0-B071-060256F2E087}" dt="2020-03-09T14:40:21.003" v="349" actId="1076"/>
          <ac:spMkLst>
            <pc:docMk/>
            <pc:sldMk cId="510729608" sldId="278"/>
            <ac:spMk id="22" creationId="{95428EF4-004E-4424-AD29-0A259096DDF6}"/>
          </ac:spMkLst>
        </pc:spChg>
        <pc:spChg chg="add mod">
          <ac:chgData name="Antle, Rick" userId="c2afbbd2-30e4-4c8e-8af5-81913178ace3" providerId="ADAL" clId="{D14A1616-5CD5-40A0-B071-060256F2E087}" dt="2020-03-09T14:40:02.294" v="347" actId="1076"/>
          <ac:spMkLst>
            <pc:docMk/>
            <pc:sldMk cId="510729608" sldId="278"/>
            <ac:spMk id="23" creationId="{52C84320-0F53-4A4F-80D5-16DF1FE1FBBB}"/>
          </ac:spMkLst>
        </pc:spChg>
        <pc:spChg chg="add mod">
          <ac:chgData name="Antle, Rick" userId="c2afbbd2-30e4-4c8e-8af5-81913178ace3" providerId="ADAL" clId="{D14A1616-5CD5-40A0-B071-060256F2E087}" dt="2020-03-09T14:40:09.687" v="348" actId="1076"/>
          <ac:spMkLst>
            <pc:docMk/>
            <pc:sldMk cId="510729608" sldId="278"/>
            <ac:spMk id="24" creationId="{3B72AC8E-B294-4497-8234-E25AB797BD95}"/>
          </ac:spMkLst>
        </pc:spChg>
        <pc:spChg chg="add mod">
          <ac:chgData name="Antle, Rick" userId="c2afbbd2-30e4-4c8e-8af5-81913178ace3" providerId="ADAL" clId="{D14A1616-5CD5-40A0-B071-060256F2E087}" dt="2020-03-09T15:03:03.575" v="487" actId="207"/>
          <ac:spMkLst>
            <pc:docMk/>
            <pc:sldMk cId="510729608" sldId="278"/>
            <ac:spMk id="39" creationId="{A4BB8A40-4626-4242-98AF-9BD9336E7BC1}"/>
          </ac:spMkLst>
        </pc:spChg>
        <pc:grpChg chg="add mod">
          <ac:chgData name="Antle, Rick" userId="c2afbbd2-30e4-4c8e-8af5-81913178ace3" providerId="ADAL" clId="{D14A1616-5CD5-40A0-B071-060256F2E087}" dt="2020-03-09T14:37:40.590" v="331" actId="164"/>
          <ac:grpSpMkLst>
            <pc:docMk/>
            <pc:sldMk cId="510729608" sldId="278"/>
            <ac:grpSpMk id="20" creationId="{A7F02E9B-FFEF-4C77-9415-FDA3E8E16B66}"/>
          </ac:grpSpMkLst>
        </pc:grpChg>
        <pc:picChg chg="mod ord">
          <ac:chgData name="Antle, Rick" userId="c2afbbd2-30e4-4c8e-8af5-81913178ace3" providerId="ADAL" clId="{D14A1616-5CD5-40A0-B071-060256F2E087}" dt="2020-03-09T14:42:22.724" v="351" actId="167"/>
          <ac:picMkLst>
            <pc:docMk/>
            <pc:sldMk cId="510729608" sldId="278"/>
            <ac:picMk id="5" creationId="{000572A7-A97E-4FA1-910D-6E7F31DAF56C}"/>
          </ac:picMkLst>
        </pc:picChg>
        <pc:cxnChg chg="add del mod">
          <ac:chgData name="Antle, Rick" userId="c2afbbd2-30e4-4c8e-8af5-81913178ace3" providerId="ADAL" clId="{D14A1616-5CD5-40A0-B071-060256F2E087}" dt="2020-03-09T14:45:50.478" v="381" actId="478"/>
          <ac:cxnSpMkLst>
            <pc:docMk/>
            <pc:sldMk cId="510729608" sldId="278"/>
            <ac:cxnSpMk id="8" creationId="{9F62F4F7-BA89-4DB7-A6DD-18B472D86567}"/>
          </ac:cxnSpMkLst>
        </pc:cxnChg>
        <pc:cxnChg chg="add del mod">
          <ac:chgData name="Antle, Rick" userId="c2afbbd2-30e4-4c8e-8af5-81913178ace3" providerId="ADAL" clId="{D14A1616-5CD5-40A0-B071-060256F2E087}" dt="2020-03-09T14:45:50.478" v="381" actId="478"/>
          <ac:cxnSpMkLst>
            <pc:docMk/>
            <pc:sldMk cId="510729608" sldId="278"/>
            <ac:cxnSpMk id="9" creationId="{B79D9616-6AB2-4443-9392-C4C700083374}"/>
          </ac:cxnSpMkLst>
        </pc:cxnChg>
        <pc:cxnChg chg="add mod">
          <ac:chgData name="Antle, Rick" userId="c2afbbd2-30e4-4c8e-8af5-81913178ace3" providerId="ADAL" clId="{D14A1616-5CD5-40A0-B071-060256F2E087}" dt="2020-03-09T15:08:03.228" v="499" actId="14100"/>
          <ac:cxnSpMkLst>
            <pc:docMk/>
            <pc:sldMk cId="510729608" sldId="278"/>
            <ac:cxnSpMk id="13" creationId="{A0D8C13A-F497-44D1-9EEF-A5A686DDAA5F}"/>
          </ac:cxnSpMkLst>
        </pc:cxnChg>
        <pc:cxnChg chg="add mod">
          <ac:chgData name="Antle, Rick" userId="c2afbbd2-30e4-4c8e-8af5-81913178ace3" providerId="ADAL" clId="{D14A1616-5CD5-40A0-B071-060256F2E087}" dt="2020-03-09T15:08:30.498" v="502" actId="14100"/>
          <ac:cxnSpMkLst>
            <pc:docMk/>
            <pc:sldMk cId="510729608" sldId="278"/>
            <ac:cxnSpMk id="14" creationId="{7D28655A-015B-4CE7-AF13-4665FE5895AC}"/>
          </ac:cxnSpMkLst>
        </pc:cxnChg>
        <pc:cxnChg chg="add mod">
          <ac:chgData name="Antle, Rick" userId="c2afbbd2-30e4-4c8e-8af5-81913178ace3" providerId="ADAL" clId="{D14A1616-5CD5-40A0-B071-060256F2E087}" dt="2020-03-09T14:42:12.398" v="350" actId="11529"/>
          <ac:cxnSpMkLst>
            <pc:docMk/>
            <pc:sldMk cId="510729608" sldId="278"/>
            <ac:cxnSpMk id="26" creationId="{0255969F-F6FB-44AE-9B0B-57523311EE28}"/>
          </ac:cxnSpMkLst>
        </pc:cxnChg>
        <pc:cxnChg chg="add mod">
          <ac:chgData name="Antle, Rick" userId="c2afbbd2-30e4-4c8e-8af5-81913178ace3" providerId="ADAL" clId="{D14A1616-5CD5-40A0-B071-060256F2E087}" dt="2020-03-09T14:54:52.595" v="430" actId="14100"/>
          <ac:cxnSpMkLst>
            <pc:docMk/>
            <pc:sldMk cId="510729608" sldId="278"/>
            <ac:cxnSpMk id="31" creationId="{8C20D630-D8F6-4442-9861-A1AD1F33DE86}"/>
          </ac:cxnSpMkLst>
        </pc:cxnChg>
        <pc:cxnChg chg="add mod">
          <ac:chgData name="Antle, Rick" userId="c2afbbd2-30e4-4c8e-8af5-81913178ace3" providerId="ADAL" clId="{D14A1616-5CD5-40A0-B071-060256F2E087}" dt="2020-03-09T14:56:36.738" v="438" actId="14100"/>
          <ac:cxnSpMkLst>
            <pc:docMk/>
            <pc:sldMk cId="510729608" sldId="278"/>
            <ac:cxnSpMk id="34" creationId="{75A36135-5D8F-4E12-BB88-98FB124491C2}"/>
          </ac:cxnSpMkLst>
        </pc:cxnChg>
        <pc:cxnChg chg="add mod">
          <ac:chgData name="Antle, Rick" userId="c2afbbd2-30e4-4c8e-8af5-81913178ace3" providerId="ADAL" clId="{D14A1616-5CD5-40A0-B071-060256F2E087}" dt="2020-03-09T14:58:32.184" v="445" actId="14100"/>
          <ac:cxnSpMkLst>
            <pc:docMk/>
            <pc:sldMk cId="510729608" sldId="278"/>
            <ac:cxnSpMk id="36" creationId="{31F4D3FF-AA27-4815-9AD5-D0D034465496}"/>
          </ac:cxnSpMkLst>
        </pc:cxnChg>
        <pc:cxnChg chg="add mod">
          <ac:chgData name="Antle, Rick" userId="c2afbbd2-30e4-4c8e-8af5-81913178ace3" providerId="ADAL" clId="{D14A1616-5CD5-40A0-B071-060256F2E087}" dt="2020-03-09T14:59:17.478" v="449" actId="692"/>
          <ac:cxnSpMkLst>
            <pc:docMk/>
            <pc:sldMk cId="510729608" sldId="278"/>
            <ac:cxnSpMk id="38" creationId="{C4354775-8CC8-459B-9259-1483CD6E61B7}"/>
          </ac:cxnSpMkLst>
        </pc:cxnChg>
        <pc:cxnChg chg="add mod">
          <ac:chgData name="Antle, Rick" userId="c2afbbd2-30e4-4c8e-8af5-81913178ace3" providerId="ADAL" clId="{D14A1616-5CD5-40A0-B071-060256F2E087}" dt="2020-03-09T15:08:22.948" v="501" actId="1076"/>
          <ac:cxnSpMkLst>
            <pc:docMk/>
            <pc:sldMk cId="510729608" sldId="278"/>
            <ac:cxnSpMk id="40" creationId="{C17A990D-62B2-4072-A249-F48BFA42781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FE0F3-87B2-4295-948D-782442909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EDC2-08FA-41BF-A7DD-8611F3532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8886-E36A-40D5-944F-1EA5AE20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1639A-14A5-4990-BBC1-F1DB6349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DF245-FA7A-4478-9F4B-1E4A0E3A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2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1099-CF97-4F54-AE78-E020D474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8838D-C599-4B5A-A43A-D54E2768C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6D496-8866-4ABF-8F05-B4546123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C98DD-CA8D-4FEC-8663-17A314F8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8E843-6CB7-4422-824A-92FCAB5D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6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517B-DCCE-4012-A6C2-0644480A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78427-DEC0-4985-A802-7B3571FDE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F2D4D-AEF5-477D-922A-48F10AD1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D4D1E-3B81-41D0-819D-39C4BC5B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66AFE-EDC9-4AE1-9FAB-48EDD42E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2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8C987-AAF9-450B-9763-E8B5809D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B03F-9E0D-48B9-B4F1-EBAA90E36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C2255-8AD8-4FD7-8795-0D5C33E01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5618E-CBA0-4408-BCC2-F915EE6B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F021D-DB37-4B2C-AF97-20123E9B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A33C5-7263-4FF2-BDDE-E8351BB3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42D7-D52A-4BFB-95FF-6F963ED5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595DE-8C00-4F9D-806C-B73CE5312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205FF-CEA0-482A-B5C4-BE302F6FB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99A75-CA68-43C2-8D6B-643A42BFB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F27E1-013A-49E0-9A3E-4FEE3C747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F87922-3964-432E-8912-8800049A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D8BA7-DE2B-453E-BF68-52F3F81E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6F98D-1E2B-4083-A3FF-53F45045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8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9D2E-EB83-4106-8D60-E1D70E87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9EB479-8864-4662-808E-1A921A51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80FBA-D45C-4BBF-A1A3-0EDC4AB0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1620D-5382-4859-955A-48B9375D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4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366D12-912A-48D6-B23A-52428E5D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3646B-D13B-4DE0-891F-8F951E36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21DB-44BB-4C50-9A78-FE3C982F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1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E96A-1BA6-4120-A382-D4466739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7AADE-1D69-435F-92B4-25F32A393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0245B-8CFD-4B29-9609-1FDB6BED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0F4EE-8241-4772-B966-F81931A4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F1436-E978-42DD-8FF9-322A5564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B90DE-9C55-4D54-9D35-C591F187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FF23-3785-4DD3-BE35-E3EA95A4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5EB1D-BC90-401D-8DB4-29590EA4B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FEAAE-5277-408F-9D28-13C1C7EE5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5AF82-C1F1-4B7F-AA0C-9880F1F9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71633-A479-4620-B056-2FE1D05F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E12C1-C59F-4D3A-83C5-0F3E4566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1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124C-66CC-461F-AB6C-0583EC06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AAD8B-CB7E-41C2-886E-9908FE185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5F17E-668C-47C2-ABAF-84D9ED28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3BF05-7B35-48BE-85E6-E3ED855A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95433-B0B5-4737-8216-AD973207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8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BEE81-DB6B-4B9A-A391-560A8912B3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1A87B-3F76-4312-B4A0-9C2690C98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A3E2A-82CB-4E06-BC8C-953B13A7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17D1C-9793-4F1D-9F94-5A8AA88F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2848D-B47E-461C-8AA5-3E041E41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9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9A02B-6CD7-43F8-9418-2B095D58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09844-5CE3-4DFB-B6FF-FACA4CD9C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A6BE-699D-4DE1-A307-D5A408F13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3BFE1-E81A-4BC8-B81E-EE7305BF4DE5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526D7-3C40-406B-9E54-CC285CA8E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83087-A4E7-4758-B7AE-A1C11EAD1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61CF8-987B-4F03-B042-4DB6CA77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3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E7C6-92D2-406D-A216-6366D34571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CVS Balance Sheets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5C9DC-A10A-4EB1-AAD6-DCE32D1DD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Year Ended December 31, 2019 and 2018</a:t>
            </a:r>
          </a:p>
        </p:txBody>
      </p:sp>
    </p:spTree>
    <p:extLst>
      <p:ext uri="{BB962C8B-B14F-4D97-AF65-F5344CB8AC3E}">
        <p14:creationId xmlns:p14="http://schemas.microsoft.com/office/powerpoint/2010/main" val="28892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0572A7-A97E-4FA1-910D-6E7F31DAF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364" y="144331"/>
            <a:ext cx="5174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0572A7-A97E-4FA1-910D-6E7F31DAF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363" y="121471"/>
            <a:ext cx="517485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304A00-9F11-424B-9C25-2C5F4A60A893}"/>
              </a:ext>
            </a:extLst>
          </p:cNvPr>
          <p:cNvSpPr txBox="1"/>
          <p:nvPr/>
        </p:nvSpPr>
        <p:spPr>
          <a:xfrm>
            <a:off x="8787627" y="210302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$222,449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CF40E-020B-4CD8-B14C-D11D5F64C73A}"/>
              </a:ext>
            </a:extLst>
          </p:cNvPr>
          <p:cNvSpPr txBox="1"/>
          <p:nvPr/>
        </p:nvSpPr>
        <p:spPr>
          <a:xfrm>
            <a:off x="8936321" y="6436914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$222,449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35381-C64A-4545-9567-6ED2D0AD8107}"/>
              </a:ext>
            </a:extLst>
          </p:cNvPr>
          <p:cNvSpPr txBox="1"/>
          <p:nvPr/>
        </p:nvSpPr>
        <p:spPr>
          <a:xfrm>
            <a:off x="8787627" y="2502393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$196,456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93285-3E09-44DB-97BB-F083A8541509}"/>
              </a:ext>
            </a:extLst>
          </p:cNvPr>
          <p:cNvSpPr txBox="1"/>
          <p:nvPr/>
        </p:nvSpPr>
        <p:spPr>
          <a:xfrm>
            <a:off x="8987788" y="2910508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$</a:t>
            </a:r>
            <a:r>
              <a:rPr lang="en-US" sz="1600" dirty="0">
                <a:solidFill>
                  <a:srgbClr val="FFFF00"/>
                </a:solidFill>
              </a:rPr>
              <a:t>25,993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9C0FA-2B55-4EF5-A9CA-93CB170CEF82}"/>
              </a:ext>
            </a:extLst>
          </p:cNvPr>
          <p:cNvSpPr txBox="1"/>
          <p:nvPr/>
        </p:nvSpPr>
        <p:spPr>
          <a:xfrm>
            <a:off x="9001857" y="4816565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$</a:t>
            </a:r>
            <a:r>
              <a:rPr lang="en-US" sz="1600" dirty="0">
                <a:solidFill>
                  <a:srgbClr val="FFFF00"/>
                </a:solidFill>
              </a:rPr>
              <a:t>158,279</a:t>
            </a:r>
            <a:endParaRPr lang="en-US" sz="14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B256EE-8DE0-4FCD-9002-993DBBEDA868}"/>
              </a:ext>
            </a:extLst>
          </p:cNvPr>
          <p:cNvSpPr txBox="1"/>
          <p:nvPr/>
        </p:nvSpPr>
        <p:spPr>
          <a:xfrm>
            <a:off x="9167417" y="6080856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$64,170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D8C13A-F497-44D1-9EEF-A5A686DDAA5F}"/>
              </a:ext>
            </a:extLst>
          </p:cNvPr>
          <p:cNvCxnSpPr>
            <a:cxnSpLocks/>
          </p:cNvCxnSpPr>
          <p:nvPr/>
        </p:nvCxnSpPr>
        <p:spPr>
          <a:xfrm>
            <a:off x="10082789" y="6343524"/>
            <a:ext cx="406387" cy="75886"/>
          </a:xfrm>
          <a:prstGeom prst="line">
            <a:avLst/>
          </a:prstGeom>
          <a:ln w="25400">
            <a:solidFill>
              <a:srgbClr val="FF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28655A-015B-4CE7-AF13-4665FE5895A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0026496" y="4985842"/>
            <a:ext cx="577302" cy="0"/>
          </a:xfrm>
          <a:prstGeom prst="line">
            <a:avLst/>
          </a:prstGeom>
          <a:ln w="25400">
            <a:solidFill>
              <a:srgbClr val="FFF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0537EEE-75C7-4849-A3A3-D3A33589BA09}"/>
              </a:ext>
            </a:extLst>
          </p:cNvPr>
          <p:cNvSpPr/>
          <p:nvPr/>
        </p:nvSpPr>
        <p:spPr>
          <a:xfrm>
            <a:off x="10670645" y="2360242"/>
            <a:ext cx="515515" cy="22423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967436C-FB3C-4C72-84A0-042B0261EF07}"/>
              </a:ext>
            </a:extLst>
          </p:cNvPr>
          <p:cNvSpPr/>
          <p:nvPr/>
        </p:nvSpPr>
        <p:spPr>
          <a:xfrm>
            <a:off x="11146458" y="2329795"/>
            <a:ext cx="515515" cy="22423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428EF4-004E-4424-AD29-0A259096DDF6}"/>
              </a:ext>
            </a:extLst>
          </p:cNvPr>
          <p:cNvSpPr/>
          <p:nvPr/>
        </p:nvSpPr>
        <p:spPr>
          <a:xfrm>
            <a:off x="10603798" y="6358537"/>
            <a:ext cx="515515" cy="22423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C84320-0F53-4A4F-80D5-16DF1FE1FBBB}"/>
              </a:ext>
            </a:extLst>
          </p:cNvPr>
          <p:cNvSpPr/>
          <p:nvPr/>
        </p:nvSpPr>
        <p:spPr>
          <a:xfrm>
            <a:off x="10663411" y="6536901"/>
            <a:ext cx="515515" cy="22423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B72AC8E-B294-4497-8234-E25AB797BD95}"/>
              </a:ext>
            </a:extLst>
          </p:cNvPr>
          <p:cNvSpPr/>
          <p:nvPr/>
        </p:nvSpPr>
        <p:spPr>
          <a:xfrm>
            <a:off x="10663411" y="4874469"/>
            <a:ext cx="515515" cy="22423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55969F-F6FB-44AE-9B0B-57523311EE28}"/>
              </a:ext>
            </a:extLst>
          </p:cNvPr>
          <p:cNvCxnSpPr/>
          <p:nvPr/>
        </p:nvCxnSpPr>
        <p:spPr>
          <a:xfrm>
            <a:off x="10861555" y="247235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20D630-D8F6-4442-9861-A1AD1F33DE8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9934095" y="2287692"/>
            <a:ext cx="606182" cy="128608"/>
          </a:xfrm>
          <a:prstGeom prst="line">
            <a:avLst/>
          </a:prstGeom>
          <a:ln w="25400">
            <a:solidFill>
              <a:srgbClr val="FFF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A36135-5D8F-4E12-BB88-98FB124491C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0082789" y="6621580"/>
            <a:ext cx="521009" cy="32948"/>
          </a:xfrm>
          <a:prstGeom prst="line">
            <a:avLst/>
          </a:prstGeom>
          <a:ln w="25400">
            <a:solidFill>
              <a:srgbClr val="FFF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1F4D3FF-AA27-4815-9AD5-D0D034465496}"/>
              </a:ext>
            </a:extLst>
          </p:cNvPr>
          <p:cNvCxnSpPr>
            <a:cxnSpLocks/>
          </p:cNvCxnSpPr>
          <p:nvPr/>
        </p:nvCxnSpPr>
        <p:spPr>
          <a:xfrm flipV="1">
            <a:off x="9891279" y="2554028"/>
            <a:ext cx="1287647" cy="158684"/>
          </a:xfrm>
          <a:prstGeom prst="line">
            <a:avLst/>
          </a:prstGeom>
          <a:ln w="25400">
            <a:solidFill>
              <a:srgbClr val="FFF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354775-8CC8-459B-9259-1483CD6E61B7}"/>
              </a:ext>
            </a:extLst>
          </p:cNvPr>
          <p:cNvCxnSpPr>
            <a:cxnSpLocks/>
          </p:cNvCxnSpPr>
          <p:nvPr/>
        </p:nvCxnSpPr>
        <p:spPr>
          <a:xfrm>
            <a:off x="8781299" y="2910508"/>
            <a:ext cx="1146170" cy="0"/>
          </a:xfrm>
          <a:prstGeom prst="line">
            <a:avLst/>
          </a:prstGeom>
          <a:ln w="25400">
            <a:solidFill>
              <a:srgbClr val="FF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4BB8A40-4626-4242-98AF-9BD9336E7BC1}"/>
              </a:ext>
            </a:extLst>
          </p:cNvPr>
          <p:cNvSpPr txBox="1"/>
          <p:nvPr/>
        </p:nvSpPr>
        <p:spPr>
          <a:xfrm>
            <a:off x="8237412" y="3244887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Increase in total assets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17A990D-62B2-4072-A249-F48BFA427817}"/>
              </a:ext>
            </a:extLst>
          </p:cNvPr>
          <p:cNvCxnSpPr>
            <a:cxnSpLocks/>
          </p:cNvCxnSpPr>
          <p:nvPr/>
        </p:nvCxnSpPr>
        <p:spPr>
          <a:xfrm>
            <a:off x="8946500" y="6388310"/>
            <a:ext cx="1146170" cy="0"/>
          </a:xfrm>
          <a:prstGeom prst="line">
            <a:avLst/>
          </a:prstGeom>
          <a:ln w="25400">
            <a:solidFill>
              <a:srgbClr val="FF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72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4" grpId="2"/>
      <p:bldP spid="4" grpId="3"/>
      <p:bldP spid="6" grpId="0"/>
      <p:bldP spid="6" grpId="1"/>
      <p:bldP spid="12" grpId="0"/>
      <p:bldP spid="12" grpId="1"/>
      <p:bldP spid="10" grpId="0"/>
      <p:bldP spid="10" grpId="1"/>
      <p:bldP spid="11" grpId="0"/>
      <p:bldP spid="11" grpId="1"/>
      <p:bldP spid="18" grpId="0" animBg="1"/>
      <p:bldP spid="18" grpId="1" animBg="1"/>
      <p:bldP spid="19" grpId="0" animBg="1"/>
      <p:bldP spid="19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39" grpId="0"/>
      <p:bldP spid="3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830584-BE9B-475D-BB98-4F715E912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5212"/>
            <a:ext cx="5942076" cy="393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B5080-4D38-45B1-9B66-7C60E1982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487" y="1403985"/>
            <a:ext cx="5942076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4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4AD2B3-8017-42DD-AF72-743A252F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3194"/>
            <a:ext cx="5879114" cy="359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9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1AD2A-60EA-3546-B27D-2B02949CC179}"/>
              </a:ext>
            </a:extLst>
          </p:cNvPr>
          <p:cNvSpPr/>
          <p:nvPr/>
        </p:nvSpPr>
        <p:spPr>
          <a:xfrm>
            <a:off x="500332" y="444260"/>
            <a:ext cx="2191110" cy="5969479"/>
          </a:xfrm>
          <a:prstGeom prst="rect">
            <a:avLst/>
          </a:prstGeom>
          <a:noFill/>
          <a:ln w="1270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04234-359D-E345-8AEE-56F4F55B9336}"/>
              </a:ext>
            </a:extLst>
          </p:cNvPr>
          <p:cNvSpPr/>
          <p:nvPr/>
        </p:nvSpPr>
        <p:spPr>
          <a:xfrm>
            <a:off x="8298611" y="444259"/>
            <a:ext cx="3393057" cy="5969479"/>
          </a:xfrm>
          <a:prstGeom prst="rect">
            <a:avLst/>
          </a:prstGeom>
          <a:noFill/>
          <a:ln w="1270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30354-5DFE-694D-8527-185C08381E73}"/>
              </a:ext>
            </a:extLst>
          </p:cNvPr>
          <p:cNvSpPr/>
          <p:nvPr/>
        </p:nvSpPr>
        <p:spPr>
          <a:xfrm>
            <a:off x="2740326" y="444258"/>
            <a:ext cx="2191110" cy="1108497"/>
          </a:xfrm>
          <a:prstGeom prst="rect">
            <a:avLst/>
          </a:prstGeom>
          <a:noFill/>
          <a:ln w="1270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597E3-F6BA-1543-BA95-0B5E7B379404}"/>
              </a:ext>
            </a:extLst>
          </p:cNvPr>
          <p:cNvSpPr/>
          <p:nvPr/>
        </p:nvSpPr>
        <p:spPr>
          <a:xfrm>
            <a:off x="2797835" y="5305241"/>
            <a:ext cx="1239327" cy="1108497"/>
          </a:xfrm>
          <a:prstGeom prst="rect">
            <a:avLst/>
          </a:prstGeom>
          <a:noFill/>
          <a:ln w="1270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97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12" ma:contentTypeDescription="Create a new document." ma:contentTypeScope="" ma:versionID="f0c030a73415d636e5a46183f50c7c24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0a459a437de2d6b79143fa2b36596490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4E8B4F-B214-426D-B0B6-336D9334964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2DCAD29-D8B6-4269-B81F-785A3B0B18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6D01BD-0B9D-4A8D-93F6-635FAC2503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87823</TotalTime>
  <Words>27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CVS Balance Sheets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52</cp:revision>
  <dcterms:created xsi:type="dcterms:W3CDTF">2019-08-14T18:16:09Z</dcterms:created>
  <dcterms:modified xsi:type="dcterms:W3CDTF">2020-03-09T15:19:52Z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