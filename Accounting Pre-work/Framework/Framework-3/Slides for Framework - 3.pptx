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97" r:id="rId6"/>
    <p:sldId id="298" r:id="rId7"/>
    <p:sldId id="299" r:id="rId8"/>
    <p:sldId id="303" r:id="rId9"/>
    <p:sldId id="305" r:id="rId10"/>
    <p:sldId id="325" r:id="rId11"/>
    <p:sldId id="323" r:id="rId12"/>
    <p:sldId id="307" r:id="rId13"/>
    <p:sldId id="324" r:id="rId14"/>
    <p:sldId id="320" r:id="rId15"/>
    <p:sldId id="270" r:id="rId16"/>
    <p:sldId id="321" r:id="rId17"/>
    <p:sldId id="32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109A9-DBF6-4EDD-9705-838C447F4879}" v="751" dt="2020-03-06T18:29:43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126" y="12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30" d="100"/>
          <a:sy n="130" d="100"/>
        </p:scale>
        <p:origin x="2802" y="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5E8109A9-DBF6-4EDD-9705-838C447F4879}"/>
    <pc:docChg chg="undo custSel mod addSld delSld modSld sldOrd modShowInfo">
      <pc:chgData name="Antle, Rick" userId="c2afbbd2-30e4-4c8e-8af5-81913178ace3" providerId="ADAL" clId="{5E8109A9-DBF6-4EDD-9705-838C447F4879}" dt="2020-03-08T20:01:08.306" v="2189" actId="20577"/>
      <pc:docMkLst>
        <pc:docMk/>
      </pc:docMkLst>
      <pc:sldChg chg="addSp delSp modSp mod modTransition setBg setClrOvrMap modNotes">
        <pc:chgData name="Antle, Rick" userId="c2afbbd2-30e4-4c8e-8af5-81913178ace3" providerId="ADAL" clId="{5E8109A9-DBF6-4EDD-9705-838C447F4879}" dt="2020-03-08T20:01:08.306" v="2189" actId="20577"/>
        <pc:sldMkLst>
          <pc:docMk/>
          <pc:sldMk cId="2379733655" sldId="256"/>
        </pc:sldMkLst>
        <pc:spChg chg="mod ord">
          <ac:chgData name="Antle, Rick" userId="c2afbbd2-30e4-4c8e-8af5-81913178ace3" providerId="ADAL" clId="{5E8109A9-DBF6-4EDD-9705-838C447F4879}" dt="2020-03-08T20:01:08.306" v="2189" actId="20577"/>
          <ac:spMkLst>
            <pc:docMk/>
            <pc:sldMk cId="2379733655" sldId="256"/>
            <ac:spMk id="2" creationId="{FD2EDFF8-79C4-4CFA-99EF-863D1C5D5E2B}"/>
          </ac:spMkLst>
        </pc:spChg>
        <pc:spChg chg="mod ord">
          <ac:chgData name="Antle, Rick" userId="c2afbbd2-30e4-4c8e-8af5-81913178ace3" providerId="ADAL" clId="{5E8109A9-DBF6-4EDD-9705-838C447F4879}" dt="2020-03-03T15:59:25.086" v="58" actId="26606"/>
          <ac:spMkLst>
            <pc:docMk/>
            <pc:sldMk cId="2379733655" sldId="256"/>
            <ac:spMk id="3" creationId="{3E9C2578-6833-44CD-A853-16910A3DAFBD}"/>
          </ac:spMkLst>
        </pc:spChg>
        <pc:spChg chg="add del">
          <ac:chgData name="Antle, Rick" userId="c2afbbd2-30e4-4c8e-8af5-81913178ace3" providerId="ADAL" clId="{5E8109A9-DBF6-4EDD-9705-838C447F4879}" dt="2020-03-03T15:54:49.372" v="52" actId="26606"/>
          <ac:spMkLst>
            <pc:docMk/>
            <pc:sldMk cId="2379733655" sldId="256"/>
            <ac:spMk id="9" creationId="{3E443FD7-A66B-4AA0-872D-B088B9BC5F17}"/>
          </ac:spMkLst>
        </pc:spChg>
        <pc:spChg chg="add del">
          <ac:chgData name="Antle, Rick" userId="c2afbbd2-30e4-4c8e-8af5-81913178ace3" providerId="ADAL" clId="{5E8109A9-DBF6-4EDD-9705-838C447F4879}" dt="2020-03-03T15:54:49.372" v="52" actId="26606"/>
          <ac:spMkLst>
            <pc:docMk/>
            <pc:sldMk cId="2379733655" sldId="256"/>
            <ac:spMk id="11" creationId="{C04BE0EF-3561-49B4-9A29-F283168A91C7}"/>
          </ac:spMkLst>
        </pc:spChg>
        <pc:spChg chg="add del">
          <ac:chgData name="Antle, Rick" userId="c2afbbd2-30e4-4c8e-8af5-81913178ace3" providerId="ADAL" clId="{5E8109A9-DBF6-4EDD-9705-838C447F4879}" dt="2020-03-03T15:55:02.710" v="54" actId="26606"/>
          <ac:spMkLst>
            <pc:docMk/>
            <pc:sldMk cId="2379733655" sldId="256"/>
            <ac:spMk id="13" creationId="{70B66945-4967-4040-926D-DCA44313CDAB}"/>
          </ac:spMkLst>
        </pc:spChg>
        <pc:spChg chg="add del">
          <ac:chgData name="Antle, Rick" userId="c2afbbd2-30e4-4c8e-8af5-81913178ace3" providerId="ADAL" clId="{5E8109A9-DBF6-4EDD-9705-838C447F4879}" dt="2020-03-03T15:55:02.710" v="54" actId="26606"/>
          <ac:spMkLst>
            <pc:docMk/>
            <pc:sldMk cId="2379733655" sldId="256"/>
            <ac:spMk id="14" creationId="{C0B27210-D0CA-4654-B3E3-9ABB4F178EA1}"/>
          </ac:spMkLst>
        </pc:spChg>
        <pc:spChg chg="add del">
          <ac:chgData name="Antle, Rick" userId="c2afbbd2-30e4-4c8e-8af5-81913178ace3" providerId="ADAL" clId="{5E8109A9-DBF6-4EDD-9705-838C447F4879}" dt="2020-03-03T15:55:02.710" v="54" actId="26606"/>
          <ac:spMkLst>
            <pc:docMk/>
            <pc:sldMk cId="2379733655" sldId="256"/>
            <ac:spMk id="15" creationId="{1DB7C82F-AB7E-4F0C-B829-FA1B9C415180}"/>
          </ac:spMkLst>
        </pc:spChg>
        <pc:spChg chg="add del">
          <ac:chgData name="Antle, Rick" userId="c2afbbd2-30e4-4c8e-8af5-81913178ace3" providerId="ADAL" clId="{5E8109A9-DBF6-4EDD-9705-838C447F4879}" dt="2020-03-03T15:58:51.389" v="56" actId="26606"/>
          <ac:spMkLst>
            <pc:docMk/>
            <pc:sldMk cId="2379733655" sldId="256"/>
            <ac:spMk id="17" creationId="{0671A8AE-40A1-4631-A6B8-581AFF065482}"/>
          </ac:spMkLst>
        </pc:spChg>
        <pc:spChg chg="add del">
          <ac:chgData name="Antle, Rick" userId="c2afbbd2-30e4-4c8e-8af5-81913178ace3" providerId="ADAL" clId="{5E8109A9-DBF6-4EDD-9705-838C447F4879}" dt="2020-03-03T15:58:51.389" v="56" actId="26606"/>
          <ac:spMkLst>
            <pc:docMk/>
            <pc:sldMk cId="2379733655" sldId="256"/>
            <ac:spMk id="18" creationId="{AB58EF07-17C2-48CF-ABB0-EEF1F17CB8F0}"/>
          </ac:spMkLst>
        </pc:spChg>
        <pc:spChg chg="add del">
          <ac:chgData name="Antle, Rick" userId="c2afbbd2-30e4-4c8e-8af5-81913178ace3" providerId="ADAL" clId="{5E8109A9-DBF6-4EDD-9705-838C447F4879}" dt="2020-03-03T15:58:51.389" v="56" actId="26606"/>
          <ac:spMkLst>
            <pc:docMk/>
            <pc:sldMk cId="2379733655" sldId="256"/>
            <ac:spMk id="19" creationId="{AF2F604E-43BE-4DC3-B983-E071523364F8}"/>
          </ac:spMkLst>
        </pc:spChg>
        <pc:spChg chg="add del">
          <ac:chgData name="Antle, Rick" userId="c2afbbd2-30e4-4c8e-8af5-81913178ace3" providerId="ADAL" clId="{5E8109A9-DBF6-4EDD-9705-838C447F4879}" dt="2020-03-03T15:58:51.389" v="56" actId="26606"/>
          <ac:spMkLst>
            <pc:docMk/>
            <pc:sldMk cId="2379733655" sldId="256"/>
            <ac:spMk id="20" creationId="{08C9B587-E65E-4B52-B37C-ABEBB6E87928}"/>
          </ac:spMkLst>
        </pc:spChg>
        <pc:spChg chg="add del">
          <ac:chgData name="Antle, Rick" userId="c2afbbd2-30e4-4c8e-8af5-81913178ace3" providerId="ADAL" clId="{5E8109A9-DBF6-4EDD-9705-838C447F4879}" dt="2020-03-03T15:59:25.086" v="58" actId="26606"/>
          <ac:spMkLst>
            <pc:docMk/>
            <pc:sldMk cId="2379733655" sldId="256"/>
            <ac:spMk id="22" creationId="{17CDB40A-75BB-4498-A20B-59C3984A3A94}"/>
          </ac:spMkLst>
        </pc:spChg>
        <pc:picChg chg="add mod ord">
          <ac:chgData name="Antle, Rick" userId="c2afbbd2-30e4-4c8e-8af5-81913178ace3" providerId="ADAL" clId="{5E8109A9-DBF6-4EDD-9705-838C447F4879}" dt="2020-03-03T15:59:25.086" v="58" actId="26606"/>
          <ac:picMkLst>
            <pc:docMk/>
            <pc:sldMk cId="2379733655" sldId="256"/>
            <ac:picMk id="4" creationId="{81BD9717-68B8-46BD-997D-048C260ACBD8}"/>
          </ac:picMkLst>
        </pc:picChg>
      </pc:sldChg>
      <pc:sldChg chg="modSp add modTransition modAnim">
        <pc:chgData name="Antle, Rick" userId="c2afbbd2-30e4-4c8e-8af5-81913178ace3" providerId="ADAL" clId="{5E8109A9-DBF6-4EDD-9705-838C447F4879}" dt="2020-03-06T16:00:08.030" v="2110" actId="20577"/>
        <pc:sldMkLst>
          <pc:docMk/>
          <pc:sldMk cId="2993516708" sldId="270"/>
        </pc:sldMkLst>
        <pc:spChg chg="mod">
          <ac:chgData name="Antle, Rick" userId="c2afbbd2-30e4-4c8e-8af5-81913178ace3" providerId="ADAL" clId="{5E8109A9-DBF6-4EDD-9705-838C447F4879}" dt="2020-03-06T16:00:08.030" v="2110" actId="20577"/>
          <ac:spMkLst>
            <pc:docMk/>
            <pc:sldMk cId="2993516708" sldId="270"/>
            <ac:spMk id="2" creationId="{00000000-0000-0000-0000-000000000000}"/>
          </ac:spMkLst>
        </pc:spChg>
        <pc:spChg chg="mod">
          <ac:chgData name="Antle, Rick" userId="c2afbbd2-30e4-4c8e-8af5-81913178ace3" providerId="ADAL" clId="{5E8109A9-DBF6-4EDD-9705-838C447F4879}" dt="2020-03-06T15:59:39.428" v="2108" actId="6549"/>
          <ac:spMkLst>
            <pc:docMk/>
            <pc:sldMk cId="2993516708" sldId="270"/>
            <ac:spMk id="3" creationId="{00000000-0000-0000-0000-000000000000}"/>
          </ac:spMkLst>
        </pc:spChg>
      </pc:sldChg>
      <pc:sldChg chg="add del ord modTransition">
        <pc:chgData name="Antle, Rick" userId="c2afbbd2-30e4-4c8e-8af5-81913178ace3" providerId="ADAL" clId="{5E8109A9-DBF6-4EDD-9705-838C447F4879}" dt="2020-03-05T22:39:32.268" v="1511" actId="47"/>
        <pc:sldMkLst>
          <pc:docMk/>
          <pc:sldMk cId="3432257881" sldId="282"/>
        </pc:sldMkLst>
      </pc:sldChg>
      <pc:sldChg chg="modSp modTransition modAnim">
        <pc:chgData name="Antle, Rick" userId="c2afbbd2-30e4-4c8e-8af5-81913178ace3" providerId="ADAL" clId="{5E8109A9-DBF6-4EDD-9705-838C447F4879}" dt="2020-03-05T21:29:05.177" v="1407" actId="5793"/>
        <pc:sldMkLst>
          <pc:docMk/>
          <pc:sldMk cId="14756461" sldId="297"/>
        </pc:sldMkLst>
        <pc:spChg chg="mod">
          <ac:chgData name="Antle, Rick" userId="c2afbbd2-30e4-4c8e-8af5-81913178ace3" providerId="ADAL" clId="{5E8109A9-DBF6-4EDD-9705-838C447F4879}" dt="2020-03-05T21:29:05.177" v="1407" actId="5793"/>
          <ac:spMkLst>
            <pc:docMk/>
            <pc:sldMk cId="14756461" sldId="297"/>
            <ac:spMk id="3" creationId="{00000000-0000-0000-0000-000000000000}"/>
          </ac:spMkLst>
        </pc:spChg>
      </pc:sldChg>
      <pc:sldChg chg="modTransition">
        <pc:chgData name="Antle, Rick" userId="c2afbbd2-30e4-4c8e-8af5-81913178ace3" providerId="ADAL" clId="{5E8109A9-DBF6-4EDD-9705-838C447F4879}" dt="2020-03-03T20:10:58.862" v="1369"/>
        <pc:sldMkLst>
          <pc:docMk/>
          <pc:sldMk cId="442544629" sldId="298"/>
        </pc:sldMkLst>
      </pc:sldChg>
      <pc:sldChg chg="modTransition">
        <pc:chgData name="Antle, Rick" userId="c2afbbd2-30e4-4c8e-8af5-81913178ace3" providerId="ADAL" clId="{5E8109A9-DBF6-4EDD-9705-838C447F4879}" dt="2020-03-03T20:10:58.862" v="1369"/>
        <pc:sldMkLst>
          <pc:docMk/>
          <pc:sldMk cId="4016190820" sldId="299"/>
        </pc:sldMkLst>
      </pc:sldChg>
      <pc:sldChg chg="modTransition">
        <pc:chgData name="Antle, Rick" userId="c2afbbd2-30e4-4c8e-8af5-81913178ace3" providerId="ADAL" clId="{5E8109A9-DBF6-4EDD-9705-838C447F4879}" dt="2020-03-03T20:10:58.862" v="1369"/>
        <pc:sldMkLst>
          <pc:docMk/>
          <pc:sldMk cId="2574396043" sldId="303"/>
        </pc:sldMkLst>
      </pc:sldChg>
      <pc:sldChg chg="modSp modTransition modAnim">
        <pc:chgData name="Antle, Rick" userId="c2afbbd2-30e4-4c8e-8af5-81913178ace3" providerId="ADAL" clId="{5E8109A9-DBF6-4EDD-9705-838C447F4879}" dt="2020-03-06T18:29:43.273" v="2175" actId="20577"/>
        <pc:sldMkLst>
          <pc:docMk/>
          <pc:sldMk cId="2475093264" sldId="305"/>
        </pc:sldMkLst>
        <pc:spChg chg="mod">
          <ac:chgData name="Antle, Rick" userId="c2afbbd2-30e4-4c8e-8af5-81913178ace3" providerId="ADAL" clId="{5E8109A9-DBF6-4EDD-9705-838C447F4879}" dt="2020-03-06T18:29:43.273" v="2175" actId="20577"/>
          <ac:spMkLst>
            <pc:docMk/>
            <pc:sldMk cId="2475093264" sldId="305"/>
            <ac:spMk id="3" creationId="{00000000-0000-0000-0000-000000000000}"/>
          </ac:spMkLst>
        </pc:spChg>
      </pc:sldChg>
      <pc:sldChg chg="modSp del modTransition setBg">
        <pc:chgData name="Antle, Rick" userId="c2afbbd2-30e4-4c8e-8af5-81913178ace3" providerId="ADAL" clId="{5E8109A9-DBF6-4EDD-9705-838C447F4879}" dt="2020-03-05T22:31:40.018" v="1447" actId="47"/>
        <pc:sldMkLst>
          <pc:docMk/>
          <pc:sldMk cId="724055024" sldId="306"/>
        </pc:sldMkLst>
        <pc:spChg chg="mod">
          <ac:chgData name="Antle, Rick" userId="c2afbbd2-30e4-4c8e-8af5-81913178ace3" providerId="ADAL" clId="{5E8109A9-DBF6-4EDD-9705-838C447F4879}" dt="2020-03-05T22:30:48.643" v="1438" actId="179"/>
          <ac:spMkLst>
            <pc:docMk/>
            <pc:sldMk cId="724055024" sldId="306"/>
            <ac:spMk id="3" creationId="{00000000-0000-0000-0000-000000000000}"/>
          </ac:spMkLst>
        </pc:spChg>
      </pc:sldChg>
      <pc:sldChg chg="delSp modSp modTransition delAnim modAnim">
        <pc:chgData name="Antle, Rick" userId="c2afbbd2-30e4-4c8e-8af5-81913178ace3" providerId="ADAL" clId="{5E8109A9-DBF6-4EDD-9705-838C447F4879}" dt="2020-03-05T22:48:10.505" v="1543"/>
        <pc:sldMkLst>
          <pc:docMk/>
          <pc:sldMk cId="3512744393" sldId="307"/>
        </pc:sldMkLst>
        <pc:spChg chg="mod">
          <ac:chgData name="Antle, Rick" userId="c2afbbd2-30e4-4c8e-8af5-81913178ace3" providerId="ADAL" clId="{5E8109A9-DBF6-4EDD-9705-838C447F4879}" dt="2020-03-05T22:48:04.802" v="1542" actId="1076"/>
          <ac:spMkLst>
            <pc:docMk/>
            <pc:sldMk cId="3512744393" sldId="307"/>
            <ac:spMk id="3" creationId="{00000000-0000-0000-0000-000000000000}"/>
          </ac:spMkLst>
        </pc:spChg>
        <pc:spChg chg="del mod">
          <ac:chgData name="Antle, Rick" userId="c2afbbd2-30e4-4c8e-8af5-81913178ace3" providerId="ADAL" clId="{5E8109A9-DBF6-4EDD-9705-838C447F4879}" dt="2020-03-05T22:47:38.520" v="1541" actId="21"/>
          <ac:spMkLst>
            <pc:docMk/>
            <pc:sldMk cId="3512744393" sldId="307"/>
            <ac:spMk id="4" creationId="{00000000-0000-0000-0000-000000000000}"/>
          </ac:spMkLst>
        </pc:spChg>
        <pc:spChg chg="del">
          <ac:chgData name="Antle, Rick" userId="c2afbbd2-30e4-4c8e-8af5-81913178ace3" providerId="ADAL" clId="{5E8109A9-DBF6-4EDD-9705-838C447F4879}" dt="2020-03-05T22:47:11.643" v="1537" actId="478"/>
          <ac:spMkLst>
            <pc:docMk/>
            <pc:sldMk cId="3512744393" sldId="307"/>
            <ac:spMk id="5" creationId="{00000000-0000-0000-0000-000000000000}"/>
          </ac:spMkLst>
        </pc:spChg>
        <pc:spChg chg="del">
          <ac:chgData name="Antle, Rick" userId="c2afbbd2-30e4-4c8e-8af5-81913178ace3" providerId="ADAL" clId="{5E8109A9-DBF6-4EDD-9705-838C447F4879}" dt="2020-03-05T22:47:11.643" v="1537" actId="478"/>
          <ac:spMkLst>
            <pc:docMk/>
            <pc:sldMk cId="3512744393" sldId="307"/>
            <ac:spMk id="6" creationId="{00000000-0000-0000-0000-000000000000}"/>
          </ac:spMkLst>
        </pc:spChg>
        <pc:picChg chg="del">
          <ac:chgData name="Antle, Rick" userId="c2afbbd2-30e4-4c8e-8af5-81913178ace3" providerId="ADAL" clId="{5E8109A9-DBF6-4EDD-9705-838C447F4879}" dt="2020-03-05T22:47:11.643" v="1537" actId="478"/>
          <ac:picMkLst>
            <pc:docMk/>
            <pc:sldMk cId="3512744393" sldId="307"/>
            <ac:picMk id="2" creationId="{00000000-0000-0000-0000-000000000000}"/>
          </ac:picMkLst>
        </pc:picChg>
        <pc:picChg chg="mod">
          <ac:chgData name="Antle, Rick" userId="c2afbbd2-30e4-4c8e-8af5-81913178ace3" providerId="ADAL" clId="{5E8109A9-DBF6-4EDD-9705-838C447F4879}" dt="2020-03-05T22:47:29.969" v="1540" actId="1076"/>
          <ac:picMkLst>
            <pc:docMk/>
            <pc:sldMk cId="3512744393" sldId="307"/>
            <ac:picMk id="1026" creationId="{00000000-0000-0000-0000-000000000000}"/>
          </ac:picMkLst>
        </pc:picChg>
      </pc:sldChg>
      <pc:sldChg chg="ord modTransition">
        <pc:chgData name="Antle, Rick" userId="c2afbbd2-30e4-4c8e-8af5-81913178ace3" providerId="ADAL" clId="{5E8109A9-DBF6-4EDD-9705-838C447F4879}" dt="2020-03-05T22:39:40.448" v="1513"/>
        <pc:sldMkLst>
          <pc:docMk/>
          <pc:sldMk cId="99635929" sldId="320"/>
        </pc:sldMkLst>
      </pc:sldChg>
      <pc:sldChg chg="addSp delSp modSp add modTransition">
        <pc:chgData name="Antle, Rick" userId="c2afbbd2-30e4-4c8e-8af5-81913178ace3" providerId="ADAL" clId="{5E8109A9-DBF6-4EDD-9705-838C447F4879}" dt="2020-03-05T22:24:04.250" v="1431" actId="14100"/>
        <pc:sldMkLst>
          <pc:docMk/>
          <pc:sldMk cId="675647855" sldId="321"/>
        </pc:sldMkLst>
        <pc:spChg chg="mod">
          <ac:chgData name="Antle, Rick" userId="c2afbbd2-30e4-4c8e-8af5-81913178ace3" providerId="ADAL" clId="{5E8109A9-DBF6-4EDD-9705-838C447F4879}" dt="2020-03-03T18:43:50.098" v="344" actId="20577"/>
          <ac:spMkLst>
            <pc:docMk/>
            <pc:sldMk cId="675647855" sldId="321"/>
            <ac:spMk id="2" creationId="{C8ED8C37-DB74-40BA-8E66-9FB493B80E2B}"/>
          </ac:spMkLst>
        </pc:spChg>
        <pc:spChg chg="add mod">
          <ac:chgData name="Antle, Rick" userId="c2afbbd2-30e4-4c8e-8af5-81913178ace3" providerId="ADAL" clId="{5E8109A9-DBF6-4EDD-9705-838C447F4879}" dt="2020-03-03T18:57:38.536" v="352" actId="1076"/>
          <ac:spMkLst>
            <pc:docMk/>
            <pc:sldMk cId="675647855" sldId="321"/>
            <ac:spMk id="3" creationId="{B7447263-AEFB-49FD-AB86-04F5D17A14FC}"/>
          </ac:spMkLst>
        </pc:spChg>
        <pc:spChg chg="add mod">
          <ac:chgData name="Antle, Rick" userId="c2afbbd2-30e4-4c8e-8af5-81913178ace3" providerId="ADAL" clId="{5E8109A9-DBF6-4EDD-9705-838C447F4879}" dt="2020-03-03T18:57:44.980" v="353" actId="1076"/>
          <ac:spMkLst>
            <pc:docMk/>
            <pc:sldMk cId="675647855" sldId="321"/>
            <ac:spMk id="4" creationId="{41A73EF7-FDA3-4436-9630-E6CAE5591740}"/>
          </ac:spMkLst>
        </pc:spChg>
        <pc:spChg chg="add del mod">
          <ac:chgData name="Antle, Rick" userId="c2afbbd2-30e4-4c8e-8af5-81913178ace3" providerId="ADAL" clId="{5E8109A9-DBF6-4EDD-9705-838C447F4879}" dt="2020-03-03T18:57:25.043" v="351"/>
          <ac:spMkLst>
            <pc:docMk/>
            <pc:sldMk cId="675647855" sldId="321"/>
            <ac:spMk id="5" creationId="{578D9FB2-5FF2-478A-8169-EE723BBABD32}"/>
          </ac:spMkLst>
        </pc:spChg>
        <pc:spChg chg="add mod">
          <ac:chgData name="Antle, Rick" userId="c2afbbd2-30e4-4c8e-8af5-81913178ace3" providerId="ADAL" clId="{5E8109A9-DBF6-4EDD-9705-838C447F4879}" dt="2020-03-05T22:21:03.097" v="1414" actId="1076"/>
          <ac:spMkLst>
            <pc:docMk/>
            <pc:sldMk cId="675647855" sldId="321"/>
            <ac:spMk id="6" creationId="{AA95BC05-F0C2-49C8-B3B6-2DF65775B7CA}"/>
          </ac:spMkLst>
        </pc:spChg>
        <pc:spChg chg="add mod">
          <ac:chgData name="Antle, Rick" userId="c2afbbd2-30e4-4c8e-8af5-81913178ace3" providerId="ADAL" clId="{5E8109A9-DBF6-4EDD-9705-838C447F4879}" dt="2020-03-05T22:21:03.097" v="1414" actId="1076"/>
          <ac:spMkLst>
            <pc:docMk/>
            <pc:sldMk cId="675647855" sldId="321"/>
            <ac:spMk id="7" creationId="{8607F71D-4442-4C34-B645-69ED1C7EBD95}"/>
          </ac:spMkLst>
        </pc:spChg>
        <pc:spChg chg="add mod">
          <ac:chgData name="Antle, Rick" userId="c2afbbd2-30e4-4c8e-8af5-81913178ace3" providerId="ADAL" clId="{5E8109A9-DBF6-4EDD-9705-838C447F4879}" dt="2020-03-05T22:22:54.344" v="1425" actId="1076"/>
          <ac:spMkLst>
            <pc:docMk/>
            <pc:sldMk cId="675647855" sldId="321"/>
            <ac:spMk id="8" creationId="{83D65246-251A-4BF7-AC26-CBF8FE3CDD9A}"/>
          </ac:spMkLst>
        </pc:spChg>
        <pc:spChg chg="add mod">
          <ac:chgData name="Antle, Rick" userId="c2afbbd2-30e4-4c8e-8af5-81913178ace3" providerId="ADAL" clId="{5E8109A9-DBF6-4EDD-9705-838C447F4879}" dt="2020-03-05T22:22:38.195" v="1423" actId="20577"/>
          <ac:spMkLst>
            <pc:docMk/>
            <pc:sldMk cId="675647855" sldId="321"/>
            <ac:spMk id="9" creationId="{708A10AC-73B6-45D9-ADE7-2CF8149C2B30}"/>
          </ac:spMkLst>
        </pc:spChg>
        <pc:spChg chg="add mod">
          <ac:chgData name="Antle, Rick" userId="c2afbbd2-30e4-4c8e-8af5-81913178ace3" providerId="ADAL" clId="{5E8109A9-DBF6-4EDD-9705-838C447F4879}" dt="2020-03-05T22:24:04.250" v="1431" actId="14100"/>
          <ac:spMkLst>
            <pc:docMk/>
            <pc:sldMk cId="675647855" sldId="321"/>
            <ac:spMk id="10" creationId="{EB4E6950-7025-446B-A36F-8EB58EC680B7}"/>
          </ac:spMkLst>
        </pc:spChg>
      </pc:sldChg>
      <pc:sldChg chg="modSp add del">
        <pc:chgData name="Antle, Rick" userId="c2afbbd2-30e4-4c8e-8af5-81913178ace3" providerId="ADAL" clId="{5E8109A9-DBF6-4EDD-9705-838C447F4879}" dt="2020-03-03T16:03:25.966" v="72"/>
        <pc:sldMkLst>
          <pc:docMk/>
          <pc:sldMk cId="1927262445" sldId="321"/>
        </pc:sldMkLst>
        <pc:spChg chg="mod">
          <ac:chgData name="Antle, Rick" userId="c2afbbd2-30e4-4c8e-8af5-81913178ace3" providerId="ADAL" clId="{5E8109A9-DBF6-4EDD-9705-838C447F4879}" dt="2020-03-03T16:03:25.966" v="72"/>
          <ac:spMkLst>
            <pc:docMk/>
            <pc:sldMk cId="1927262445" sldId="321"/>
            <ac:spMk id="3" creationId="{00000000-0000-0000-0000-000000000000}"/>
          </ac:spMkLst>
        </pc:spChg>
      </pc:sldChg>
      <pc:sldChg chg="modSp add modTransition">
        <pc:chgData name="Antle, Rick" userId="c2afbbd2-30e4-4c8e-8af5-81913178ace3" providerId="ADAL" clId="{5E8109A9-DBF6-4EDD-9705-838C447F4879}" dt="2020-03-06T16:08:26.698" v="2123" actId="20577"/>
        <pc:sldMkLst>
          <pc:docMk/>
          <pc:sldMk cId="1461606759" sldId="322"/>
        </pc:sldMkLst>
        <pc:spChg chg="mod">
          <ac:chgData name="Antle, Rick" userId="c2afbbd2-30e4-4c8e-8af5-81913178ace3" providerId="ADAL" clId="{5E8109A9-DBF6-4EDD-9705-838C447F4879}" dt="2020-03-03T19:25:23.252" v="1012" actId="20577"/>
          <ac:spMkLst>
            <pc:docMk/>
            <pc:sldMk cId="1461606759" sldId="322"/>
            <ac:spMk id="2" creationId="{31BECAE3-6164-4A5B-A811-609D2FF9DC7B}"/>
          </ac:spMkLst>
        </pc:spChg>
        <pc:spChg chg="mod">
          <ac:chgData name="Antle, Rick" userId="c2afbbd2-30e4-4c8e-8af5-81913178ace3" providerId="ADAL" clId="{5E8109A9-DBF6-4EDD-9705-838C447F4879}" dt="2020-03-06T16:08:26.698" v="2123" actId="20577"/>
          <ac:spMkLst>
            <pc:docMk/>
            <pc:sldMk cId="1461606759" sldId="322"/>
            <ac:spMk id="3" creationId="{4C5F4C7E-8060-4959-BA30-DC12A0A128FA}"/>
          </ac:spMkLst>
        </pc:spChg>
      </pc:sldChg>
      <pc:sldChg chg="modSp add">
        <pc:chgData name="Antle, Rick" userId="c2afbbd2-30e4-4c8e-8af5-81913178ace3" providerId="ADAL" clId="{5E8109A9-DBF6-4EDD-9705-838C447F4879}" dt="2020-03-05T22:45:24.386" v="1536" actId="20577"/>
        <pc:sldMkLst>
          <pc:docMk/>
          <pc:sldMk cId="2827810041" sldId="323"/>
        </pc:sldMkLst>
        <pc:spChg chg="mod">
          <ac:chgData name="Antle, Rick" userId="c2afbbd2-30e4-4c8e-8af5-81913178ace3" providerId="ADAL" clId="{5E8109A9-DBF6-4EDD-9705-838C447F4879}" dt="2020-03-05T22:31:30.423" v="1446" actId="20577"/>
          <ac:spMkLst>
            <pc:docMk/>
            <pc:sldMk cId="2827810041" sldId="323"/>
            <ac:spMk id="2" creationId="{00000000-0000-0000-0000-000000000000}"/>
          </ac:spMkLst>
        </pc:spChg>
        <pc:spChg chg="mod">
          <ac:chgData name="Antle, Rick" userId="c2afbbd2-30e4-4c8e-8af5-81913178ace3" providerId="ADAL" clId="{5E8109A9-DBF6-4EDD-9705-838C447F4879}" dt="2020-03-05T22:45:24.386" v="1536" actId="20577"/>
          <ac:spMkLst>
            <pc:docMk/>
            <pc:sldMk cId="2827810041" sldId="323"/>
            <ac:spMk id="3" creationId="{00000000-0000-0000-0000-000000000000}"/>
          </ac:spMkLst>
        </pc:spChg>
      </pc:sldChg>
      <pc:sldChg chg="addSp delSp modSp add delAnim modAnim">
        <pc:chgData name="Antle, Rick" userId="c2afbbd2-30e4-4c8e-8af5-81913178ace3" providerId="ADAL" clId="{5E8109A9-DBF6-4EDD-9705-838C447F4879}" dt="2020-03-06T18:03:34.727" v="2125"/>
        <pc:sldMkLst>
          <pc:docMk/>
          <pc:sldMk cId="2957145358" sldId="324"/>
        </pc:sldMkLst>
        <pc:spChg chg="del">
          <ac:chgData name="Antle, Rick" userId="c2afbbd2-30e4-4c8e-8af5-81913178ace3" providerId="ADAL" clId="{5E8109A9-DBF6-4EDD-9705-838C447F4879}" dt="2020-03-05T22:32:43.263" v="1456" actId="478"/>
          <ac:spMkLst>
            <pc:docMk/>
            <pc:sldMk cId="2957145358" sldId="324"/>
            <ac:spMk id="3" creationId="{00000000-0000-0000-0000-000000000000}"/>
          </ac:spMkLst>
        </pc:spChg>
        <pc:spChg chg="del mod">
          <ac:chgData name="Antle, Rick" userId="c2afbbd2-30e4-4c8e-8af5-81913178ace3" providerId="ADAL" clId="{5E8109A9-DBF6-4EDD-9705-838C447F4879}" dt="2020-03-05T22:32:39.203" v="1455" actId="478"/>
          <ac:spMkLst>
            <pc:docMk/>
            <pc:sldMk cId="2957145358" sldId="324"/>
            <ac:spMk id="4" creationId="{00000000-0000-0000-0000-000000000000}"/>
          </ac:spMkLst>
        </pc:spChg>
        <pc:spChg chg="mod">
          <ac:chgData name="Antle, Rick" userId="c2afbbd2-30e4-4c8e-8af5-81913178ace3" providerId="ADAL" clId="{5E8109A9-DBF6-4EDD-9705-838C447F4879}" dt="2020-03-05T22:37:30.222" v="1488" actId="1076"/>
          <ac:spMkLst>
            <pc:docMk/>
            <pc:sldMk cId="2957145358" sldId="324"/>
            <ac:spMk id="5" creationId="{00000000-0000-0000-0000-000000000000}"/>
          </ac:spMkLst>
        </pc:spChg>
        <pc:spChg chg="mod">
          <ac:chgData name="Antle, Rick" userId="c2afbbd2-30e4-4c8e-8af5-81913178ace3" providerId="ADAL" clId="{5E8109A9-DBF6-4EDD-9705-838C447F4879}" dt="2020-03-05T22:37:24.607" v="1487" actId="1076"/>
          <ac:spMkLst>
            <pc:docMk/>
            <pc:sldMk cId="2957145358" sldId="324"/>
            <ac:spMk id="6" creationId="{00000000-0000-0000-0000-000000000000}"/>
          </ac:spMkLst>
        </pc:spChg>
        <pc:spChg chg="add mod">
          <ac:chgData name="Antle, Rick" userId="c2afbbd2-30e4-4c8e-8af5-81913178ace3" providerId="ADAL" clId="{5E8109A9-DBF6-4EDD-9705-838C447F4879}" dt="2020-03-05T22:39:20.902" v="1510" actId="1076"/>
          <ac:spMkLst>
            <pc:docMk/>
            <pc:sldMk cId="2957145358" sldId="324"/>
            <ac:spMk id="7" creationId="{23F01531-68E4-438B-9045-995D14890505}"/>
          </ac:spMkLst>
        </pc:spChg>
        <pc:picChg chg="mod">
          <ac:chgData name="Antle, Rick" userId="c2afbbd2-30e4-4c8e-8af5-81913178ace3" providerId="ADAL" clId="{5E8109A9-DBF6-4EDD-9705-838C447F4879}" dt="2020-03-05T22:37:20.060" v="1486" actId="1076"/>
          <ac:picMkLst>
            <pc:docMk/>
            <pc:sldMk cId="2957145358" sldId="324"/>
            <ac:picMk id="2" creationId="{00000000-0000-0000-0000-000000000000}"/>
          </ac:picMkLst>
        </pc:picChg>
        <pc:picChg chg="del mod">
          <ac:chgData name="Antle, Rick" userId="c2afbbd2-30e4-4c8e-8af5-81913178ace3" providerId="ADAL" clId="{5E8109A9-DBF6-4EDD-9705-838C447F4879}" dt="2020-03-05T22:32:11.599" v="1450" actId="478"/>
          <ac:picMkLst>
            <pc:docMk/>
            <pc:sldMk cId="2957145358" sldId="324"/>
            <ac:picMk id="1026" creationId="{00000000-0000-0000-0000-000000000000}"/>
          </ac:picMkLst>
        </pc:picChg>
      </pc:sldChg>
      <pc:sldChg chg="modSp add ord">
        <pc:chgData name="Antle, Rick" userId="c2afbbd2-30e4-4c8e-8af5-81913178ace3" providerId="ADAL" clId="{5E8109A9-DBF6-4EDD-9705-838C447F4879}" dt="2020-03-06T18:04:38.994" v="2173"/>
        <pc:sldMkLst>
          <pc:docMk/>
          <pc:sldMk cId="907959221" sldId="325"/>
        </pc:sldMkLst>
        <pc:spChg chg="mod">
          <ac:chgData name="Antle, Rick" userId="c2afbbd2-30e4-4c8e-8af5-81913178ace3" providerId="ADAL" clId="{5E8109A9-DBF6-4EDD-9705-838C447F4879}" dt="2020-03-06T18:04:15.659" v="2141" actId="20577"/>
          <ac:spMkLst>
            <pc:docMk/>
            <pc:sldMk cId="907959221" sldId="325"/>
            <ac:spMk id="2" creationId="{1B474955-B013-484D-8C98-B81675DC0D64}"/>
          </ac:spMkLst>
        </pc:spChg>
        <pc:spChg chg="mod">
          <ac:chgData name="Antle, Rick" userId="c2afbbd2-30e4-4c8e-8af5-81913178ace3" providerId="ADAL" clId="{5E8109A9-DBF6-4EDD-9705-838C447F4879}" dt="2020-03-06T18:04:27.684" v="2171" actId="20577"/>
          <ac:spMkLst>
            <pc:docMk/>
            <pc:sldMk cId="907959221" sldId="325"/>
            <ac:spMk id="3" creationId="{A1128B4C-1B0E-4DCD-B021-F4D7E0DDCA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EAC82-B193-44A6-A708-96395A66D93B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9F167-C2A3-4A26-ABD4-19B4A627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9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09F167-C2A3-4A26-ABD4-19B4A62753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39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B12A-D6F2-4AE8-9089-BEE1AF6B7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55156-113D-4BBF-9AFE-B532593D3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3551A-F65D-4A97-9791-8F10E4A6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0430E-1974-45A7-9F72-8E95C1F3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E9CB-8C85-4F3A-874F-EA6F3442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8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E73B-0B6A-4EC1-BB0B-962FFDD7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28A0A-22FB-4F79-9BDE-B106BD4FC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2CA05-DF53-4647-92B6-0F0F0CF11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2476D-2E07-447C-8ED2-19040260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65F7-99EC-4609-81D1-B1C402BE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1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366A-8CF9-49DA-A2EF-75FCDDA34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47280-41F3-4E11-8AE6-A78F07F45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BED40-B516-41A1-A941-10F915AC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8E990-E420-4432-A901-A5D9D632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C8F67-1F8D-4197-827F-37F371C1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1F11A-CAD3-45C4-AF5A-CB8AE84A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C2D7-BF20-4111-90C7-643312C29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293E3-760A-46D0-8125-D54AD41D1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0FC55-ECF4-48C4-ABA3-269CC8F3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7A48C-F604-4B7B-B998-A76FAB3D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52CE9-2B86-4533-9529-89CD1371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8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08F08-6E2A-4FDF-87DD-6D95F6EE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C3B16-88E2-40A9-9548-153EB2F06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86D71-31F7-45BA-993B-F3BD1E41F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114F96-D559-4E11-8808-50C7DBAF4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97BC5-7A9A-43A6-8BD7-AE33E9D95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2BF82-6682-4DC6-9DD3-4D274549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66D44-C57C-4C2F-AA57-F16D3ED8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DCD69-EC73-4E74-B560-CD0F84D1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0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0B3E-7859-4FB8-93EE-E995F0DD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A5AE2-A5D3-43F4-B527-9D29FB470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BB68C-789A-43E4-BFF0-43BABACE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6B77E-B0FB-4C95-A993-4F13D95A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8508E-5BA0-43D0-86DB-B7E186B30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6B1715-E939-44B2-B849-AFA6A98B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80BA-94ED-4F29-AE21-F3FDA27D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4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6194-2BF1-49FC-BADF-B319FCC0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FE10D-75E5-4A14-8594-7EC2F9FC5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77656-D845-4849-9453-2209E2F67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0B390-B39A-40AD-B6B4-245C4192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CFEB4-8463-47AC-BA01-BBCD9BDF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1C06A-5F18-4C28-9BE3-5B4F4F80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9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CFB-5DFF-48F7-86A2-BE94CCD3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E6044-F9EB-4BBD-8D8B-E84D5F84D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A0A81-748E-48EB-85E8-BC61A6D42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26CEE-147A-4AAA-BA92-3E52317C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62937-38CB-4CFB-ADEF-673D984B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7EFEA-C79E-4553-913F-849447A2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2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D06E-8622-4935-88A5-6F89B37F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EA5BA-6039-4E6D-B70C-E6A166F6E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7E8CE-6FFD-4EE9-AA10-EAB982DF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F0BF4-A42E-47E5-B5E3-814B7097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88608-3711-4C71-B2B2-62E1CB6E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40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0A6641-7952-47D9-B394-87965F572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A4BB0-CFF4-4B44-95A0-C0D5FB5F8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EDBA9-2AE2-4580-9C95-42932A45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17EBF-CBBF-4799-92B7-C9145A43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3819-9648-4C5D-90CF-814A8307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2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143527-5A61-4D06-9A1C-C4720786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47913-923D-4DAB-8EE9-665F89E39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C8E41-8BBE-4639-907A-DC8A861C7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2069C-ECDA-4D56-AAFC-18C3E37A9600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8314D-2417-4011-BF07-FFACE6D71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D906-8D47-4DC0-A7A1-6154554E6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0C4FD-EEC3-45FB-AEBA-1B1E5DFC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5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en.wikipedia.org/wiki/Madoff_investment_scanda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n.com/2019/07/24/business/bernie-madoff-commute/index.html" TargetMode="External"/><Relationship Id="rId3" Type="http://schemas.openxmlformats.org/officeDocument/2006/relationships/hyperlink" Target="https://en.wikipedia.org/wiki/Restitution" TargetMode="External"/><Relationship Id="rId7" Type="http://schemas.openxmlformats.org/officeDocument/2006/relationships/hyperlink" Target="https://www.cnn.com/2020/02/05/business/bernie-madoff-prison-release-request/index.html" TargetMode="External"/><Relationship Id="rId2" Type="http://schemas.openxmlformats.org/officeDocument/2006/relationships/hyperlink" Target="https://en.wikipedia.org/wiki/Federal_priso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nn.com/business" TargetMode="External"/><Relationship Id="rId5" Type="http://schemas.openxmlformats.org/officeDocument/2006/relationships/hyperlink" Target="https://www.cnn.com/profiles/jordan-valinsky" TargetMode="External"/><Relationship Id="rId4" Type="http://schemas.openxmlformats.org/officeDocument/2006/relationships/image" Target="../media/image5.jpeg"/><Relationship Id="rId9" Type="http://schemas.openxmlformats.org/officeDocument/2006/relationships/hyperlink" Target="https://www.cnn.com/2020/03/05/business/bernie-madoff-release/index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2009/05/29/business/29claims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hyperlink" Target="https://www.madofftrustee.com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uO6dNjNMtU" TargetMode="External"/><Relationship Id="rId2" Type="http://schemas.openxmlformats.org/officeDocument/2006/relationships/hyperlink" Target="https://www.youtube.com/watch?v=lMUtU0tOmNE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DFF8-79C4-4CFA-99EF-863D1C5D5E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Framework - Part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C2578-6833-44CD-A853-16910A3DA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Track Value &amp; Changes in Value and Explain Why they Occur</a:t>
            </a:r>
            <a:endParaRPr lang="en-US" dirty="0"/>
          </a:p>
        </p:txBody>
      </p:sp>
      <p:pic>
        <p:nvPicPr>
          <p:cNvPr id="4" name="Picture 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81BD9717-68B8-46BD-997D-048C260AC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821" y="3528591"/>
            <a:ext cx="462817" cy="4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3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Investment - 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$50,000 minimum investment</a:t>
            </a:r>
          </a:p>
          <a:p>
            <a:r>
              <a:rPr lang="en-US" dirty="0"/>
              <a:t>Additions can be made monthly</a:t>
            </a:r>
          </a:p>
          <a:p>
            <a:r>
              <a:rPr lang="en-US" dirty="0"/>
              <a:t>Redemptions can be obtained monthly</a:t>
            </a:r>
          </a:p>
          <a:p>
            <a:r>
              <a:rPr lang="en-US" dirty="0"/>
              <a:t>There is a long track record…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 Annual Track Record (Actual)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248824" y="1335307"/>
          <a:ext cx="372941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Year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Percentage Return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18.58%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14.67%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11.68%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4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11.49%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12.95%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12.99%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14.00%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8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13.40%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9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14.18%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11.55%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10.68%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9.33%</a:t>
                      </a:r>
                    </a:p>
                  </a:txBody>
                  <a:tcPr marL="16933" marR="16933" marT="1270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4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83662"/>
            <a:ext cx="11463867" cy="585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4585" y="619126"/>
            <a:ext cx="2140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FS Performance</a:t>
            </a:r>
          </a:p>
        </p:txBody>
      </p:sp>
    </p:spTree>
    <p:extLst>
      <p:ext uri="{BB962C8B-B14F-4D97-AF65-F5344CB8AC3E}">
        <p14:creationId xmlns:p14="http://schemas.microsoft.com/office/powerpoint/2010/main" val="401619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88927"/>
            <a:ext cx="11463867" cy="565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9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of the date at which the performance information ends, FS had $5.1 billion in assets.</a:t>
            </a:r>
          </a:p>
          <a:p>
            <a:r>
              <a:rPr lang="en-US" dirty="0"/>
              <a:t>FS is part of a firm that had $8.3 billion in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9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74955-B013-484D-8C98-B81675DC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Want to Invest?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28B4C-1B0E-4DCD-B021-F4D7E0DDC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Clearly, a lot of people did.</a:t>
            </a:r>
          </a:p>
        </p:txBody>
      </p:sp>
    </p:spTree>
    <p:extLst>
      <p:ext uri="{BB962C8B-B14F-4D97-AF65-F5344CB8AC3E}">
        <p14:creationId xmlns:p14="http://schemas.microsoft.com/office/powerpoint/2010/main" val="907959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FS is actually the Fairfield Sentry Fund</a:t>
            </a:r>
          </a:p>
          <a:p>
            <a:r>
              <a:rPr lang="en-US" dirty="0"/>
              <a:t>Time period was from the end of 1990 to the middle of 2004</a:t>
            </a:r>
          </a:p>
          <a:p>
            <a:r>
              <a:rPr lang="en-US" dirty="0"/>
              <a:t>Their investment strategy?</a:t>
            </a:r>
          </a:p>
          <a:p>
            <a:pPr marL="233363"/>
            <a:r>
              <a:rPr lang="en-US" dirty="0"/>
              <a:t>They simply invested all their money in another hedge fund named BLMIS ran by this man…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1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a/a4/BernardMadoff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414" y="513297"/>
            <a:ext cx="4787053" cy="583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820495" y="513297"/>
            <a:ext cx="32798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Bernard L. Madoff</a:t>
            </a:r>
          </a:p>
        </p:txBody>
      </p:sp>
    </p:spTree>
    <p:extLst>
      <p:ext uri="{BB962C8B-B14F-4D97-AF65-F5344CB8AC3E}">
        <p14:creationId xmlns:p14="http://schemas.microsoft.com/office/powerpoint/2010/main" val="351274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35811" y="550587"/>
            <a:ext cx="3333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Federal Correctional Complex, Butner (FCC Butner) North Carolina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022575" y="5147370"/>
            <a:ext cx="42306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150 years in </a:t>
            </a:r>
            <a:r>
              <a:rPr lang="en-US" sz="2400" dirty="0">
                <a:hlinkClick r:id="rId2" tooltip="Federal prison"/>
              </a:rPr>
              <a:t>federal prison</a:t>
            </a:r>
            <a:r>
              <a:rPr lang="en-US" sz="2400" dirty="0"/>
              <a:t> and</a:t>
            </a:r>
            <a:br>
              <a:rPr lang="en-US" sz="2400" dirty="0"/>
            </a:br>
            <a:r>
              <a:rPr lang="en-US" sz="2400" dirty="0"/>
              <a:t>$170 billion in </a:t>
            </a:r>
            <a:r>
              <a:rPr lang="en-US" sz="2400" dirty="0">
                <a:hlinkClick r:id="rId3" tooltip="Restitution"/>
              </a:rPr>
              <a:t>restitution</a:t>
            </a:r>
            <a:endParaRPr lang="en-US" sz="2400" dirty="0"/>
          </a:p>
        </p:txBody>
      </p:sp>
      <p:pic>
        <p:nvPicPr>
          <p:cNvPr id="2" name="Picture 2" descr="Butner.FCI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933" y="2129321"/>
            <a:ext cx="3750436" cy="274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F01531-68E4-438B-9045-995D14890505}"/>
              </a:ext>
            </a:extLst>
          </p:cNvPr>
          <p:cNvSpPr txBox="1"/>
          <p:nvPr/>
        </p:nvSpPr>
        <p:spPr>
          <a:xfrm>
            <a:off x="5344859" y="1750916"/>
            <a:ext cx="6208295" cy="3424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Bernie Madoff should die in prison, US government says</a:t>
            </a:r>
          </a:p>
          <a:p>
            <a:r>
              <a:rPr lang="en-US" sz="1200" dirty="0"/>
              <a:t>By </a:t>
            </a:r>
            <a:r>
              <a:rPr lang="en-US" sz="1200" dirty="0">
                <a:hlinkClick r:id="rId5"/>
              </a:rPr>
              <a:t>Jordan </a:t>
            </a:r>
            <a:r>
              <a:rPr lang="en-US" sz="1200" dirty="0" err="1">
                <a:hlinkClick r:id="rId5"/>
              </a:rPr>
              <a:t>Valinsky</a:t>
            </a:r>
            <a:r>
              <a:rPr lang="en-US" sz="1200" dirty="0"/>
              <a:t>, </a:t>
            </a:r>
            <a:r>
              <a:rPr lang="en-US" sz="1200" dirty="0">
                <a:hlinkClick r:id="rId6"/>
              </a:rPr>
              <a:t>CNN Business</a:t>
            </a:r>
            <a:endParaRPr lang="en-US" sz="1200" dirty="0"/>
          </a:p>
          <a:p>
            <a:r>
              <a:rPr lang="en-US" sz="1200" dirty="0"/>
              <a:t>Updated 9:48 AM ET, Thu March 5, 2020</a:t>
            </a:r>
          </a:p>
          <a:p>
            <a:endParaRPr lang="en-US" dirty="0"/>
          </a:p>
          <a:p>
            <a:r>
              <a:rPr lang="en-US" b="1" dirty="0"/>
              <a:t>New York (CNN Business) - </a:t>
            </a:r>
            <a:r>
              <a:rPr lang="en-US" dirty="0"/>
              <a:t>Bernard Madoff should not be </a:t>
            </a:r>
            <a:r>
              <a:rPr lang="en-US" dirty="0">
                <a:hlinkClick r:id="rId7"/>
              </a:rPr>
              <a:t>released early</a:t>
            </a:r>
            <a:r>
              <a:rPr lang="en-US" dirty="0"/>
              <a:t> from his 150-year prison sentence, even though he has terminal kidney failure, federal prosecutors said Wednesday.</a:t>
            </a:r>
          </a:p>
          <a:p>
            <a:endParaRPr lang="en-US" dirty="0"/>
          </a:p>
          <a:p>
            <a:r>
              <a:rPr lang="en-US" dirty="0"/>
              <a:t>The 81-year-old Madoff, who </a:t>
            </a:r>
            <a:r>
              <a:rPr lang="en-US" dirty="0">
                <a:hlinkClick r:id="rId8"/>
              </a:rPr>
              <a:t>orchestrated the largest Ponzi scheme in history</a:t>
            </a:r>
            <a:r>
              <a:rPr lang="en-US" dirty="0"/>
              <a:t>, asked for compassionate release from prison last month, saying he has less than 18 months to live.</a:t>
            </a:r>
          </a:p>
          <a:p>
            <a:r>
              <a:rPr lang="en-US" sz="1050" dirty="0">
                <a:hlinkClick r:id="rId9"/>
              </a:rPr>
              <a:t>https://www.cnn.com/2020/03/05/business/bernie-madoff-release/index.html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5714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DD1A-B542-4E35-A2DD-06184198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Up the Mess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8E68C-614D-4049-9790-925CCA8E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A96F9-01B5-445F-A159-A01043FE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1" y="1775608"/>
            <a:ext cx="4131359" cy="46336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7A14D8-F322-4E89-9461-A3F9434C5522}"/>
              </a:ext>
            </a:extLst>
          </p:cNvPr>
          <p:cNvSpPr/>
          <p:nvPr/>
        </p:nvSpPr>
        <p:spPr>
          <a:xfrm>
            <a:off x="6323577" y="1253492"/>
            <a:ext cx="4828047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 dirty="0">
                <a:hlinkClick r:id="rId3"/>
              </a:rPr>
              <a:t>https://www.nytimes.com/2009/05/29/business/29claims.html</a:t>
            </a:r>
            <a:endParaRPr lang="en-US" sz="1333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EF571-04DC-4E25-B0F4-B89DF3D72F90}"/>
              </a:ext>
            </a:extLst>
          </p:cNvPr>
          <p:cNvSpPr/>
          <p:nvPr/>
        </p:nvSpPr>
        <p:spPr>
          <a:xfrm>
            <a:off x="1563894" y="1171418"/>
            <a:ext cx="2629353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33" dirty="0">
                <a:hlinkClick r:id="rId4"/>
              </a:rPr>
              <a:t>https://www.madofftrustee.com/</a:t>
            </a:r>
            <a:endParaRPr lang="en-US" sz="1333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64AE90-4105-435B-A6A9-CBFAFDD7A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73" y="1581785"/>
            <a:ext cx="4100196" cy="502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5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Ponzi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Work by inviting/encouraging/inducing people to make a key mistake:</a:t>
            </a:r>
          </a:p>
          <a:p>
            <a:r>
              <a:rPr lang="en-US" dirty="0"/>
              <a:t>Confuse </a:t>
            </a:r>
            <a:r>
              <a:rPr lang="en-US" b="1" i="1" dirty="0"/>
              <a:t>creation</a:t>
            </a:r>
            <a:r>
              <a:rPr lang="en-US" dirty="0"/>
              <a:t> of wealth for society with the  </a:t>
            </a:r>
            <a:r>
              <a:rPr lang="en-US" b="1" i="1" dirty="0"/>
              <a:t>redistribution</a:t>
            </a:r>
            <a:r>
              <a:rPr lang="en-US" dirty="0"/>
              <a:t> of wealth among the members of society.</a:t>
            </a:r>
          </a:p>
          <a:p>
            <a:r>
              <a:rPr lang="en-US" dirty="0"/>
              <a:t>In accounting words: confusing </a:t>
            </a:r>
            <a:r>
              <a:rPr lang="en-US" b="1" i="1" dirty="0"/>
              <a:t>income</a:t>
            </a:r>
            <a:r>
              <a:rPr lang="en-US" i="1" dirty="0"/>
              <a:t> (or </a:t>
            </a:r>
            <a:r>
              <a:rPr lang="en-US" b="1" i="1" dirty="0"/>
              <a:t>profit</a:t>
            </a:r>
            <a:r>
              <a:rPr lang="en-US" i="1" dirty="0"/>
              <a:t>) </a:t>
            </a:r>
            <a:r>
              <a:rPr lang="en-US" b="1" i="1" dirty="0"/>
              <a:t>generating activities</a:t>
            </a:r>
            <a:r>
              <a:rPr lang="en-US" i="1" dirty="0"/>
              <a:t> </a:t>
            </a:r>
            <a:r>
              <a:rPr lang="en-US" dirty="0"/>
              <a:t>with </a:t>
            </a:r>
            <a:r>
              <a:rPr lang="en-US" b="1" i="1" dirty="0"/>
              <a:t>financing</a:t>
            </a:r>
            <a:r>
              <a:rPr lang="en-US" i="1" dirty="0"/>
              <a:t>, or </a:t>
            </a:r>
            <a:r>
              <a:rPr lang="en-US" b="1" i="1" dirty="0"/>
              <a:t>capital raising (and returning) activities</a:t>
            </a:r>
            <a:r>
              <a:rPr lang="en-US" dirty="0"/>
              <a:t>.</a:t>
            </a:r>
          </a:p>
          <a:p>
            <a:r>
              <a:rPr lang="en-US" dirty="0"/>
              <a:t>An entity </a:t>
            </a:r>
            <a:r>
              <a:rPr lang="en-US" b="1" i="1" dirty="0"/>
              <a:t>creates </a:t>
            </a:r>
            <a:r>
              <a:rPr lang="en-US" dirty="0"/>
              <a:t>value</a:t>
            </a:r>
            <a:r>
              <a:rPr lang="en-US" b="1" i="1" dirty="0"/>
              <a:t> </a:t>
            </a:r>
            <a:r>
              <a:rPr lang="en-US" dirty="0"/>
              <a:t>for an economy when the value of the goods and services it supplies exceeds the value of the goods and services it consumes in generating that supply. It </a:t>
            </a:r>
            <a:r>
              <a:rPr lang="en-US" b="1" i="1" dirty="0"/>
              <a:t>destroys</a:t>
            </a:r>
            <a:r>
              <a:rPr lang="en-US" dirty="0"/>
              <a:t> value when the value of the goods and services it consumes in production exceeds the value of the goods and services it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16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8C37-DB74-40BA-8E66-9FB493B8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Extent of Damage Caused by Failure to Assess Value and Value Creation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47263-AEFB-49FD-AB86-04F5D17A14FC}"/>
              </a:ext>
            </a:extLst>
          </p:cNvPr>
          <p:cNvSpPr/>
          <p:nvPr/>
        </p:nvSpPr>
        <p:spPr>
          <a:xfrm>
            <a:off x="6278564" y="5263634"/>
            <a:ext cx="5075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https://www.youtube.com/watch?v=lMUtU0tOmNE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73EF7-FDA3-4436-9630-E6CAE5591740}"/>
              </a:ext>
            </a:extLst>
          </p:cNvPr>
          <p:cNvSpPr/>
          <p:nvPr/>
        </p:nvSpPr>
        <p:spPr>
          <a:xfrm>
            <a:off x="998322" y="5263634"/>
            <a:ext cx="50976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https://www.youtube.com/watch?v=NuO6dNjNMtU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5BC05-F0C2-49C8-B3B6-2DF65775B7CA}"/>
              </a:ext>
            </a:extLst>
          </p:cNvPr>
          <p:cNvSpPr txBox="1"/>
          <p:nvPr/>
        </p:nvSpPr>
        <p:spPr>
          <a:xfrm>
            <a:off x="1961021" y="1965208"/>
            <a:ext cx="80132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pyramid scheme phenomenon in Albania is important because its scale relative</a:t>
            </a:r>
          </a:p>
          <a:p>
            <a:r>
              <a:rPr lang="en-US" dirty="0"/>
              <a:t>to the size of the economy was unprecedented, and because the political and social</a:t>
            </a:r>
          </a:p>
          <a:p>
            <a:r>
              <a:rPr lang="en-US" dirty="0"/>
              <a:t>consequences of the pyramid schemes were profound.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7F71D-4442-4C34-B645-69ED1C7EBD95}"/>
              </a:ext>
            </a:extLst>
          </p:cNvPr>
          <p:cNvSpPr txBox="1"/>
          <p:nvPr/>
        </p:nvSpPr>
        <p:spPr>
          <a:xfrm>
            <a:off x="4249780" y="2888538"/>
            <a:ext cx="57245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Jarvis, C., “The Rise and Fall of the Pyramid Schemes in Albania”, IMF Staff Papers Vol. 47, No 1., p. 1.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65246-251A-4BF7-AC26-CBF8FE3CDD9A}"/>
              </a:ext>
            </a:extLst>
          </p:cNvPr>
          <p:cNvSpPr txBox="1"/>
          <p:nvPr/>
        </p:nvSpPr>
        <p:spPr>
          <a:xfrm>
            <a:off x="1660533" y="4886361"/>
            <a:ext cx="8726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YOUTUBE links you might find interesting – no warranty or endorsement should be inferred!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A10AC-73B6-45D9-ADE7-2CF8149C2B30}"/>
              </a:ext>
            </a:extLst>
          </p:cNvPr>
          <p:cNvSpPr txBox="1"/>
          <p:nvPr/>
        </p:nvSpPr>
        <p:spPr>
          <a:xfrm>
            <a:off x="1961021" y="3185383"/>
            <a:ext cx="82782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"In the wake of a nationwide catastrophic collapse of savings that led to losses totaling</a:t>
            </a:r>
          </a:p>
          <a:p>
            <a:r>
              <a:rPr lang="en-US" dirty="0"/>
              <a:t> about 40% of the Albanian gross domestic product, the authors detected apparent </a:t>
            </a:r>
          </a:p>
          <a:p>
            <a:r>
              <a:rPr lang="en-US" dirty="0"/>
              <a:t>long-term deleterious health effects of financial loss and downward intergenerational </a:t>
            </a:r>
          </a:p>
          <a:p>
            <a:r>
              <a:rPr lang="en-US" dirty="0"/>
              <a:t>subjective social mobility."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E6950-7025-446B-A36F-8EB58EC680B7}"/>
              </a:ext>
            </a:extLst>
          </p:cNvPr>
          <p:cNvSpPr txBox="1"/>
          <p:nvPr/>
        </p:nvSpPr>
        <p:spPr>
          <a:xfrm>
            <a:off x="2149642" y="4374171"/>
            <a:ext cx="782466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Burazeri</a:t>
            </a:r>
            <a:r>
              <a:rPr lang="en-US" sz="1050" dirty="0"/>
              <a:t>, G., A. </a:t>
            </a:r>
            <a:r>
              <a:rPr lang="en-US" sz="1050" dirty="0" err="1"/>
              <a:t>Goda</a:t>
            </a:r>
            <a:r>
              <a:rPr lang="en-US" sz="1050" dirty="0"/>
              <a:t>, G. </a:t>
            </a:r>
            <a:r>
              <a:rPr lang="en-US" sz="1050" dirty="0" err="1"/>
              <a:t>Sulo</a:t>
            </a:r>
            <a:r>
              <a:rPr lang="en-US" sz="1050" dirty="0"/>
              <a:t>, J. </a:t>
            </a:r>
            <a:r>
              <a:rPr lang="en-US" sz="1050" dirty="0" err="1"/>
              <a:t>Stefa</a:t>
            </a:r>
            <a:r>
              <a:rPr lang="en-US" sz="1050" dirty="0"/>
              <a:t>, and J. D. </a:t>
            </a:r>
            <a:r>
              <a:rPr lang="en-US" sz="1050" dirty="0" err="1"/>
              <a:t>Kark</a:t>
            </a:r>
            <a:r>
              <a:rPr lang="en-US" sz="1050" dirty="0"/>
              <a:t>, "Financial loss in pyramid savings schemes, downward social mobility and acute coronary syndrome in transitional Albania," </a:t>
            </a:r>
            <a:r>
              <a:rPr lang="en-US" sz="1050" i="1" dirty="0"/>
              <a:t>Journal of Epidemiology and Community Health (1979-)</a:t>
            </a:r>
            <a:r>
              <a:rPr lang="en-US" sz="1050" dirty="0"/>
              <a:t>, Vol. 62, No. 7 (July 2008) pp. 620-626.</a:t>
            </a:r>
          </a:p>
        </p:txBody>
      </p:sp>
    </p:spTree>
    <p:extLst>
      <p:ext uri="{BB962C8B-B14F-4D97-AF65-F5344CB8AC3E}">
        <p14:creationId xmlns:p14="http://schemas.microsoft.com/office/powerpoint/2010/main" val="675647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CAE3-6164-4A5B-A811-609D2FF9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Accounting? </a:t>
            </a:r>
            <a:r>
              <a:rPr lang="en-US" dirty="0" err="1"/>
              <a:t>Kushim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F4C7E-8060-4959-BA30-DC12A0A1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If </a:t>
            </a:r>
            <a:r>
              <a:rPr lang="en-US" dirty="0" err="1"/>
              <a:t>Kushim</a:t>
            </a:r>
            <a:r>
              <a:rPr lang="en-US" dirty="0"/>
              <a:t> was indeed a person, he may be the first individual in history whose name is known to us! … It is telling that the first recorded name in history belongs to an accountant, rather than a prophet, a poet or a great conqueror. </a:t>
            </a:r>
            <a:r>
              <a:rPr lang="en-US" sz="1000" dirty="0"/>
              <a:t>Harari, Y., Sapiens: </a:t>
            </a:r>
            <a:r>
              <a:rPr lang="en-US" sz="1000" i="1" dirty="0"/>
              <a:t>A Brief History of Humankind</a:t>
            </a:r>
            <a:r>
              <a:rPr lang="en-US" sz="1000" dirty="0"/>
              <a:t>, p. 123.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606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12" ma:contentTypeDescription="Create a new document." ma:contentTypeScope="" ma:versionID="f0c030a73415d636e5a46183f50c7c24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0a459a437de2d6b79143fa2b36596490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F0513A-2108-4B62-B7D1-32BE2C3CF514}">
  <ds:schemaRefs>
    <ds:schemaRef ds:uri="7d9b4326-e95a-4a9d-acda-83174bf33825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ec22c7d8-208f-4baf-a907-919315f360ac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4CA5600-DD4E-4823-B23E-4E1EA92DF0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03AC4F-F6AF-4D15-8DD5-69A3AA16EF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4481</TotalTime>
  <Words>766</Words>
  <Application>Microsoft Office PowerPoint</Application>
  <PresentationFormat>Widescreen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Framework - Part 3</vt:lpstr>
      <vt:lpstr>Potential Investment - FS</vt:lpstr>
      <vt:lpstr>FS Annual Track Record (Actual)</vt:lpstr>
      <vt:lpstr>PowerPoint Presentation</vt:lpstr>
      <vt:lpstr>PowerPoint Presentation</vt:lpstr>
      <vt:lpstr>More Information</vt:lpstr>
      <vt:lpstr>Want to Invest?</vt:lpstr>
      <vt:lpstr>Even More Information</vt:lpstr>
      <vt:lpstr>PowerPoint Presentation</vt:lpstr>
      <vt:lpstr>PowerPoint Presentation</vt:lpstr>
      <vt:lpstr>Cleaning Up the Mess</vt:lpstr>
      <vt:lpstr>Ponzi Schemes</vt:lpstr>
      <vt:lpstr>Extent of Damage Caused by Failure to Assess Value and Value Creation</vt:lpstr>
      <vt:lpstr>How Important is Accounting? Kushim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Aspirations: Importance</dc:title>
  <dc:creator>Antle, Rick</dc:creator>
  <cp:lastModifiedBy>Antle, Rick</cp:lastModifiedBy>
  <cp:revision>1</cp:revision>
  <cp:lastPrinted>2020-03-08T19:53:55Z</cp:lastPrinted>
  <dcterms:created xsi:type="dcterms:W3CDTF">2020-03-03T15:48:30Z</dcterms:created>
  <dcterms:modified xsi:type="dcterms:W3CDTF">2020-03-08T20:01:11Z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