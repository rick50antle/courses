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3" r:id="rId6"/>
    <p:sldId id="258" r:id="rId7"/>
    <p:sldId id="257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A6"/>
    <a:srgbClr val="483C4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BFEA4-69F6-B665-3F2D-D30049E7BBBB}" v="11" dt="2020-02-20T19:32:08.379"/>
    <p1510:client id="{767F9997-8BEB-2221-99AB-8B585CB3EB6A}" v="38" dt="2020-02-20T16:27:01.531"/>
    <p1510:client id="{87BC0550-7AD8-1666-81C0-95CF67776827}" v="26" dt="2020-02-20T15:30:31.024"/>
    <p1510:client id="{B57EF908-FF38-4F15-B5B0-20FC3326DF66}" v="1142" dt="2020-02-20T21:57:26.508"/>
    <p1510:client id="{D1542926-3CBE-61AE-8A78-31192E1E717C}" v="465" dt="2020-02-20T16:22:58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26" y="9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nolds, Matthew" userId="S::matthew.reynolds@yale.edu::2b490455-b4e6-4f98-8ada-f0fd89e17c13" providerId="AD" clId="Web-{CFDE2524-A70A-77B8-3C56-CA56362EB164}"/>
    <pc:docChg chg="modSld">
      <pc:chgData name="Reynolds, Matthew" userId="S::matthew.reynolds@yale.edu::2b490455-b4e6-4f98-8ada-f0fd89e17c13" providerId="AD" clId="Web-{CFDE2524-A70A-77B8-3C56-CA56362EB164}" dt="2020-02-14T14:02:02.587" v="185"/>
      <pc:docMkLst>
        <pc:docMk/>
      </pc:docMkLst>
      <pc:sldChg chg="modSp">
        <pc:chgData name="Reynolds, Matthew" userId="S::matthew.reynolds@yale.edu::2b490455-b4e6-4f98-8ada-f0fd89e17c13" providerId="AD" clId="Web-{CFDE2524-A70A-77B8-3C56-CA56362EB164}" dt="2020-02-14T14:02:02.587" v="185"/>
        <pc:sldMkLst>
          <pc:docMk/>
          <pc:sldMk cId="771280463" sldId="257"/>
        </pc:sldMkLst>
        <pc:spChg chg="mod">
          <ac:chgData name="Reynolds, Matthew" userId="S::matthew.reynolds@yale.edu::2b490455-b4e6-4f98-8ada-f0fd89e17c13" providerId="AD" clId="Web-{CFDE2524-A70A-77B8-3C56-CA56362EB164}" dt="2020-02-14T14:02:02.321" v="170"/>
          <ac:spMkLst>
            <pc:docMk/>
            <pc:sldMk cId="771280463" sldId="257"/>
            <ac:spMk id="26" creationId="{9FCB46BF-B218-4D8A-BE22-C5F5697D8BBE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52" v="171"/>
          <ac:spMkLst>
            <pc:docMk/>
            <pc:sldMk cId="771280463" sldId="257"/>
            <ac:spMk id="717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52" v="172"/>
          <ac:spMkLst>
            <pc:docMk/>
            <pc:sldMk cId="771280463" sldId="257"/>
            <ac:spMk id="71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83" v="174"/>
          <ac:spMkLst>
            <pc:docMk/>
            <pc:sldMk cId="771280463" sldId="257"/>
            <ac:spMk id="71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68" v="173"/>
          <ac:spMkLst>
            <pc:docMk/>
            <pc:sldMk cId="771280463" sldId="257"/>
            <ac:spMk id="718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99" v="176"/>
          <ac:spMkLst>
            <pc:docMk/>
            <pc:sldMk cId="771280463" sldId="257"/>
            <ac:spMk id="718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383" v="175"/>
          <ac:spMkLst>
            <pc:docMk/>
            <pc:sldMk cId="771280463" sldId="257"/>
            <ac:spMk id="718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430" v="178"/>
          <ac:spMkLst>
            <pc:docMk/>
            <pc:sldMk cId="771280463" sldId="257"/>
            <ac:spMk id="718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415" v="177"/>
          <ac:spMkLst>
            <pc:docMk/>
            <pc:sldMk cId="771280463" sldId="257"/>
            <ac:spMk id="718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462" v="180"/>
          <ac:spMkLst>
            <pc:docMk/>
            <pc:sldMk cId="771280463" sldId="257"/>
            <ac:spMk id="7187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446" v="179"/>
          <ac:spMkLst>
            <pc:docMk/>
            <pc:sldMk cId="771280463" sldId="257"/>
            <ac:spMk id="718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587" v="185"/>
          <ac:spMkLst>
            <pc:docMk/>
            <pc:sldMk cId="771280463" sldId="257"/>
            <ac:spMk id="718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555" v="184"/>
          <ac:spMkLst>
            <pc:docMk/>
            <pc:sldMk cId="771280463" sldId="257"/>
            <ac:spMk id="719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540" v="183"/>
          <ac:spMkLst>
            <pc:docMk/>
            <pc:sldMk cId="771280463" sldId="257"/>
            <ac:spMk id="719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508" v="182"/>
          <ac:spMkLst>
            <pc:docMk/>
            <pc:sldMk cId="771280463" sldId="257"/>
            <ac:spMk id="71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4T14:02:02.477" v="181"/>
          <ac:spMkLst>
            <pc:docMk/>
            <pc:sldMk cId="771280463" sldId="257"/>
            <ac:spMk id="7194" creationId="{00000000-0000-0000-0000-000000000000}"/>
          </ac:spMkLst>
        </pc:spChg>
        <pc:grpChg chg="mod">
          <ac:chgData name="Reynolds, Matthew" userId="S::matthew.reynolds@yale.edu::2b490455-b4e6-4f98-8ada-f0fd89e17c13" providerId="AD" clId="Web-{CFDE2524-A70A-77B8-3C56-CA56362EB164}" dt="2020-02-14T14:01:56.508" v="169" actId="1076"/>
          <ac:grpSpMkLst>
            <pc:docMk/>
            <pc:sldMk cId="771280463" sldId="257"/>
            <ac:grpSpMk id="2" creationId="{00000000-0000-0000-0000-000000000000}"/>
          </ac:grpSpMkLst>
        </pc:grpChg>
        <pc:grpChg chg="mod">
          <ac:chgData name="Reynolds, Matthew" userId="S::matthew.reynolds@yale.edu::2b490455-b4e6-4f98-8ada-f0fd89e17c13" providerId="AD" clId="Web-{CFDE2524-A70A-77B8-3C56-CA56362EB164}" dt="2020-02-14T14:01:56.493" v="168" actId="1076"/>
          <ac:grpSpMkLst>
            <pc:docMk/>
            <pc:sldMk cId="771280463" sldId="257"/>
            <ac:grpSpMk id="4" creationId="{00000000-0000-0000-0000-000000000000}"/>
          </ac:grpSpMkLst>
        </pc:grpChg>
        <pc:grpChg chg="mod">
          <ac:chgData name="Reynolds, Matthew" userId="S::matthew.reynolds@yale.edu::2b490455-b4e6-4f98-8ada-f0fd89e17c13" providerId="AD" clId="Web-{CFDE2524-A70A-77B8-3C56-CA56362EB164}" dt="2020-02-14T14:01:56.477" v="167" actId="1076"/>
          <ac:grpSpMkLst>
            <pc:docMk/>
            <pc:sldMk cId="771280463" sldId="257"/>
            <ac:grpSpMk id="5" creationId="{00000000-0000-0000-0000-000000000000}"/>
          </ac:grpSpMkLst>
        </pc:grpChg>
        <pc:grpChg chg="mod">
          <ac:chgData name="Reynolds, Matthew" userId="S::matthew.reynolds@yale.edu::2b490455-b4e6-4f98-8ada-f0fd89e17c13" providerId="AD" clId="Web-{CFDE2524-A70A-77B8-3C56-CA56362EB164}" dt="2020-02-14T14:01:56.446" v="166" actId="1076"/>
          <ac:grpSpMkLst>
            <pc:docMk/>
            <pc:sldMk cId="771280463" sldId="257"/>
            <ac:grpSpMk id="6" creationId="{00000000-0000-0000-0000-000000000000}"/>
          </ac:grpSpMkLst>
        </pc:grpChg>
      </pc:sldChg>
      <pc:sldChg chg="addSp delSp modSp mod setBg">
        <pc:chgData name="Reynolds, Matthew" userId="S::matthew.reynolds@yale.edu::2b490455-b4e6-4f98-8ada-f0fd89e17c13" providerId="AD" clId="Web-{CFDE2524-A70A-77B8-3C56-CA56362EB164}" dt="2020-02-13T21:14:16.800" v="135" actId="1076"/>
        <pc:sldMkLst>
          <pc:docMk/>
          <pc:sldMk cId="557295040" sldId="258"/>
        </pc:sldMkLst>
        <pc:spChg chg="mod">
          <ac:chgData name="Reynolds, Matthew" userId="S::matthew.reynolds@yale.edu::2b490455-b4e6-4f98-8ada-f0fd89e17c13" providerId="AD" clId="Web-{CFDE2524-A70A-77B8-3C56-CA56362EB164}" dt="2020-02-13T21:05:48.973" v="32" actId="20577"/>
          <ac:spMkLst>
            <pc:docMk/>
            <pc:sldMk cId="557295040" sldId="258"/>
            <ac:spMk id="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3T21:14:16.800" v="135" actId="1076"/>
          <ac:spMkLst>
            <pc:docMk/>
            <pc:sldMk cId="557295040" sldId="258"/>
            <ac:spMk id="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CFDE2524-A70A-77B8-3C56-CA56362EB164}" dt="2020-02-13T21:03:58.989" v="6"/>
          <ac:spMkLst>
            <pc:docMk/>
            <pc:sldMk cId="557295040" sldId="258"/>
            <ac:spMk id="4" creationId="{00000000-0000-0000-0000-000000000000}"/>
          </ac:spMkLst>
        </pc:spChg>
        <pc:spChg chg="add mod">
          <ac:chgData name="Reynolds, Matthew" userId="S::matthew.reynolds@yale.edu::2b490455-b4e6-4f98-8ada-f0fd89e17c13" providerId="AD" clId="Web-{CFDE2524-A70A-77B8-3C56-CA56362EB164}" dt="2020-02-13T21:13:30.097" v="127" actId="1076"/>
          <ac:spMkLst>
            <pc:docMk/>
            <pc:sldMk cId="557295040" sldId="258"/>
            <ac:spMk id="11" creationId="{58595D58-2FA2-498B-9645-5A854DA97421}"/>
          </ac:spMkLst>
        </pc:spChg>
        <pc:spChg chg="add mod">
          <ac:chgData name="Reynolds, Matthew" userId="S::matthew.reynolds@yale.edu::2b490455-b4e6-4f98-8ada-f0fd89e17c13" providerId="AD" clId="Web-{CFDE2524-A70A-77B8-3C56-CA56362EB164}" dt="2020-02-13T21:14:10.253" v="134" actId="1076"/>
          <ac:spMkLst>
            <pc:docMk/>
            <pc:sldMk cId="557295040" sldId="258"/>
            <ac:spMk id="13" creationId="{DBF347AF-A9BA-4FD8-99A5-14CA7C40531D}"/>
          </ac:spMkLst>
        </pc:spChg>
        <pc:picChg chg="add del mod">
          <ac:chgData name="Reynolds, Matthew" userId="S::matthew.reynolds@yale.edu::2b490455-b4e6-4f98-8ada-f0fd89e17c13" providerId="AD" clId="Web-{CFDE2524-A70A-77B8-3C56-CA56362EB164}" dt="2020-02-13T21:01:51.114" v="1"/>
          <ac:picMkLst>
            <pc:docMk/>
            <pc:sldMk cId="557295040" sldId="258"/>
            <ac:picMk id="5" creationId="{0186DE76-34E3-4FF8-AD1E-A0BEC4CA8A54}"/>
          </ac:picMkLst>
        </pc:picChg>
        <pc:picChg chg="add del mod">
          <ac:chgData name="Reynolds, Matthew" userId="S::matthew.reynolds@yale.edu::2b490455-b4e6-4f98-8ada-f0fd89e17c13" providerId="AD" clId="Web-{CFDE2524-A70A-77B8-3C56-CA56362EB164}" dt="2020-02-13T21:04:01.239" v="7"/>
          <ac:picMkLst>
            <pc:docMk/>
            <pc:sldMk cId="557295040" sldId="258"/>
            <ac:picMk id="7" creationId="{CF25482C-FDF7-407B-8A00-D42F12CF56BD}"/>
          </ac:picMkLst>
        </pc:picChg>
        <pc:picChg chg="add mod ord">
          <ac:chgData name="Reynolds, Matthew" userId="S::matthew.reynolds@yale.edu::2b490455-b4e6-4f98-8ada-f0fd89e17c13" providerId="AD" clId="Web-{CFDE2524-A70A-77B8-3C56-CA56362EB164}" dt="2020-02-13T21:13:54.191" v="132" actId="14100"/>
          <ac:picMkLst>
            <pc:docMk/>
            <pc:sldMk cId="557295040" sldId="258"/>
            <ac:picMk id="9" creationId="{4FCAA7C9-682E-440F-B3CC-1CBC17C88324}"/>
          </ac:picMkLst>
        </pc:picChg>
        <pc:picChg chg="add mod ord">
          <ac:chgData name="Reynolds, Matthew" userId="S::matthew.reynolds@yale.edu::2b490455-b4e6-4f98-8ada-f0fd89e17c13" providerId="AD" clId="Web-{CFDE2524-A70A-77B8-3C56-CA56362EB164}" dt="2020-02-13T21:13:45.378" v="130" actId="14100"/>
          <ac:picMkLst>
            <pc:docMk/>
            <pc:sldMk cId="557295040" sldId="258"/>
            <ac:picMk id="14" creationId="{B5142ACA-8648-409F-AA08-E1478046758A}"/>
          </ac:picMkLst>
        </pc:picChg>
        <pc:picChg chg="add mod ord">
          <ac:chgData name="Reynolds, Matthew" userId="S::matthew.reynolds@yale.edu::2b490455-b4e6-4f98-8ada-f0fd89e17c13" providerId="AD" clId="Web-{CFDE2524-A70A-77B8-3C56-CA56362EB164}" dt="2020-02-13T21:13:49.925" v="131" actId="14100"/>
          <ac:picMkLst>
            <pc:docMk/>
            <pc:sldMk cId="557295040" sldId="258"/>
            <ac:picMk id="16" creationId="{C35DC992-9A41-486A-A972-B96A5AC94332}"/>
          </ac:picMkLst>
        </pc:picChg>
        <pc:cxnChg chg="add del">
          <ac:chgData name="Reynolds, Matthew" userId="S::matthew.reynolds@yale.edu::2b490455-b4e6-4f98-8ada-f0fd89e17c13" providerId="AD" clId="Web-{CFDE2524-A70A-77B8-3C56-CA56362EB164}" dt="2020-02-13T21:03:58.989" v="6"/>
          <ac:cxnSpMkLst>
            <pc:docMk/>
            <pc:sldMk cId="557295040" sldId="258"/>
            <ac:cxnSpMk id="12" creationId="{E4A809D5-3600-46D4-A466-67F2349A54FB}"/>
          </ac:cxnSpMkLst>
        </pc:cxnChg>
      </pc:sldChg>
    </pc:docChg>
  </pc:docChgLst>
  <pc:docChgLst>
    <pc:chgData name="Reynolds, Matthew" userId="S::matthew.reynolds@yale.edu::2b490455-b4e6-4f98-8ada-f0fd89e17c13" providerId="AD" clId="Web-{E87BFA6C-50EA-0DA1-6021-DCB08B581C86}"/>
    <pc:docChg chg="modSld">
      <pc:chgData name="Reynolds, Matthew" userId="S::matthew.reynolds@yale.edu::2b490455-b4e6-4f98-8ada-f0fd89e17c13" providerId="AD" clId="Web-{E87BFA6C-50EA-0DA1-6021-DCB08B581C86}" dt="2020-02-14T14:50:25.450" v="3"/>
      <pc:docMkLst>
        <pc:docMk/>
      </pc:docMkLst>
      <pc:sldChg chg="delSp modSp delAnim">
        <pc:chgData name="Reynolds, Matthew" userId="S::matthew.reynolds@yale.edu::2b490455-b4e6-4f98-8ada-f0fd89e17c13" providerId="AD" clId="Web-{E87BFA6C-50EA-0DA1-6021-DCB08B581C86}" dt="2020-02-14T14:50:25.450" v="3"/>
        <pc:sldMkLst>
          <pc:docMk/>
          <pc:sldMk cId="3141169091" sldId="269"/>
        </pc:sldMkLst>
        <pc:spChg chg="mod">
          <ac:chgData name="Reynolds, Matthew" userId="S::matthew.reynolds@yale.edu::2b490455-b4e6-4f98-8ada-f0fd89e17c13" providerId="AD" clId="Web-{E87BFA6C-50EA-0DA1-6021-DCB08B581C86}" dt="2020-02-14T14:49:56.918" v="2" actId="1076"/>
          <ac:spMkLst>
            <pc:docMk/>
            <pc:sldMk cId="3141169091" sldId="269"/>
            <ac:spMk id="5" creationId="{00000000-0000-0000-0000-000000000000}"/>
          </ac:spMkLst>
        </pc:spChg>
        <pc:cxnChg chg="del mod">
          <ac:chgData name="Reynolds, Matthew" userId="S::matthew.reynolds@yale.edu::2b490455-b4e6-4f98-8ada-f0fd89e17c13" providerId="AD" clId="Web-{E87BFA6C-50EA-0DA1-6021-DCB08B581C86}" dt="2020-02-14T14:50:25.450" v="3"/>
          <ac:cxnSpMkLst>
            <pc:docMk/>
            <pc:sldMk cId="3141169091" sldId="269"/>
            <ac:cxnSpMk id="20" creationId="{00000000-0000-0000-0000-000000000000}"/>
          </ac:cxnSpMkLst>
        </pc:cxnChg>
      </pc:sldChg>
    </pc:docChg>
  </pc:docChgLst>
  <pc:docChgLst>
    <pc:chgData name="Reynolds, Matthew" userId="S::matthew.reynolds@yale.edu::2b490455-b4e6-4f98-8ada-f0fd89e17c13" providerId="AD" clId="Web-{87BC0550-7AD8-1666-81C0-95CF67776827}"/>
    <pc:docChg chg="addSld modSld">
      <pc:chgData name="Reynolds, Matthew" userId="S::matthew.reynolds@yale.edu::2b490455-b4e6-4f98-8ada-f0fd89e17c13" providerId="AD" clId="Web-{87BC0550-7AD8-1666-81C0-95CF67776827}" dt="2020-02-20T15:30:31.009" v="25" actId="1076"/>
      <pc:docMkLst>
        <pc:docMk/>
      </pc:docMkLst>
      <pc:sldChg chg="modSp">
        <pc:chgData name="Reynolds, Matthew" userId="S::matthew.reynolds@yale.edu::2b490455-b4e6-4f98-8ada-f0fd89e17c13" providerId="AD" clId="Web-{87BC0550-7AD8-1666-81C0-95CF67776827}" dt="2020-02-20T15:30:31.009" v="25" actId="1076"/>
        <pc:sldMkLst>
          <pc:docMk/>
          <pc:sldMk cId="1164823392" sldId="276"/>
        </pc:sldMkLst>
        <pc:spChg chg="mod">
          <ac:chgData name="Reynolds, Matthew" userId="S::matthew.reynolds@yale.edu::2b490455-b4e6-4f98-8ada-f0fd89e17c13" providerId="AD" clId="Web-{87BC0550-7AD8-1666-81C0-95CF67776827}" dt="2020-02-20T15:30:31.009" v="25" actId="1076"/>
          <ac:spMkLst>
            <pc:docMk/>
            <pc:sldMk cId="1164823392" sldId="276"/>
            <ac:spMk id="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30:10.571" v="21" actId="1076"/>
          <ac:spMkLst>
            <pc:docMk/>
            <pc:sldMk cId="1164823392" sldId="276"/>
            <ac:spMk id="17" creationId="{6C1D5B45-B917-41EB-9AD9-BED49FBE396E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30:10.587" v="22" actId="1076"/>
          <ac:spMkLst>
            <pc:docMk/>
            <pc:sldMk cId="1164823392" sldId="276"/>
            <ac:spMk id="19" creationId="{4ABDB609-1D8A-4308-A5E6-B931FA6A1605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28:31.212" v="2" actId="1076"/>
          <ac:spMkLst>
            <pc:docMk/>
            <pc:sldMk cId="1164823392" sldId="276"/>
            <ac:spMk id="24" creationId="{F17F159B-F827-4A73-99D4-AC764859C7E2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28:31.227" v="3" actId="1076"/>
          <ac:spMkLst>
            <pc:docMk/>
            <pc:sldMk cId="1164823392" sldId="276"/>
            <ac:spMk id="26" creationId="{12D8D785-C4B8-4757-80D2-206E4CE2A5BC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30:22.399" v="23" actId="1076"/>
          <ac:spMkLst>
            <pc:docMk/>
            <pc:sldMk cId="1164823392" sldId="276"/>
            <ac:spMk id="43" creationId="{53DE92C2-C8F1-47DD-98FE-9DEDE2C81FA7}"/>
          </ac:spMkLst>
        </pc:spChg>
        <pc:spChg chg="mod">
          <ac:chgData name="Reynolds, Matthew" userId="S::matthew.reynolds@yale.edu::2b490455-b4e6-4f98-8ada-f0fd89e17c13" providerId="AD" clId="Web-{87BC0550-7AD8-1666-81C0-95CF67776827}" dt="2020-02-20T15:28:31.196" v="1" actId="1076"/>
          <ac:spMkLst>
            <pc:docMk/>
            <pc:sldMk cId="1164823392" sldId="276"/>
            <ac:spMk id="44" creationId="{0E9A1D84-BFE9-4D02-AC53-E7B1CE87A179}"/>
          </ac:spMkLst>
        </pc:spChg>
      </pc:sldChg>
      <pc:sldChg chg="add replId">
        <pc:chgData name="Reynolds, Matthew" userId="S::matthew.reynolds@yale.edu::2b490455-b4e6-4f98-8ada-f0fd89e17c13" providerId="AD" clId="Web-{87BC0550-7AD8-1666-81C0-95CF67776827}" dt="2020-02-20T15:26:12.400" v="0"/>
        <pc:sldMkLst>
          <pc:docMk/>
          <pc:sldMk cId="371811617" sldId="284"/>
        </pc:sldMkLst>
      </pc:sldChg>
    </pc:docChg>
  </pc:docChgLst>
  <pc:docChgLst>
    <pc:chgData name="Antle, Rick" userId="c2afbbd2-30e4-4c8e-8af5-81913178ace3" providerId="ADAL" clId="{B57EF908-FF38-4F15-B5B0-20FC3326DF66}"/>
    <pc:docChg chg="undo redo custSel addSld delSld modSld sldOrd modMainMaster modShowInfo">
      <pc:chgData name="Antle, Rick" userId="c2afbbd2-30e4-4c8e-8af5-81913178ace3" providerId="ADAL" clId="{B57EF908-FF38-4F15-B5B0-20FC3326DF66}" dt="2020-02-20T22:02:22.278" v="2770" actId="20577"/>
      <pc:docMkLst>
        <pc:docMk/>
      </pc:docMkLst>
      <pc:sldChg chg="addSp delSp modSp mod setBg">
        <pc:chgData name="Antle, Rick" userId="c2afbbd2-30e4-4c8e-8af5-81913178ace3" providerId="ADAL" clId="{B57EF908-FF38-4F15-B5B0-20FC3326DF66}" dt="2020-02-20T22:02:22.278" v="2770" actId="20577"/>
        <pc:sldMkLst>
          <pc:docMk/>
          <pc:sldMk cId="3604780475" sldId="256"/>
        </pc:sldMkLst>
        <pc:spChg chg="mod">
          <ac:chgData name="Antle, Rick" userId="c2afbbd2-30e4-4c8e-8af5-81913178ace3" providerId="ADAL" clId="{B57EF908-FF38-4F15-B5B0-20FC3326DF66}" dt="2020-02-18T21:36:22.175" v="2623" actId="2085"/>
          <ac:spMkLst>
            <pc:docMk/>
            <pc:sldMk cId="3604780475" sldId="256"/>
            <ac:spMk id="2" creationId="{F8AA5610-50E7-4F70-960A-E63ECC443FC9}"/>
          </ac:spMkLst>
        </pc:spChg>
        <pc:spChg chg="del mod">
          <ac:chgData name="Antle, Rick" userId="c2afbbd2-30e4-4c8e-8af5-81913178ace3" providerId="ADAL" clId="{B57EF908-FF38-4F15-B5B0-20FC3326DF66}" dt="2020-02-18T21:34:48.716" v="2620"/>
          <ac:spMkLst>
            <pc:docMk/>
            <pc:sldMk cId="3604780475" sldId="256"/>
            <ac:spMk id="3" creationId="{F48AF475-B1FD-42FB-A892-14A7A76C375A}"/>
          </ac:spMkLst>
        </pc:spChg>
        <pc:spChg chg="add mod">
          <ac:chgData name="Antle, Rick" userId="c2afbbd2-30e4-4c8e-8af5-81913178ace3" providerId="ADAL" clId="{B57EF908-FF38-4F15-B5B0-20FC3326DF66}" dt="2020-02-20T22:02:22.278" v="2770" actId="20577"/>
          <ac:spMkLst>
            <pc:docMk/>
            <pc:sldMk cId="3604780475" sldId="256"/>
            <ac:spMk id="4" creationId="{6D715DF8-4477-431C-A280-84827C252C39}"/>
          </ac:spMkLst>
        </pc:spChg>
        <pc:spChg chg="add del">
          <ac:chgData name="Antle, Rick" userId="c2afbbd2-30e4-4c8e-8af5-81913178ace3" providerId="ADAL" clId="{B57EF908-FF38-4F15-B5B0-20FC3326DF66}" dt="2020-02-18T21:35:24.483" v="2622" actId="26606"/>
          <ac:spMkLst>
            <pc:docMk/>
            <pc:sldMk cId="3604780475" sldId="256"/>
            <ac:spMk id="9" creationId="{B92BC7C0-A940-4440-B488-A169EE6CC08E}"/>
          </ac:spMkLst>
        </pc:spChg>
      </pc:sldChg>
      <pc:sldChg chg="addSp delSp modSp add ord modAnim">
        <pc:chgData name="Antle, Rick" userId="c2afbbd2-30e4-4c8e-8af5-81913178ace3" providerId="ADAL" clId="{B57EF908-FF38-4F15-B5B0-20FC3326DF66}" dt="2020-02-18T21:33:13.871" v="2595"/>
        <pc:sldMkLst>
          <pc:docMk/>
          <pc:sldMk cId="771280463" sldId="257"/>
        </pc:sldMkLst>
        <pc:spChg chg="add mod">
          <ac:chgData name="Antle, Rick" userId="c2afbbd2-30e4-4c8e-8af5-81913178ace3" providerId="ADAL" clId="{B57EF908-FF38-4F15-B5B0-20FC3326DF66}" dt="2020-02-18T18:09:52.609" v="1934" actId="1076"/>
          <ac:spMkLst>
            <pc:docMk/>
            <pc:sldMk cId="771280463" sldId="257"/>
            <ac:spMk id="4" creationId="{82F54B40-FCFB-4CF8-B627-41DFB17F9F33}"/>
          </ac:spMkLst>
        </pc:spChg>
        <pc:spChg chg="add mod">
          <ac:chgData name="Antle, Rick" userId="c2afbbd2-30e4-4c8e-8af5-81913178ace3" providerId="ADAL" clId="{B57EF908-FF38-4F15-B5B0-20FC3326DF66}" dt="2020-02-14T22:02:54.702" v="1023" actId="1076"/>
          <ac:spMkLst>
            <pc:docMk/>
            <pc:sldMk cId="771280463" sldId="257"/>
            <ac:spMk id="5" creationId="{843CEFA7-A254-4B13-8CA3-C9A0B2102962}"/>
          </ac:spMkLst>
        </pc:spChg>
        <pc:spChg chg="mod">
          <ac:chgData name="Antle, Rick" userId="c2afbbd2-30e4-4c8e-8af5-81913178ace3" providerId="ADAL" clId="{B57EF908-FF38-4F15-B5B0-20FC3326DF66}" dt="2020-02-14T22:14:56.138" v="1158" actId="1038"/>
          <ac:spMkLst>
            <pc:docMk/>
            <pc:sldMk cId="771280463" sldId="257"/>
            <ac:spMk id="20" creationId="{1B1AC799-DA19-4BFB-92FD-93CA0821D219}"/>
          </ac:spMkLst>
        </pc:spChg>
        <pc:spChg chg="mod">
          <ac:chgData name="Antle, Rick" userId="c2afbbd2-30e4-4c8e-8af5-81913178ace3" providerId="ADAL" clId="{B57EF908-FF38-4F15-B5B0-20FC3326DF66}" dt="2020-02-15T20:31:32.249" v="1400" actId="1076"/>
          <ac:spMkLst>
            <pc:docMk/>
            <pc:sldMk cId="771280463" sldId="257"/>
            <ac:spMk id="21" creationId="{29170EF9-F386-4FCD-AD4F-90AF740E68A3}"/>
          </ac:spMkLst>
        </pc:spChg>
        <pc:spChg chg="add mod">
          <ac:chgData name="Antle, Rick" userId="c2afbbd2-30e4-4c8e-8af5-81913178ace3" providerId="ADAL" clId="{B57EF908-FF38-4F15-B5B0-20FC3326DF66}" dt="2020-02-14T22:02:54.702" v="1023" actId="1076"/>
          <ac:spMkLst>
            <pc:docMk/>
            <pc:sldMk cId="771280463" sldId="257"/>
            <ac:spMk id="22" creationId="{E473579A-28CA-4048-9D1A-21286D9AD216}"/>
          </ac:spMkLst>
        </pc:spChg>
        <pc:spChg chg="add mod">
          <ac:chgData name="Antle, Rick" userId="c2afbbd2-30e4-4c8e-8af5-81913178ace3" providerId="ADAL" clId="{B57EF908-FF38-4F15-B5B0-20FC3326DF66}" dt="2020-02-14T22:02:54.702" v="1023" actId="1076"/>
          <ac:spMkLst>
            <pc:docMk/>
            <pc:sldMk cId="771280463" sldId="257"/>
            <ac:spMk id="23" creationId="{BA05E752-E5F3-4B59-9DA0-E5B9AB981750}"/>
          </ac:spMkLst>
        </pc:spChg>
        <pc:spChg chg="add mod topLvl">
          <ac:chgData name="Antle, Rick" userId="c2afbbd2-30e4-4c8e-8af5-81913178ace3" providerId="ADAL" clId="{B57EF908-FF38-4F15-B5B0-20FC3326DF66}" dt="2020-02-14T22:04:32.889" v="1031" actId="165"/>
          <ac:spMkLst>
            <pc:docMk/>
            <pc:sldMk cId="771280463" sldId="257"/>
            <ac:spMk id="24" creationId="{57E822CA-44A5-4805-82CE-37EA52229F0A}"/>
          </ac:spMkLst>
        </pc:spChg>
        <pc:spChg chg="add mod topLvl">
          <ac:chgData name="Antle, Rick" userId="c2afbbd2-30e4-4c8e-8af5-81913178ace3" providerId="ADAL" clId="{B57EF908-FF38-4F15-B5B0-20FC3326DF66}" dt="2020-02-14T22:04:32.889" v="1031" actId="165"/>
          <ac:spMkLst>
            <pc:docMk/>
            <pc:sldMk cId="771280463" sldId="257"/>
            <ac:spMk id="25" creationId="{A7C0023A-D7D0-4895-9D91-247AEDF19212}"/>
          </ac:spMkLst>
        </pc:spChg>
        <pc:spChg chg="add mod">
          <ac:chgData name="Antle, Rick" userId="c2afbbd2-30e4-4c8e-8af5-81913178ace3" providerId="ADAL" clId="{B57EF908-FF38-4F15-B5B0-20FC3326DF66}" dt="2020-02-14T22:02:54.702" v="1023" actId="1076"/>
          <ac:spMkLst>
            <pc:docMk/>
            <pc:sldMk cId="771280463" sldId="257"/>
            <ac:spMk id="26" creationId="{9FCB46BF-B218-4D8A-BE22-C5F5697D8BBE}"/>
          </ac:spMkLst>
        </pc:spChg>
        <pc:spChg chg="add mod topLvl">
          <ac:chgData name="Antle, Rick" userId="c2afbbd2-30e4-4c8e-8af5-81913178ace3" providerId="ADAL" clId="{B57EF908-FF38-4F15-B5B0-20FC3326DF66}" dt="2020-02-14T22:04:32.889" v="1031" actId="165"/>
          <ac:spMkLst>
            <pc:docMk/>
            <pc:sldMk cId="771280463" sldId="257"/>
            <ac:spMk id="27" creationId="{88D9F8D2-A792-415F-B5EC-09F620BEFC65}"/>
          </ac:spMkLst>
        </pc:spChg>
        <pc:spChg chg="add mod">
          <ac:chgData name="Antle, Rick" userId="c2afbbd2-30e4-4c8e-8af5-81913178ace3" providerId="ADAL" clId="{B57EF908-FF38-4F15-B5B0-20FC3326DF66}" dt="2020-02-14T22:03:43.134" v="1026" actId="1076"/>
          <ac:spMkLst>
            <pc:docMk/>
            <pc:sldMk cId="771280463" sldId="257"/>
            <ac:spMk id="28" creationId="{1C731D55-0237-4203-9D1B-8D1F98DA62E9}"/>
          </ac:spMkLst>
        </pc:spChg>
        <pc:spChg chg="mod">
          <ac:chgData name="Antle, Rick" userId="c2afbbd2-30e4-4c8e-8af5-81913178ace3" providerId="ADAL" clId="{B57EF908-FF38-4F15-B5B0-20FC3326DF66}" dt="2020-02-18T18:08:24.673" v="1911" actId="20577"/>
          <ac:spMkLst>
            <pc:docMk/>
            <pc:sldMk cId="771280463" sldId="257"/>
            <ac:spMk id="7178" creationId="{00000000-0000-0000-0000-000000000000}"/>
          </ac:spMkLst>
        </pc:spChg>
        <pc:spChg chg="del mod topLvl">
          <ac:chgData name="Antle, Rick" userId="c2afbbd2-30e4-4c8e-8af5-81913178ace3" providerId="ADAL" clId="{B57EF908-FF38-4F15-B5B0-20FC3326DF66}" dt="2020-02-14T22:00:54.868" v="1013" actId="478"/>
          <ac:spMkLst>
            <pc:docMk/>
            <pc:sldMk cId="771280463" sldId="257"/>
            <ac:spMk id="7179" creationId="{00000000-0000-0000-0000-000000000000}"/>
          </ac:spMkLst>
        </pc:spChg>
        <pc:spChg chg="del mod topLvl">
          <ac:chgData name="Antle, Rick" userId="c2afbbd2-30e4-4c8e-8af5-81913178ace3" providerId="ADAL" clId="{B57EF908-FF38-4F15-B5B0-20FC3326DF66}" dt="2020-02-13T20:14:03.966" v="77" actId="478"/>
          <ac:spMkLst>
            <pc:docMk/>
            <pc:sldMk cId="771280463" sldId="257"/>
            <ac:spMk id="7180" creationId="{00000000-0000-0000-0000-000000000000}"/>
          </ac:spMkLst>
        </pc:spChg>
        <pc:spChg chg="del mod topLvl">
          <ac:chgData name="Antle, Rick" userId="c2afbbd2-30e4-4c8e-8af5-81913178ace3" providerId="ADAL" clId="{B57EF908-FF38-4F15-B5B0-20FC3326DF66}" dt="2020-02-14T22:00:53.263" v="1012" actId="478"/>
          <ac:spMkLst>
            <pc:docMk/>
            <pc:sldMk cId="771280463" sldId="257"/>
            <ac:spMk id="7181" creationId="{00000000-0000-0000-0000-000000000000}"/>
          </ac:spMkLst>
        </pc:spChg>
        <pc:spChg chg="del mod topLvl">
          <ac:chgData name="Antle, Rick" userId="c2afbbd2-30e4-4c8e-8af5-81913178ace3" providerId="ADAL" clId="{B57EF908-FF38-4F15-B5B0-20FC3326DF66}" dt="2020-02-14T19:58:14.260" v="163" actId="478"/>
          <ac:spMkLst>
            <pc:docMk/>
            <pc:sldMk cId="771280463" sldId="257"/>
            <ac:spMk id="7182" creationId="{00000000-0000-0000-0000-000000000000}"/>
          </ac:spMkLst>
        </pc:spChg>
        <pc:grpChg chg="add del mod">
          <ac:chgData name="Antle, Rick" userId="c2afbbd2-30e4-4c8e-8af5-81913178ace3" providerId="ADAL" clId="{B57EF908-FF38-4F15-B5B0-20FC3326DF66}" dt="2020-02-14T22:04:32.889" v="1031" actId="165"/>
          <ac:grpSpMkLst>
            <pc:docMk/>
            <pc:sldMk cId="771280463" sldId="257"/>
            <ac:grpSpMk id="4" creationId="{7B215124-01EC-4BA9-A3AF-D74F32083D2A}"/>
          </ac:grpSpMkLst>
        </pc:grpChg>
        <pc:grpChg chg="del">
          <ac:chgData name="Antle, Rick" userId="c2afbbd2-30e4-4c8e-8af5-81913178ace3" providerId="ADAL" clId="{B57EF908-FF38-4F15-B5B0-20FC3326DF66}" dt="2020-02-13T20:14:16.728" v="78" actId="165"/>
          <ac:grpSpMkLst>
            <pc:docMk/>
            <pc:sldMk cId="771280463" sldId="257"/>
            <ac:grpSpMk id="7" creationId="{00000000-0000-0000-0000-000000000000}"/>
          </ac:grpSpMkLst>
        </pc:grpChg>
        <pc:grpChg chg="del">
          <ac:chgData name="Antle, Rick" userId="c2afbbd2-30e4-4c8e-8af5-81913178ace3" providerId="ADAL" clId="{B57EF908-FF38-4F15-B5B0-20FC3326DF66}" dt="2020-02-13T20:14:01.229" v="76" actId="165"/>
          <ac:grpSpMkLst>
            <pc:docMk/>
            <pc:sldMk cId="771280463" sldId="257"/>
            <ac:grpSpMk id="8" creationId="{00000000-0000-0000-0000-000000000000}"/>
          </ac:grpSpMkLst>
        </pc:grpChg>
      </pc:sldChg>
      <pc:sldChg chg="addSp delSp modSp ord addAnim delAnim modAnim">
        <pc:chgData name="Antle, Rick" userId="c2afbbd2-30e4-4c8e-8af5-81913178ace3" providerId="ADAL" clId="{B57EF908-FF38-4F15-B5B0-20FC3326DF66}" dt="2020-02-20T21:58:45.253" v="2723" actId="20577"/>
        <pc:sldMkLst>
          <pc:docMk/>
          <pc:sldMk cId="557295040" sldId="258"/>
        </pc:sldMkLst>
        <pc:spChg chg="mod">
          <ac:chgData name="Antle, Rick" userId="c2afbbd2-30e4-4c8e-8af5-81913178ace3" providerId="ADAL" clId="{B57EF908-FF38-4F15-B5B0-20FC3326DF66}" dt="2020-02-20T21:58:45.253" v="2723" actId="20577"/>
          <ac:spMkLst>
            <pc:docMk/>
            <pc:sldMk cId="557295040" sldId="258"/>
            <ac:spMk id="2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7T18:46:09.932" v="1531" actId="20577"/>
          <ac:spMkLst>
            <pc:docMk/>
            <pc:sldMk cId="557295040" sldId="258"/>
            <ac:spMk id="3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4T20:04:36.663" v="203" actId="478"/>
          <ac:spMkLst>
            <pc:docMk/>
            <pc:sldMk cId="557295040" sldId="258"/>
            <ac:spMk id="6" creationId="{752D0859-C862-4781-AC70-FC42FD8CCAEA}"/>
          </ac:spMkLst>
        </pc:spChg>
        <pc:spChg chg="add del mod">
          <ac:chgData name="Antle, Rick" userId="c2afbbd2-30e4-4c8e-8af5-81913178ace3" providerId="ADAL" clId="{B57EF908-FF38-4F15-B5B0-20FC3326DF66}" dt="2020-02-17T18:47:01.891" v="1567" actId="20577"/>
          <ac:spMkLst>
            <pc:docMk/>
            <pc:sldMk cId="557295040" sldId="258"/>
            <ac:spMk id="11" creationId="{58595D58-2FA2-498B-9645-5A854DA97421}"/>
          </ac:spMkLst>
        </pc:spChg>
        <pc:spChg chg="mod">
          <ac:chgData name="Antle, Rick" userId="c2afbbd2-30e4-4c8e-8af5-81913178ace3" providerId="ADAL" clId="{B57EF908-FF38-4F15-B5B0-20FC3326DF66}" dt="2020-02-17T18:46:31.770" v="1550" actId="6549"/>
          <ac:spMkLst>
            <pc:docMk/>
            <pc:sldMk cId="557295040" sldId="258"/>
            <ac:spMk id="13" creationId="{DBF347AF-A9BA-4FD8-99A5-14CA7C40531D}"/>
          </ac:spMkLst>
        </pc:spChg>
        <pc:spChg chg="add mod">
          <ac:chgData name="Antle, Rick" userId="c2afbbd2-30e4-4c8e-8af5-81913178ace3" providerId="ADAL" clId="{B57EF908-FF38-4F15-B5B0-20FC3326DF66}" dt="2020-02-14T20:08:29.802" v="225" actId="571"/>
          <ac:spMkLst>
            <pc:docMk/>
            <pc:sldMk cId="557295040" sldId="258"/>
            <ac:spMk id="15" creationId="{4F4F16F5-2C41-4F01-AC2E-3CDB634BD2E7}"/>
          </ac:spMkLst>
        </pc:spChg>
        <pc:picChg chg="add del">
          <ac:chgData name="Antle, Rick" userId="c2afbbd2-30e4-4c8e-8af5-81913178ace3" providerId="ADAL" clId="{B57EF908-FF38-4F15-B5B0-20FC3326DF66}" dt="2020-02-14T20:04:36.663" v="203" actId="478"/>
          <ac:picMkLst>
            <pc:docMk/>
            <pc:sldMk cId="557295040" sldId="258"/>
            <ac:picMk id="9" creationId="{4FCAA7C9-682E-440F-B3CC-1CBC17C88324}"/>
          </ac:picMkLst>
        </pc:picChg>
        <pc:picChg chg="add mod">
          <ac:chgData name="Antle, Rick" userId="c2afbbd2-30e4-4c8e-8af5-81913178ace3" providerId="ADAL" clId="{B57EF908-FF38-4F15-B5B0-20FC3326DF66}" dt="2020-02-14T20:08:29.802" v="225" actId="571"/>
          <ac:picMkLst>
            <pc:docMk/>
            <pc:sldMk cId="557295040" sldId="258"/>
            <ac:picMk id="12" creationId="{8A09647C-D92A-4CCF-9F36-0A074146A3AB}"/>
          </ac:picMkLst>
        </pc:picChg>
        <pc:picChg chg="add del mod">
          <ac:chgData name="Antle, Rick" userId="c2afbbd2-30e4-4c8e-8af5-81913178ace3" providerId="ADAL" clId="{B57EF908-FF38-4F15-B5B0-20FC3326DF66}" dt="2020-02-14T20:07:03.250" v="213" actId="1076"/>
          <ac:picMkLst>
            <pc:docMk/>
            <pc:sldMk cId="557295040" sldId="258"/>
            <ac:picMk id="14" creationId="{B5142ACA-8648-409F-AA08-E1478046758A}"/>
          </ac:picMkLst>
        </pc:picChg>
        <pc:picChg chg="add del mod">
          <ac:chgData name="Antle, Rick" userId="c2afbbd2-30e4-4c8e-8af5-81913178ace3" providerId="ADAL" clId="{B57EF908-FF38-4F15-B5B0-20FC3326DF66}" dt="2020-02-14T20:09:00.469" v="240" actId="1035"/>
          <ac:picMkLst>
            <pc:docMk/>
            <pc:sldMk cId="557295040" sldId="258"/>
            <ac:picMk id="16" creationId="{C35DC992-9A41-486A-A972-B96A5AC94332}"/>
          </ac:picMkLst>
        </pc:picChg>
      </pc:sldChg>
      <pc:sldChg chg="modSp add del">
        <pc:chgData name="Antle, Rick" userId="c2afbbd2-30e4-4c8e-8af5-81913178ace3" providerId="ADAL" clId="{B57EF908-FF38-4F15-B5B0-20FC3326DF66}" dt="2020-02-13T20:12:14.271" v="3"/>
        <pc:sldMkLst>
          <pc:docMk/>
          <pc:sldMk cId="607127018" sldId="259"/>
        </pc:sldMkLst>
        <pc:spChg chg="mod">
          <ac:chgData name="Antle, Rick" userId="c2afbbd2-30e4-4c8e-8af5-81913178ace3" providerId="ADAL" clId="{B57EF908-FF38-4F15-B5B0-20FC3326DF66}" dt="2020-02-13T20:12:14.271" v="3"/>
          <ac:spMkLst>
            <pc:docMk/>
            <pc:sldMk cId="607127018" sldId="259"/>
            <ac:spMk id="3" creationId="{00000000-0000-0000-0000-000000000000}"/>
          </ac:spMkLst>
        </pc:spChg>
      </pc:sldChg>
      <pc:sldChg chg="add del">
        <pc:chgData name="Antle, Rick" userId="c2afbbd2-30e4-4c8e-8af5-81913178ace3" providerId="ADAL" clId="{B57EF908-FF38-4F15-B5B0-20FC3326DF66}" dt="2020-02-13T20:15:18.485" v="92" actId="47"/>
        <pc:sldMkLst>
          <pc:docMk/>
          <pc:sldMk cId="2446862497" sldId="259"/>
        </pc:sldMkLst>
      </pc:sldChg>
      <pc:sldChg chg="addSp delSp modSp add del ord modAnim">
        <pc:chgData name="Antle, Rick" userId="c2afbbd2-30e4-4c8e-8af5-81913178ace3" providerId="ADAL" clId="{B57EF908-FF38-4F15-B5B0-20FC3326DF66}" dt="2020-02-17T19:02:32.280" v="1586" actId="47"/>
        <pc:sldMkLst>
          <pc:docMk/>
          <pc:sldMk cId="3141169091" sldId="269"/>
        </pc:sldMkLst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5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0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1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2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3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4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5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6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1:43.452" v="247"/>
          <ac:spMkLst>
            <pc:docMk/>
            <pc:sldMk cId="3141169091" sldId="269"/>
            <ac:spMk id="43" creationId="{47A9489E-856E-4351-9C4C-536093DFABE0}"/>
          </ac:spMkLst>
        </pc:spChg>
        <pc:spChg chg="add del">
          <ac:chgData name="Antle, Rick" userId="c2afbbd2-30e4-4c8e-8af5-81913178ace3" providerId="ADAL" clId="{B57EF908-FF38-4F15-B5B0-20FC3326DF66}" dt="2020-02-14T20:21:43.452" v="247"/>
          <ac:spMkLst>
            <pc:docMk/>
            <pc:sldMk cId="3141169091" sldId="269"/>
            <ac:spMk id="44" creationId="{1CDC80CA-DD06-4347-9CB7-0B73C48A847D}"/>
          </ac:spMkLst>
        </pc:spChg>
        <pc:spChg chg="add del">
          <ac:chgData name="Antle, Rick" userId="c2afbbd2-30e4-4c8e-8af5-81913178ace3" providerId="ADAL" clId="{B57EF908-FF38-4F15-B5B0-20FC3326DF66}" dt="2020-02-14T20:21:43.452" v="247"/>
          <ac:spMkLst>
            <pc:docMk/>
            <pc:sldMk cId="3141169091" sldId="269"/>
            <ac:spMk id="45" creationId="{F6D63B83-8F27-47E3-9C0B-817B425378F6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65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75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76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81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89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3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4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5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6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7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8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99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03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06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08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09" creationId="{00000000-0000-0000-0000-000000000000}"/>
          </ac:spMkLst>
        </pc:spChg>
        <pc:spChg chg="add del">
          <ac:chgData name="Antle, Rick" userId="c2afbbd2-30e4-4c8e-8af5-81913178ace3" providerId="ADAL" clId="{B57EF908-FF38-4F15-B5B0-20FC3326DF66}" dt="2020-02-14T20:22:39.760" v="254" actId="478"/>
          <ac:spMkLst>
            <pc:docMk/>
            <pc:sldMk cId="3141169091" sldId="269"/>
            <ac:spMk id="110" creationId="{00000000-0000-0000-0000-000000000000}"/>
          </ac:spMkLst>
        </pc:sp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2" creationId="{C84C6623-3CD2-4192-BDF5-42D4BC37DCFD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3" creationId="{82B12744-ABE9-4DC1-811E-4490871FF23B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4" creationId="{A25FF418-FF5A-48A6-9069-03EB30C8C67D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6" creationId="{C9A15236-322C-42CD-A387-E19E3034B902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18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19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21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22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23" creationId="{00000000-0000-0000-0000-000000000000}"/>
          </ac:cxnSpMkLst>
        </pc:cxnChg>
        <pc:cxnChg chg="add del mod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25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40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41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42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67" creationId="{00000000-0000-0000-0000-000000000000}"/>
          </ac:cxnSpMkLst>
        </pc:cxnChg>
        <pc:cxnChg chg="add del">
          <ac:chgData name="Antle, Rick" userId="c2afbbd2-30e4-4c8e-8af5-81913178ace3" providerId="ADAL" clId="{B57EF908-FF38-4F15-B5B0-20FC3326DF66}" dt="2020-02-14T20:22:39.760" v="254" actId="478"/>
          <ac:cxnSpMkLst>
            <pc:docMk/>
            <pc:sldMk cId="3141169091" sldId="269"/>
            <ac:cxnSpMk id="73" creationId="{00000000-0000-0000-0000-000000000000}"/>
          </ac:cxnSpMkLst>
        </pc:cxnChg>
      </pc:sldChg>
      <pc:sldChg chg="addSp delSp modSp add del ord modTransition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595522535" sldId="270"/>
        </pc:sldMkLst>
        <pc:spChg chg="mod">
          <ac:chgData name="Antle, Rick" userId="c2afbbd2-30e4-4c8e-8af5-81913178ace3" providerId="ADAL" clId="{B57EF908-FF38-4F15-B5B0-20FC3326DF66}" dt="2020-02-20T21:55:11.561" v="2689" actId="20577"/>
          <ac:spMkLst>
            <pc:docMk/>
            <pc:sldMk cId="595522535" sldId="270"/>
            <ac:spMk id="5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4T20:31:32.908" v="455" actId="478"/>
          <ac:spMkLst>
            <pc:docMk/>
            <pc:sldMk cId="595522535" sldId="270"/>
            <ac:spMk id="7" creationId="{85FF2A59-0BB0-4083-91F4-1C566A0E7842}"/>
          </ac:spMkLst>
        </pc:spChg>
        <pc:spChg chg="del mod">
          <ac:chgData name="Antle, Rick" userId="c2afbbd2-30e4-4c8e-8af5-81913178ace3" providerId="ADAL" clId="{B57EF908-FF38-4F15-B5B0-20FC3326DF66}" dt="2020-02-14T20:54:57.020" v="924" actId="478"/>
          <ac:spMkLst>
            <pc:docMk/>
            <pc:sldMk cId="595522535" sldId="270"/>
            <ac:spMk id="10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56:04.939" v="953" actId="478"/>
          <ac:spMkLst>
            <pc:docMk/>
            <pc:sldMk cId="595522535" sldId="270"/>
            <ac:spMk id="11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43:07.182" v="746" actId="478"/>
          <ac:spMkLst>
            <pc:docMk/>
            <pc:sldMk cId="595522535" sldId="270"/>
            <ac:spMk id="12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4T20:26:02.104" v="315" actId="478"/>
          <ac:spMkLst>
            <pc:docMk/>
            <pc:sldMk cId="595522535" sldId="270"/>
            <ac:spMk id="13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48:05.344" v="809" actId="478"/>
          <ac:spMkLst>
            <pc:docMk/>
            <pc:sldMk cId="595522535" sldId="270"/>
            <ac:spMk id="14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32:11.268" v="476" actId="478"/>
          <ac:spMkLst>
            <pc:docMk/>
            <pc:sldMk cId="595522535" sldId="270"/>
            <ac:spMk id="15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21:37:59.376" v="2630" actId="478"/>
          <ac:spMkLst>
            <pc:docMk/>
            <pc:sldMk cId="595522535" sldId="270"/>
            <ac:spMk id="16" creationId="{00000000-0000-0000-0000-000000000000}"/>
          </ac:spMkLst>
        </pc:spChg>
        <pc:spChg chg="add mod">
          <ac:chgData name="Antle, Rick" userId="c2afbbd2-30e4-4c8e-8af5-81913178ace3" providerId="ADAL" clId="{B57EF908-FF38-4F15-B5B0-20FC3326DF66}" dt="2020-02-17T18:43:43.231" v="1496" actId="108"/>
          <ac:spMkLst>
            <pc:docMk/>
            <pc:sldMk cId="595522535" sldId="270"/>
            <ac:spMk id="43" creationId="{53DE92C2-C8F1-47DD-98FE-9DEDE2C81FA7}"/>
          </ac:spMkLst>
        </pc:spChg>
        <pc:spChg chg="add mod">
          <ac:chgData name="Antle, Rick" userId="c2afbbd2-30e4-4c8e-8af5-81913178ace3" providerId="ADAL" clId="{B57EF908-FF38-4F15-B5B0-20FC3326DF66}" dt="2020-02-17T18:40:20.337" v="1455" actId="108"/>
          <ac:spMkLst>
            <pc:docMk/>
            <pc:sldMk cId="595522535" sldId="270"/>
            <ac:spMk id="44" creationId="{0E9A1D84-BFE9-4D02-AC53-E7B1CE87A179}"/>
          </ac:spMkLst>
        </pc:spChg>
        <pc:spChg chg="add mod">
          <ac:chgData name="Antle, Rick" userId="c2afbbd2-30e4-4c8e-8af5-81913178ace3" providerId="ADAL" clId="{B57EF908-FF38-4F15-B5B0-20FC3326DF66}" dt="2020-02-17T18:40:21.237" v="1456" actId="108"/>
          <ac:spMkLst>
            <pc:docMk/>
            <pc:sldMk cId="595522535" sldId="270"/>
            <ac:spMk id="50" creationId="{1EAC0625-A291-4444-BF86-AAB9F2D58BB7}"/>
          </ac:spMkLst>
        </pc:spChg>
        <pc:spChg chg="add del mod">
          <ac:chgData name="Antle, Rick" userId="c2afbbd2-30e4-4c8e-8af5-81913178ace3" providerId="ADAL" clId="{B57EF908-FF38-4F15-B5B0-20FC3326DF66}" dt="2020-02-17T18:44:25.502" v="1512" actId="478"/>
          <ac:spMkLst>
            <pc:docMk/>
            <pc:sldMk cId="595522535" sldId="270"/>
            <ac:spMk id="57" creationId="{D11A7AEC-7BBD-4888-8820-5297C3A0A403}"/>
          </ac:spMkLst>
        </pc:spChg>
        <pc:spChg chg="add del mod">
          <ac:chgData name="Antle, Rick" userId="c2afbbd2-30e4-4c8e-8af5-81913178ace3" providerId="ADAL" clId="{B57EF908-FF38-4F15-B5B0-20FC3326DF66}" dt="2020-02-17T18:44:23.393" v="1511" actId="478"/>
          <ac:spMkLst>
            <pc:docMk/>
            <pc:sldMk cId="595522535" sldId="270"/>
            <ac:spMk id="58" creationId="{4D34C082-9797-409E-9AFB-617917901CB2}"/>
          </ac:spMkLst>
        </pc:spChg>
        <pc:spChg chg="add mod">
          <ac:chgData name="Antle, Rick" userId="c2afbbd2-30e4-4c8e-8af5-81913178ace3" providerId="ADAL" clId="{B57EF908-FF38-4F15-B5B0-20FC3326DF66}" dt="2020-02-17T18:40:22.477" v="1457" actId="108"/>
          <ac:spMkLst>
            <pc:docMk/>
            <pc:sldMk cId="595522535" sldId="270"/>
            <ac:spMk id="59" creationId="{FB444828-91DF-432E-B628-95F8BE051F18}"/>
          </ac:spMkLst>
        </pc:spChg>
        <pc:spChg chg="del mod">
          <ac:chgData name="Antle, Rick" userId="c2afbbd2-30e4-4c8e-8af5-81913178ace3" providerId="ADAL" clId="{B57EF908-FF38-4F15-B5B0-20FC3326DF66}" dt="2020-02-14T20:25:17.982" v="295" actId="478"/>
          <ac:spMkLst>
            <pc:docMk/>
            <pc:sldMk cId="595522535" sldId="270"/>
            <ac:spMk id="65" creationId="{00000000-0000-0000-0000-000000000000}"/>
          </ac:spMkLst>
        </pc:spChg>
        <pc:spChg chg="add mod">
          <ac:chgData name="Antle, Rick" userId="c2afbbd2-30e4-4c8e-8af5-81913178ace3" providerId="ADAL" clId="{B57EF908-FF38-4F15-B5B0-20FC3326DF66}" dt="2020-02-17T18:40:23.691" v="1458" actId="108"/>
          <ac:spMkLst>
            <pc:docMk/>
            <pc:sldMk cId="595522535" sldId="270"/>
            <ac:spMk id="72" creationId="{9C96A383-4942-4261-AE25-13BAC8F921C6}"/>
          </ac:spMkLst>
        </pc:spChg>
        <pc:spChg chg="mod">
          <ac:chgData name="Antle, Rick" userId="c2afbbd2-30e4-4c8e-8af5-81913178ace3" providerId="ADAL" clId="{B57EF908-FF38-4F15-B5B0-20FC3326DF66}" dt="2020-02-18T18:25:09.285" v="2182" actId="164"/>
          <ac:spMkLst>
            <pc:docMk/>
            <pc:sldMk cId="595522535" sldId="270"/>
            <ac:spMk id="75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4:15.151" v="1506" actId="478"/>
          <ac:spMkLst>
            <pc:docMk/>
            <pc:sldMk cId="595522535" sldId="270"/>
            <ac:spMk id="76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50:48.209" v="1580" actId="478"/>
          <ac:spMkLst>
            <pc:docMk/>
            <pc:sldMk cId="595522535" sldId="270"/>
            <ac:spMk id="81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4:00.079" v="1500" actId="478"/>
          <ac:spMkLst>
            <pc:docMk/>
            <pc:sldMk cId="595522535" sldId="270"/>
            <ac:spMk id="89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4:10.856" v="1505" actId="478"/>
          <ac:spMkLst>
            <pc:docMk/>
            <pc:sldMk cId="595522535" sldId="270"/>
            <ac:spMk id="93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4:05.611" v="1501" actId="478"/>
          <ac:spMkLst>
            <pc:docMk/>
            <pc:sldMk cId="595522535" sldId="270"/>
            <ac:spMk id="94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59:13.337" v="996" actId="478"/>
          <ac:spMkLst>
            <pc:docMk/>
            <pc:sldMk cId="595522535" sldId="270"/>
            <ac:spMk id="95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0:37:59.283" v="702" actId="478"/>
          <ac:spMkLst>
            <pc:docMk/>
            <pc:sldMk cId="595522535" sldId="270"/>
            <ac:spMk id="96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4:17.162" v="1507" actId="478"/>
          <ac:spMkLst>
            <pc:docMk/>
            <pc:sldMk cId="595522535" sldId="270"/>
            <ac:spMk id="97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3:55.679" v="1499" actId="478"/>
          <ac:spMkLst>
            <pc:docMk/>
            <pc:sldMk cId="595522535" sldId="270"/>
            <ac:spMk id="98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50:41.920" v="1576" actId="478"/>
          <ac:spMkLst>
            <pc:docMk/>
            <pc:sldMk cId="595522535" sldId="270"/>
            <ac:spMk id="99" creationId="{00000000-0000-0000-0000-000000000000}"/>
          </ac:spMkLst>
        </pc:spChg>
        <pc:spChg chg="add mod">
          <ac:chgData name="Antle, Rick" userId="c2afbbd2-30e4-4c8e-8af5-81913178ace3" providerId="ADAL" clId="{B57EF908-FF38-4F15-B5B0-20FC3326DF66}" dt="2020-02-18T18:32:42.476" v="2307" actId="2085"/>
          <ac:spMkLst>
            <pc:docMk/>
            <pc:sldMk cId="595522535" sldId="270"/>
            <ac:spMk id="100" creationId="{85A9A108-4F45-49BB-AC03-99346552ECE4}"/>
          </ac:spMkLst>
        </pc:spChg>
        <pc:spChg chg="del mod">
          <ac:chgData name="Antle, Rick" userId="c2afbbd2-30e4-4c8e-8af5-81913178ace3" providerId="ADAL" clId="{B57EF908-FF38-4F15-B5B0-20FC3326DF66}" dt="2020-02-17T18:50:34.604" v="1571" actId="478"/>
          <ac:spMkLst>
            <pc:docMk/>
            <pc:sldMk cId="595522535" sldId="270"/>
            <ac:spMk id="103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50:40.188" v="1574" actId="478"/>
          <ac:spMkLst>
            <pc:docMk/>
            <pc:sldMk cId="595522535" sldId="270"/>
            <ac:spMk id="10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18:32:07.045" v="2305" actId="14100"/>
          <ac:spMkLst>
            <pc:docMk/>
            <pc:sldMk cId="595522535" sldId="270"/>
            <ac:spMk id="108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18:32:15.463" v="2306" actId="1076"/>
          <ac:spMkLst>
            <pc:docMk/>
            <pc:sldMk cId="595522535" sldId="270"/>
            <ac:spMk id="109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18:23:54.104" v="2179" actId="478"/>
          <ac:spMkLst>
            <pc:docMk/>
            <pc:sldMk cId="595522535" sldId="270"/>
            <ac:spMk id="110" creationId="{00000000-0000-0000-0000-000000000000}"/>
          </ac:spMkLst>
        </pc:spChg>
        <pc:grpChg chg="add mod">
          <ac:chgData name="Antle, Rick" userId="c2afbbd2-30e4-4c8e-8af5-81913178ace3" providerId="ADAL" clId="{B57EF908-FF38-4F15-B5B0-20FC3326DF66}" dt="2020-02-18T18:25:09.285" v="2182" actId="164"/>
          <ac:grpSpMkLst>
            <pc:docMk/>
            <pc:sldMk cId="595522535" sldId="270"/>
            <ac:grpSpMk id="2" creationId="{0EF793EA-E0F3-4263-AD2A-6E38A44914BB}"/>
          </ac:grpSpMkLst>
        </pc:grpChg>
        <pc:cxnChg chg="del mod">
          <ac:chgData name="Antle, Rick" userId="c2afbbd2-30e4-4c8e-8af5-81913178ace3" providerId="ADAL" clId="{B57EF908-FF38-4F15-B5B0-20FC3326DF66}" dt="2020-02-14T20:59:14.952" v="997" actId="478"/>
          <ac:cxnSpMkLst>
            <pc:docMk/>
            <pc:sldMk cId="595522535" sldId="270"/>
            <ac:cxnSpMk id="2" creationId="{C84C6623-3CD2-4192-BDF5-42D4BC37DCFD}"/>
          </ac:cxnSpMkLst>
        </pc:cxnChg>
        <pc:cxnChg chg="del mod">
          <ac:chgData name="Antle, Rick" userId="c2afbbd2-30e4-4c8e-8af5-81913178ace3" providerId="ADAL" clId="{B57EF908-FF38-4F15-B5B0-20FC3326DF66}" dt="2020-02-14T20:49:25.438" v="841" actId="478"/>
          <ac:cxnSpMkLst>
            <pc:docMk/>
            <pc:sldMk cId="595522535" sldId="270"/>
            <ac:cxnSpMk id="3" creationId="{82B12744-ABE9-4DC1-811E-4490871FF23B}"/>
          </ac:cxnSpMkLst>
        </pc:cxnChg>
        <pc:cxnChg chg="del">
          <ac:chgData name="Antle, Rick" userId="c2afbbd2-30e4-4c8e-8af5-81913178ace3" providerId="ADAL" clId="{B57EF908-FF38-4F15-B5B0-20FC3326DF66}" dt="2020-02-14T20:37:49.581" v="699" actId="478"/>
          <ac:cxnSpMkLst>
            <pc:docMk/>
            <pc:sldMk cId="595522535" sldId="270"/>
            <ac:cxnSpMk id="4" creationId="{A25FF418-FF5A-48A6-9069-03EB30C8C67D}"/>
          </ac:cxnSpMkLst>
        </pc:cxnChg>
        <pc:cxnChg chg="del">
          <ac:chgData name="Antle, Rick" userId="c2afbbd2-30e4-4c8e-8af5-81913178ace3" providerId="ADAL" clId="{B57EF908-FF38-4F15-B5B0-20FC3326DF66}" dt="2020-02-14T20:32:53.261" v="479" actId="478"/>
          <ac:cxnSpMkLst>
            <pc:docMk/>
            <pc:sldMk cId="595522535" sldId="270"/>
            <ac:cxnSpMk id="6" creationId="{C9A15236-322C-42CD-A387-E19E3034B902}"/>
          </ac:cxnSpMkLst>
        </pc:cxnChg>
        <pc:cxnChg chg="mod">
          <ac:chgData name="Antle, Rick" userId="c2afbbd2-30e4-4c8e-8af5-81913178ace3" providerId="ADAL" clId="{B57EF908-FF38-4F15-B5B0-20FC3326DF66}" dt="2020-02-18T18:25:09.285" v="2182" actId="164"/>
          <ac:cxnSpMkLst>
            <pc:docMk/>
            <pc:sldMk cId="595522535" sldId="270"/>
            <ac:cxnSpMk id="18" creationId="{00000000-0000-0000-0000-000000000000}"/>
          </ac:cxnSpMkLst>
        </pc:cxnChg>
        <pc:cxnChg chg="del mod">
          <ac:chgData name="Antle, Rick" userId="c2afbbd2-30e4-4c8e-8af5-81913178ace3" providerId="ADAL" clId="{B57EF908-FF38-4F15-B5B0-20FC3326DF66}" dt="2020-02-17T18:43:53.053" v="1497" actId="478"/>
          <ac:cxnSpMkLst>
            <pc:docMk/>
            <pc:sldMk cId="595522535" sldId="270"/>
            <ac:cxnSpMk id="19" creationId="{00000000-0000-0000-0000-000000000000}"/>
          </ac:cxnSpMkLst>
        </pc:cxnChg>
        <pc:cxnChg chg="mod">
          <ac:chgData name="Antle, Rick" userId="c2afbbd2-30e4-4c8e-8af5-81913178ace3" providerId="ADAL" clId="{B57EF908-FF38-4F15-B5B0-20FC3326DF66}" dt="2020-02-18T18:25:09.285" v="2182" actId="164"/>
          <ac:cxnSpMkLst>
            <pc:docMk/>
            <pc:sldMk cId="595522535" sldId="270"/>
            <ac:cxnSpMk id="21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4T20:32:56.415" v="480" actId="478"/>
          <ac:cxnSpMkLst>
            <pc:docMk/>
            <pc:sldMk cId="595522535" sldId="270"/>
            <ac:cxnSpMk id="22" creationId="{00000000-0000-0000-0000-000000000000}"/>
          </ac:cxnSpMkLst>
        </pc:cxnChg>
        <pc:cxnChg chg="del mod">
          <ac:chgData name="Antle, Rick" userId="c2afbbd2-30e4-4c8e-8af5-81913178ace3" providerId="ADAL" clId="{B57EF908-FF38-4F15-B5B0-20FC3326DF66}" dt="2020-02-14T20:49:27.445" v="842" actId="478"/>
          <ac:cxnSpMkLst>
            <pc:docMk/>
            <pc:sldMk cId="595522535" sldId="270"/>
            <ac:cxnSpMk id="23" creationId="{00000000-0000-0000-0000-000000000000}"/>
          </ac:cxnSpMkLst>
        </pc:cxnChg>
        <pc:cxnChg chg="mod">
          <ac:chgData name="Antle, Rick" userId="c2afbbd2-30e4-4c8e-8af5-81913178ace3" providerId="ADAL" clId="{B57EF908-FF38-4F15-B5B0-20FC3326DF66}" dt="2020-02-14T20:43:07.182" v="746" actId="478"/>
          <ac:cxnSpMkLst>
            <pc:docMk/>
            <pc:sldMk cId="595522535" sldId="270"/>
            <ac:cxnSpMk id="25" creationId="{00000000-0000-0000-0000-000000000000}"/>
          </ac:cxnSpMkLst>
        </pc:cxnChg>
        <pc:cxnChg chg="del mod">
          <ac:chgData name="Antle, Rick" userId="c2afbbd2-30e4-4c8e-8af5-81913178ace3" providerId="ADAL" clId="{B57EF908-FF38-4F15-B5B0-20FC3326DF66}" dt="2020-02-17T18:43:53.053" v="1497" actId="478"/>
          <ac:cxnSpMkLst>
            <pc:docMk/>
            <pc:sldMk cId="595522535" sldId="270"/>
            <ac:cxnSpMk id="40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4T20:38:00.937" v="703" actId="478"/>
          <ac:cxnSpMkLst>
            <pc:docMk/>
            <pc:sldMk cId="595522535" sldId="270"/>
            <ac:cxnSpMk id="41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4T20:37:50.859" v="700" actId="478"/>
          <ac:cxnSpMkLst>
            <pc:docMk/>
            <pc:sldMk cId="595522535" sldId="270"/>
            <ac:cxnSpMk id="42" creationId="{00000000-0000-0000-0000-000000000000}"/>
          </ac:cxnSpMkLst>
        </pc:cxnChg>
        <pc:cxnChg chg="add del mod">
          <ac:chgData name="Antle, Rick" userId="c2afbbd2-30e4-4c8e-8af5-81913178ace3" providerId="ADAL" clId="{B57EF908-FF38-4F15-B5B0-20FC3326DF66}" dt="2020-02-17T18:44:06.968" v="1502" actId="478"/>
          <ac:cxnSpMkLst>
            <pc:docMk/>
            <pc:sldMk cId="595522535" sldId="270"/>
            <ac:cxnSpMk id="45" creationId="{91931CEA-C444-4B3B-A074-1591230FABDE}"/>
          </ac:cxnSpMkLst>
        </pc:cxnChg>
        <pc:cxnChg chg="add del mod">
          <ac:chgData name="Antle, Rick" userId="c2afbbd2-30e4-4c8e-8af5-81913178ace3" providerId="ADAL" clId="{B57EF908-FF38-4F15-B5B0-20FC3326DF66}" dt="2020-02-17T18:44:07.931" v="1503" actId="478"/>
          <ac:cxnSpMkLst>
            <pc:docMk/>
            <pc:sldMk cId="595522535" sldId="270"/>
            <ac:cxnSpMk id="48" creationId="{842E179D-2368-4F69-99FF-D99EF1BA9DD4}"/>
          </ac:cxnSpMkLst>
        </pc:cxnChg>
        <pc:cxnChg chg="add del mod">
          <ac:chgData name="Antle, Rick" userId="c2afbbd2-30e4-4c8e-8af5-81913178ace3" providerId="ADAL" clId="{B57EF908-FF38-4F15-B5B0-20FC3326DF66}" dt="2020-02-17T18:44:18.583" v="1508" actId="478"/>
          <ac:cxnSpMkLst>
            <pc:docMk/>
            <pc:sldMk cId="595522535" sldId="270"/>
            <ac:cxnSpMk id="51" creationId="{FF5CE3F2-6E86-42EA-909A-B8981617830F}"/>
          </ac:cxnSpMkLst>
        </pc:cxnChg>
        <pc:cxnChg chg="add del mod">
          <ac:chgData name="Antle, Rick" userId="c2afbbd2-30e4-4c8e-8af5-81913178ace3" providerId="ADAL" clId="{B57EF908-FF38-4F15-B5B0-20FC3326DF66}" dt="2020-02-17T18:44:20.256" v="1510" actId="478"/>
          <ac:cxnSpMkLst>
            <pc:docMk/>
            <pc:sldMk cId="595522535" sldId="270"/>
            <ac:cxnSpMk id="52" creationId="{0F7D3EBD-4EA1-4489-93B6-545A57D3A074}"/>
          </ac:cxnSpMkLst>
        </pc:cxnChg>
        <pc:cxnChg chg="add del mod">
          <ac:chgData name="Antle, Rick" userId="c2afbbd2-30e4-4c8e-8af5-81913178ace3" providerId="ADAL" clId="{B57EF908-FF38-4F15-B5B0-20FC3326DF66}" dt="2020-02-17T18:50:43.949" v="1578" actId="478"/>
          <ac:cxnSpMkLst>
            <pc:docMk/>
            <pc:sldMk cId="595522535" sldId="270"/>
            <ac:cxnSpMk id="61" creationId="{1BA6983E-009A-4E80-820E-E9167DEEFA14}"/>
          </ac:cxnSpMkLst>
        </pc:cxnChg>
        <pc:cxnChg chg="add del mod">
          <ac:chgData name="Antle, Rick" userId="c2afbbd2-30e4-4c8e-8af5-81913178ace3" providerId="ADAL" clId="{B57EF908-FF38-4F15-B5B0-20FC3326DF66}" dt="2020-02-17T18:50:45.791" v="1579" actId="478"/>
          <ac:cxnSpMkLst>
            <pc:docMk/>
            <pc:sldMk cId="595522535" sldId="270"/>
            <ac:cxnSpMk id="63" creationId="{9FCFAE5E-5431-4923-80BA-BBD081896471}"/>
          </ac:cxnSpMkLst>
        </pc:cxnChg>
        <pc:cxnChg chg="del">
          <ac:chgData name="Antle, Rick" userId="c2afbbd2-30e4-4c8e-8af5-81913178ace3" providerId="ADAL" clId="{B57EF908-FF38-4F15-B5B0-20FC3326DF66}" dt="2020-02-14T20:44:32.687" v="773" actId="478"/>
          <ac:cxnSpMkLst>
            <pc:docMk/>
            <pc:sldMk cId="595522535" sldId="270"/>
            <ac:cxnSpMk id="67" creationId="{00000000-0000-0000-0000-000000000000}"/>
          </ac:cxnSpMkLst>
        </pc:cxnChg>
        <pc:cxnChg chg="del mod">
          <ac:chgData name="Antle, Rick" userId="c2afbbd2-30e4-4c8e-8af5-81913178ace3" providerId="ADAL" clId="{B57EF908-FF38-4F15-B5B0-20FC3326DF66}" dt="2020-02-14T20:43:44.334" v="768" actId="478"/>
          <ac:cxnSpMkLst>
            <pc:docMk/>
            <pc:sldMk cId="595522535" sldId="270"/>
            <ac:cxnSpMk id="73" creationId="{00000000-0000-0000-0000-000000000000}"/>
          </ac:cxnSpMkLst>
        </pc:cxnChg>
        <pc:cxnChg chg="add del mod">
          <ac:chgData name="Antle, Rick" userId="c2afbbd2-30e4-4c8e-8af5-81913178ace3" providerId="ADAL" clId="{B57EF908-FF38-4F15-B5B0-20FC3326DF66}" dt="2020-02-17T18:50:36.893" v="1573" actId="478"/>
          <ac:cxnSpMkLst>
            <pc:docMk/>
            <pc:sldMk cId="595522535" sldId="270"/>
            <ac:cxnSpMk id="77" creationId="{8A208739-BC70-4297-B130-F57555165C5A}"/>
          </ac:cxnSpMkLst>
        </pc:cxnChg>
        <pc:cxnChg chg="add del mod">
          <ac:chgData name="Antle, Rick" userId="c2afbbd2-30e4-4c8e-8af5-81913178ace3" providerId="ADAL" clId="{B57EF908-FF38-4F15-B5B0-20FC3326DF66}" dt="2020-02-17T18:50:27.460" v="1569" actId="478"/>
          <ac:cxnSpMkLst>
            <pc:docMk/>
            <pc:sldMk cId="595522535" sldId="270"/>
            <ac:cxnSpMk id="78" creationId="{86DE5011-213D-4FB4-9B29-FFB8DDB7C624}"/>
          </ac:cxnSpMkLst>
        </pc:cxnChg>
      </pc:sldChg>
      <pc:sldChg chg="add del modAnim">
        <pc:chgData name="Antle, Rick" userId="c2afbbd2-30e4-4c8e-8af5-81913178ace3" providerId="ADAL" clId="{B57EF908-FF38-4F15-B5B0-20FC3326DF66}" dt="2020-02-14T20:23:08.883" v="261"/>
        <pc:sldMkLst>
          <pc:docMk/>
          <pc:sldMk cId="3008727143" sldId="270"/>
        </pc:sldMkLst>
      </pc:sldChg>
      <pc:sldChg chg="add del modAnim">
        <pc:chgData name="Antle, Rick" userId="c2afbbd2-30e4-4c8e-8af5-81913178ace3" providerId="ADAL" clId="{B57EF908-FF38-4F15-B5B0-20FC3326DF66}" dt="2020-02-14T20:22:10.035" v="251"/>
        <pc:sldMkLst>
          <pc:docMk/>
          <pc:sldMk cId="3381597402" sldId="270"/>
        </pc:sldMkLst>
      </pc:sldChg>
      <pc:sldChg chg="addSp delSp modSp add del delAnim">
        <pc:chgData name="Antle, Rick" userId="c2afbbd2-30e4-4c8e-8af5-81913178ace3" providerId="ADAL" clId="{B57EF908-FF38-4F15-B5B0-20FC3326DF66}" dt="2020-02-14T22:34:53.772" v="1344" actId="47"/>
        <pc:sldMkLst>
          <pc:docMk/>
          <pc:sldMk cId="75046654" sldId="271"/>
        </pc:sldMkLst>
        <pc:spChg chg="mod">
          <ac:chgData name="Antle, Rick" userId="c2afbbd2-30e4-4c8e-8af5-81913178ace3" providerId="ADAL" clId="{B57EF908-FF38-4F15-B5B0-20FC3326DF66}" dt="2020-02-14T22:30:36.420" v="1278" actId="1076"/>
          <ac:spMkLst>
            <pc:docMk/>
            <pc:sldMk cId="75046654" sldId="271"/>
            <ac:spMk id="2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4T22:29:32.460" v="1266" actId="478"/>
          <ac:spMkLst>
            <pc:docMk/>
            <pc:sldMk cId="75046654" sldId="271"/>
            <ac:spMk id="3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4T22:29:36.739" v="1267" actId="478"/>
          <ac:spMkLst>
            <pc:docMk/>
            <pc:sldMk cId="75046654" sldId="271"/>
            <ac:spMk id="6" creationId="{8F6C0313-6089-479C-BC40-6243E0CE661E}"/>
          </ac:spMkLst>
        </pc:spChg>
        <pc:spChg chg="del mod">
          <ac:chgData name="Antle, Rick" userId="c2afbbd2-30e4-4c8e-8af5-81913178ace3" providerId="ADAL" clId="{B57EF908-FF38-4F15-B5B0-20FC3326DF66}" dt="2020-02-14T22:30:10.275" v="1275" actId="478"/>
          <ac:spMkLst>
            <pc:docMk/>
            <pc:sldMk cId="75046654" sldId="271"/>
            <ac:spMk id="11" creationId="{58595D58-2FA2-498B-9645-5A854DA97421}"/>
          </ac:spMkLst>
        </pc:spChg>
        <pc:spChg chg="del mod">
          <ac:chgData name="Antle, Rick" userId="c2afbbd2-30e4-4c8e-8af5-81913178ace3" providerId="ADAL" clId="{B57EF908-FF38-4F15-B5B0-20FC3326DF66}" dt="2020-02-14T22:30:06.097" v="1272" actId="478"/>
          <ac:spMkLst>
            <pc:docMk/>
            <pc:sldMk cId="75046654" sldId="271"/>
            <ac:spMk id="13" creationId="{DBF347AF-A9BA-4FD8-99A5-14CA7C40531D}"/>
          </ac:spMkLst>
        </pc:spChg>
        <pc:picChg chg="mod">
          <ac:chgData name="Antle, Rick" userId="c2afbbd2-30e4-4c8e-8af5-81913178ace3" providerId="ADAL" clId="{B57EF908-FF38-4F15-B5B0-20FC3326DF66}" dt="2020-02-14T22:30:30.278" v="1277" actId="1076"/>
          <ac:picMkLst>
            <pc:docMk/>
            <pc:sldMk cId="75046654" sldId="271"/>
            <ac:picMk id="9" creationId="{4FCAA7C9-682E-440F-B3CC-1CBC17C88324}"/>
          </ac:picMkLst>
        </pc:picChg>
        <pc:picChg chg="del">
          <ac:chgData name="Antle, Rick" userId="c2afbbd2-30e4-4c8e-8af5-81913178ace3" providerId="ADAL" clId="{B57EF908-FF38-4F15-B5B0-20FC3326DF66}" dt="2020-02-14T22:30:02.419" v="1270" actId="478"/>
          <ac:picMkLst>
            <pc:docMk/>
            <pc:sldMk cId="75046654" sldId="271"/>
            <ac:picMk id="14" creationId="{B5142ACA-8648-409F-AA08-E1478046758A}"/>
          </ac:picMkLst>
        </pc:picChg>
        <pc:picChg chg="del">
          <ac:chgData name="Antle, Rick" userId="c2afbbd2-30e4-4c8e-8af5-81913178ace3" providerId="ADAL" clId="{B57EF908-FF38-4F15-B5B0-20FC3326DF66}" dt="2020-02-14T22:30:07.506" v="1273" actId="478"/>
          <ac:picMkLst>
            <pc:docMk/>
            <pc:sldMk cId="75046654" sldId="271"/>
            <ac:picMk id="16" creationId="{C35DC992-9A41-486A-A972-B96A5AC94332}"/>
          </ac:picMkLst>
        </pc:picChg>
      </pc:sldChg>
      <pc:sldChg chg="modSp add del modTransition">
        <pc:chgData name="Antle, Rick" userId="c2afbbd2-30e4-4c8e-8af5-81913178ace3" providerId="ADAL" clId="{B57EF908-FF38-4F15-B5B0-20FC3326DF66}" dt="2020-02-18T20:38:37.332" v="2466" actId="47"/>
        <pc:sldMkLst>
          <pc:docMk/>
          <pc:sldMk cId="2792795059" sldId="272"/>
        </pc:sldMkLst>
        <pc:spChg chg="mod">
          <ac:chgData name="Antle, Rick" userId="c2afbbd2-30e4-4c8e-8af5-81913178ace3" providerId="ADAL" clId="{B57EF908-FF38-4F15-B5B0-20FC3326DF66}" dt="2020-02-18T18:22:59.511" v="2178" actId="6549"/>
          <ac:spMkLst>
            <pc:docMk/>
            <pc:sldMk cId="2792795059" sldId="272"/>
            <ac:spMk id="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18:33:08.014" v="2312" actId="2085"/>
          <ac:spMkLst>
            <pc:docMk/>
            <pc:sldMk cId="2792795059" sldId="272"/>
            <ac:spMk id="100" creationId="{85A9A108-4F45-49BB-AC03-99346552ECE4}"/>
          </ac:spMkLst>
        </pc:spChg>
      </pc:sldChg>
      <pc:sldChg chg="delSp modSp add del ord">
        <pc:chgData name="Antle, Rick" userId="c2afbbd2-30e4-4c8e-8af5-81913178ace3" providerId="ADAL" clId="{B57EF908-FF38-4F15-B5B0-20FC3326DF66}" dt="2020-02-20T22:01:28.707" v="2724" actId="47"/>
        <pc:sldMkLst>
          <pc:docMk/>
          <pc:sldMk cId="3264022524" sldId="273"/>
        </pc:sldMkLst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44" creationId="{0E9A1D84-BFE9-4D02-AC53-E7B1CE87A179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50" creationId="{1EAC0625-A291-4444-BF86-AAB9F2D58BB7}"/>
          </ac:spMkLst>
        </pc:spChg>
        <pc:spChg chg="del mod">
          <ac:chgData name="Antle, Rick" userId="c2afbbd2-30e4-4c8e-8af5-81913178ace3" providerId="ADAL" clId="{B57EF908-FF38-4F15-B5B0-20FC3326DF66}" dt="2020-02-17T18:42:37.726" v="1484" actId="478"/>
          <ac:spMkLst>
            <pc:docMk/>
            <pc:sldMk cId="3264022524" sldId="273"/>
            <ac:spMk id="57" creationId="{D11A7AEC-7BBD-4888-8820-5297C3A0A403}"/>
          </ac:spMkLst>
        </pc:spChg>
        <pc:spChg chg="del">
          <ac:chgData name="Antle, Rick" userId="c2afbbd2-30e4-4c8e-8af5-81913178ace3" providerId="ADAL" clId="{B57EF908-FF38-4F15-B5B0-20FC3326DF66}" dt="2020-02-17T18:42:33.849" v="1481" actId="478"/>
          <ac:spMkLst>
            <pc:docMk/>
            <pc:sldMk cId="3264022524" sldId="273"/>
            <ac:spMk id="58" creationId="{4D34C082-9797-409E-9AFB-617917901CB2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59" creationId="{FB444828-91DF-432E-B628-95F8BE051F18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72" creationId="{9C96A383-4942-4261-AE25-13BAC8F921C6}"/>
          </ac:spMkLst>
        </pc:spChg>
        <pc:spChg chg="del">
          <ac:chgData name="Antle, Rick" userId="c2afbbd2-30e4-4c8e-8af5-81913178ace3" providerId="ADAL" clId="{B57EF908-FF38-4F15-B5B0-20FC3326DF66}" dt="2020-02-17T18:42:03.504" v="1463" actId="478"/>
          <ac:spMkLst>
            <pc:docMk/>
            <pc:sldMk cId="3264022524" sldId="273"/>
            <ac:spMk id="75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29.725" v="1477" actId="478"/>
          <ac:spMkLst>
            <pc:docMk/>
            <pc:sldMk cId="3264022524" sldId="273"/>
            <ac:spMk id="76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2:42.810" v="1486" actId="478"/>
          <ac:spMkLst>
            <pc:docMk/>
            <pc:sldMk cId="3264022524" sldId="273"/>
            <ac:spMk id="81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1:46.181" v="1462" actId="478"/>
          <ac:spMkLst>
            <pc:docMk/>
            <pc:sldMk cId="3264022524" sldId="273"/>
            <ac:spMk id="89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2:25.315" v="1476" actId="478"/>
          <ac:spMkLst>
            <pc:docMk/>
            <pc:sldMk cId="3264022524" sldId="273"/>
            <ac:spMk id="93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17.838" v="1470" actId="478"/>
          <ac:spMkLst>
            <pc:docMk/>
            <pc:sldMk cId="3264022524" sldId="273"/>
            <ac:spMk id="94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31.838" v="1478" actId="478"/>
          <ac:spMkLst>
            <pc:docMk/>
            <pc:sldMk cId="3264022524" sldId="273"/>
            <ac:spMk id="97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1:11.498" v="1459" actId="478"/>
          <ac:spMkLst>
            <pc:docMk/>
            <pc:sldMk cId="3264022524" sldId="273"/>
            <ac:spMk id="98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49.175" v="1489" actId="478"/>
          <ac:spMkLst>
            <pc:docMk/>
            <pc:sldMk cId="3264022524" sldId="273"/>
            <ac:spMk id="99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1:14:45.936" v="2569" actId="2711"/>
          <ac:spMkLst>
            <pc:docMk/>
            <pc:sldMk cId="3264022524" sldId="273"/>
            <ac:spMk id="100" creationId="{85A9A108-4F45-49BB-AC03-99346552ECE4}"/>
          </ac:spMkLst>
        </pc:spChg>
        <pc:spChg chg="del">
          <ac:chgData name="Antle, Rick" userId="c2afbbd2-30e4-4c8e-8af5-81913178ace3" providerId="ADAL" clId="{B57EF908-FF38-4F15-B5B0-20FC3326DF66}" dt="2020-02-17T18:42:59.415" v="1493" actId="478"/>
          <ac:spMkLst>
            <pc:docMk/>
            <pc:sldMk cId="3264022524" sldId="273"/>
            <ac:spMk id="103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53.804" v="1490" actId="478"/>
          <ac:spMkLst>
            <pc:docMk/>
            <pc:sldMk cId="3264022524" sldId="273"/>
            <ac:spMk id="106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7T18:42:15.695" v="1469" actId="478"/>
          <ac:spMkLst>
            <pc:docMk/>
            <pc:sldMk cId="3264022524" sldId="273"/>
            <ac:spMk id="108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8:42:07.612" v="1465" actId="478"/>
          <ac:spMkLst>
            <pc:docMk/>
            <pc:sldMk cId="3264022524" sldId="273"/>
            <ac:spMk id="109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17:44:24.525" v="1870" actId="478"/>
          <ac:spMkLst>
            <pc:docMk/>
            <pc:sldMk cId="3264022524" sldId="273"/>
            <ac:spMk id="110" creationId="{00000000-0000-0000-0000-000000000000}"/>
          </ac:spMkLst>
        </pc:spChg>
        <pc:cxnChg chg="del">
          <ac:chgData name="Antle, Rick" userId="c2afbbd2-30e4-4c8e-8af5-81913178ace3" providerId="ADAL" clId="{B57EF908-FF38-4F15-B5B0-20FC3326DF66}" dt="2020-02-17T18:42:06.564" v="1464" actId="478"/>
          <ac:cxnSpMkLst>
            <pc:docMk/>
            <pc:sldMk cId="3264022524" sldId="273"/>
            <ac:cxnSpMk id="18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7T18:41:44.720" v="1461" actId="478"/>
          <ac:cxnSpMkLst>
            <pc:docMk/>
            <pc:sldMk cId="3264022524" sldId="273"/>
            <ac:cxnSpMk id="19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7T18:42:08.790" v="1466" actId="478"/>
          <ac:cxnSpMkLst>
            <pc:docMk/>
            <pc:sldMk cId="3264022524" sldId="273"/>
            <ac:cxnSpMk id="21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7T18:41:12.648" v="1460" actId="478"/>
          <ac:cxnSpMkLst>
            <pc:docMk/>
            <pc:sldMk cId="3264022524" sldId="273"/>
            <ac:cxnSpMk id="40" creationId="{00000000-0000-0000-0000-000000000000}"/>
          </ac:cxnSpMkLst>
        </pc:cxnChg>
        <pc:cxnChg chg="del mod">
          <ac:chgData name="Antle, Rick" userId="c2afbbd2-30e4-4c8e-8af5-81913178ace3" providerId="ADAL" clId="{B57EF908-FF38-4F15-B5B0-20FC3326DF66}" dt="2020-02-17T18:42:19.208" v="1472" actId="478"/>
          <ac:cxnSpMkLst>
            <pc:docMk/>
            <pc:sldMk cId="3264022524" sldId="273"/>
            <ac:cxnSpMk id="45" creationId="{91931CEA-C444-4B3B-A074-1591230FABDE}"/>
          </ac:cxnSpMkLst>
        </pc:cxnChg>
        <pc:cxnChg chg="del mod">
          <ac:chgData name="Antle, Rick" userId="c2afbbd2-30e4-4c8e-8af5-81913178ace3" providerId="ADAL" clId="{B57EF908-FF38-4F15-B5B0-20FC3326DF66}" dt="2020-02-17T18:42:20.033" v="1474" actId="478"/>
          <ac:cxnSpMkLst>
            <pc:docMk/>
            <pc:sldMk cId="3264022524" sldId="273"/>
            <ac:cxnSpMk id="48" creationId="{842E179D-2368-4F69-99FF-D99EF1BA9DD4}"/>
          </ac:cxnSpMkLst>
        </pc:cxnChg>
        <pc:cxnChg chg="del mod">
          <ac:chgData name="Antle, Rick" userId="c2afbbd2-30e4-4c8e-8af5-81913178ace3" providerId="ADAL" clId="{B57EF908-FF38-4F15-B5B0-20FC3326DF66}" dt="2020-02-17T18:42:32.747" v="1480" actId="478"/>
          <ac:cxnSpMkLst>
            <pc:docMk/>
            <pc:sldMk cId="3264022524" sldId="273"/>
            <ac:cxnSpMk id="51" creationId="{FF5CE3F2-6E86-42EA-909A-B8981617830F}"/>
          </ac:cxnSpMkLst>
        </pc:cxnChg>
        <pc:cxnChg chg="del">
          <ac:chgData name="Antle, Rick" userId="c2afbbd2-30e4-4c8e-8af5-81913178ace3" providerId="ADAL" clId="{B57EF908-FF38-4F15-B5B0-20FC3326DF66}" dt="2020-02-17T18:42:35.226" v="1482" actId="478"/>
          <ac:cxnSpMkLst>
            <pc:docMk/>
            <pc:sldMk cId="3264022524" sldId="273"/>
            <ac:cxnSpMk id="52" creationId="{0F7D3EBD-4EA1-4489-93B6-545A57D3A074}"/>
          </ac:cxnSpMkLst>
        </pc:cxnChg>
        <pc:cxnChg chg="del">
          <ac:chgData name="Antle, Rick" userId="c2afbbd2-30e4-4c8e-8af5-81913178ace3" providerId="ADAL" clId="{B57EF908-FF38-4F15-B5B0-20FC3326DF66}" dt="2020-02-17T18:42:46.160" v="1488" actId="478"/>
          <ac:cxnSpMkLst>
            <pc:docMk/>
            <pc:sldMk cId="3264022524" sldId="273"/>
            <ac:cxnSpMk id="61" creationId="{1BA6983E-009A-4E80-820E-E9167DEEFA14}"/>
          </ac:cxnSpMkLst>
        </pc:cxnChg>
        <pc:cxnChg chg="del">
          <ac:chgData name="Antle, Rick" userId="c2afbbd2-30e4-4c8e-8af5-81913178ace3" providerId="ADAL" clId="{B57EF908-FF38-4F15-B5B0-20FC3326DF66}" dt="2020-02-17T18:42:45.011" v="1487" actId="478"/>
          <ac:cxnSpMkLst>
            <pc:docMk/>
            <pc:sldMk cId="3264022524" sldId="273"/>
            <ac:cxnSpMk id="63" creationId="{9FCFAE5E-5431-4923-80BA-BBD081896471}"/>
          </ac:cxnSpMkLst>
        </pc:cxnChg>
        <pc:cxnChg chg="del">
          <ac:chgData name="Antle, Rick" userId="c2afbbd2-30e4-4c8e-8af5-81913178ace3" providerId="ADAL" clId="{B57EF908-FF38-4F15-B5B0-20FC3326DF66}" dt="2020-02-17T18:42:56.333" v="1491" actId="478"/>
          <ac:cxnSpMkLst>
            <pc:docMk/>
            <pc:sldMk cId="3264022524" sldId="273"/>
            <ac:cxnSpMk id="77" creationId="{8A208739-BC70-4297-B130-F57555165C5A}"/>
          </ac:cxnSpMkLst>
        </pc:cxnChg>
        <pc:cxnChg chg="del">
          <ac:chgData name="Antle, Rick" userId="c2afbbd2-30e4-4c8e-8af5-81913178ace3" providerId="ADAL" clId="{B57EF908-FF38-4F15-B5B0-20FC3326DF66}" dt="2020-02-17T18:42:57.520" v="1492" actId="478"/>
          <ac:cxnSpMkLst>
            <pc:docMk/>
            <pc:sldMk cId="3264022524" sldId="273"/>
            <ac:cxnSpMk id="78" creationId="{86DE5011-213D-4FB4-9B29-FFB8DDB7C624}"/>
          </ac:cxnSpMkLst>
        </pc:cxnChg>
      </pc:sldChg>
      <pc:sldChg chg="modSp add del modAnim">
        <pc:chgData name="Antle, Rick" userId="c2afbbd2-30e4-4c8e-8af5-81913178ace3" providerId="ADAL" clId="{B57EF908-FF38-4F15-B5B0-20FC3326DF66}" dt="2020-02-17T18:49:38.926" v="1568" actId="47"/>
        <pc:sldMkLst>
          <pc:docMk/>
          <pc:sldMk cId="2536429791" sldId="274"/>
        </pc:sldMkLst>
        <pc:spChg chg="mod">
          <ac:chgData name="Antle, Rick" userId="c2afbbd2-30e4-4c8e-8af5-81913178ace3" providerId="ADAL" clId="{B57EF908-FF38-4F15-B5B0-20FC3326DF66}" dt="2020-02-14T22:28:09.239" v="1265" actId="20577"/>
          <ac:spMkLst>
            <pc:docMk/>
            <pc:sldMk cId="2536429791" sldId="274"/>
            <ac:spMk id="2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4T22:25:15.198" v="1166" actId="20577"/>
          <ac:spMkLst>
            <pc:docMk/>
            <pc:sldMk cId="2536429791" sldId="274"/>
            <ac:spMk id="3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4T22:25:33.182" v="1168" actId="6549"/>
          <ac:spMkLst>
            <pc:docMk/>
            <pc:sldMk cId="2536429791" sldId="274"/>
            <ac:spMk id="11" creationId="{58595D58-2FA2-498B-9645-5A854DA97421}"/>
          </ac:spMkLst>
        </pc:spChg>
        <pc:spChg chg="mod">
          <ac:chgData name="Antle, Rick" userId="c2afbbd2-30e4-4c8e-8af5-81913178ace3" providerId="ADAL" clId="{B57EF908-FF38-4F15-B5B0-20FC3326DF66}" dt="2020-02-14T22:25:25.720" v="1167" actId="6549"/>
          <ac:spMkLst>
            <pc:docMk/>
            <pc:sldMk cId="2536429791" sldId="274"/>
            <ac:spMk id="13" creationId="{DBF347AF-A9BA-4FD8-99A5-14CA7C40531D}"/>
          </ac:spMkLst>
        </pc:spChg>
      </pc:sldChg>
      <pc:sldChg chg="delSp modSp add del delAnim">
        <pc:chgData name="Antle, Rick" userId="c2afbbd2-30e4-4c8e-8af5-81913178ace3" providerId="ADAL" clId="{B57EF908-FF38-4F15-B5B0-20FC3326DF66}" dt="2020-02-14T22:34:53.772" v="1344" actId="47"/>
        <pc:sldMkLst>
          <pc:docMk/>
          <pc:sldMk cId="1603387634" sldId="275"/>
        </pc:sldMkLst>
        <pc:spChg chg="mod">
          <ac:chgData name="Antle, Rick" userId="c2afbbd2-30e4-4c8e-8af5-81913178ace3" providerId="ADAL" clId="{B57EF908-FF38-4F15-B5B0-20FC3326DF66}" dt="2020-02-14T22:31:59.750" v="1293" actId="1076"/>
          <ac:spMkLst>
            <pc:docMk/>
            <pc:sldMk cId="1603387634" sldId="275"/>
            <ac:spMk id="2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4T22:32:04.316" v="1294" actId="478"/>
          <ac:spMkLst>
            <pc:docMk/>
            <pc:sldMk cId="1603387634" sldId="275"/>
            <ac:spMk id="11" creationId="{58595D58-2FA2-498B-9645-5A854DA97421}"/>
          </ac:spMkLst>
        </pc:spChg>
        <pc:spChg chg="del mod">
          <ac:chgData name="Antle, Rick" userId="c2afbbd2-30e4-4c8e-8af5-81913178ace3" providerId="ADAL" clId="{B57EF908-FF38-4F15-B5B0-20FC3326DF66}" dt="2020-02-14T22:31:47.790" v="1292" actId="478"/>
          <ac:spMkLst>
            <pc:docMk/>
            <pc:sldMk cId="1603387634" sldId="275"/>
            <ac:spMk id="13" creationId="{DBF347AF-A9BA-4FD8-99A5-14CA7C40531D}"/>
          </ac:spMkLst>
        </pc:spChg>
        <pc:picChg chg="del mod">
          <ac:chgData name="Antle, Rick" userId="c2afbbd2-30e4-4c8e-8af5-81913178ace3" providerId="ADAL" clId="{B57EF908-FF38-4F15-B5B0-20FC3326DF66}" dt="2020-02-14T22:30:57.190" v="1280" actId="478"/>
          <ac:picMkLst>
            <pc:docMk/>
            <pc:sldMk cId="1603387634" sldId="275"/>
            <ac:picMk id="9" creationId="{4FCAA7C9-682E-440F-B3CC-1CBC17C88324}"/>
          </ac:picMkLst>
        </pc:picChg>
        <pc:picChg chg="mod">
          <ac:chgData name="Antle, Rick" userId="c2afbbd2-30e4-4c8e-8af5-81913178ace3" providerId="ADAL" clId="{B57EF908-FF38-4F15-B5B0-20FC3326DF66}" dt="2020-02-14T22:31:12.440" v="1282" actId="1076"/>
          <ac:picMkLst>
            <pc:docMk/>
            <pc:sldMk cId="1603387634" sldId="275"/>
            <ac:picMk id="14" creationId="{B5142ACA-8648-409F-AA08-E1478046758A}"/>
          </ac:picMkLst>
        </pc:picChg>
        <pc:picChg chg="del">
          <ac:chgData name="Antle, Rick" userId="c2afbbd2-30e4-4c8e-8af5-81913178ace3" providerId="ADAL" clId="{B57EF908-FF38-4F15-B5B0-20FC3326DF66}" dt="2020-02-14T22:32:04.316" v="1294" actId="478"/>
          <ac:picMkLst>
            <pc:docMk/>
            <pc:sldMk cId="1603387634" sldId="275"/>
            <ac:picMk id="16" creationId="{C35DC992-9A41-486A-A972-B96A5AC94332}"/>
          </ac:picMkLst>
        </pc:picChg>
      </pc:sldChg>
      <pc:sldChg chg="addSp modSp add del">
        <pc:chgData name="Antle, Rick" userId="c2afbbd2-30e4-4c8e-8af5-81913178ace3" providerId="ADAL" clId="{B57EF908-FF38-4F15-B5B0-20FC3326DF66}" dt="2020-02-17T19:02:02.807" v="1585" actId="47"/>
        <pc:sldMkLst>
          <pc:docMk/>
          <pc:sldMk cId="3847292243" sldId="275"/>
        </pc:sldMkLst>
        <pc:spChg chg="add mod">
          <ac:chgData name="Antle, Rick" userId="c2afbbd2-30e4-4c8e-8af5-81913178ace3" providerId="ADAL" clId="{B57EF908-FF38-4F15-B5B0-20FC3326DF66}" dt="2020-02-15T19:32:36.549" v="1390" actId="20577"/>
          <ac:spMkLst>
            <pc:docMk/>
            <pc:sldMk cId="3847292243" sldId="275"/>
            <ac:spMk id="2" creationId="{FFFCE633-08E7-4E7A-AE1A-54AE9BBB9D4F}"/>
          </ac:spMkLst>
        </pc:spChg>
        <pc:spChg chg="add mod">
          <ac:chgData name="Antle, Rick" userId="c2afbbd2-30e4-4c8e-8af5-81913178ace3" providerId="ADAL" clId="{B57EF908-FF38-4F15-B5B0-20FC3326DF66}" dt="2020-02-15T19:32:36.559" v="1391" actId="20577"/>
          <ac:spMkLst>
            <pc:docMk/>
            <pc:sldMk cId="3847292243" sldId="275"/>
            <ac:spMk id="3" creationId="{FE05841E-7139-4FC1-8052-106AE1A330E5}"/>
          </ac:spMkLst>
        </pc:spChg>
        <pc:spChg chg="add mod">
          <ac:chgData name="Antle, Rick" userId="c2afbbd2-30e4-4c8e-8af5-81913178ace3" providerId="ADAL" clId="{B57EF908-FF38-4F15-B5B0-20FC3326DF66}" dt="2020-02-15T19:33:15.974" v="1394" actId="14100"/>
          <ac:spMkLst>
            <pc:docMk/>
            <pc:sldMk cId="3847292243" sldId="275"/>
            <ac:spMk id="4" creationId="{75F8414A-F83D-481A-8624-52572A90BCC1}"/>
          </ac:spMkLst>
        </pc:spChg>
      </pc:sldChg>
      <pc:sldChg chg="addSp delSp modSp add ord modTransition modAnim">
        <pc:chgData name="Antle, Rick" userId="c2afbbd2-30e4-4c8e-8af5-81913178ace3" providerId="ADAL" clId="{B57EF908-FF38-4F15-B5B0-20FC3326DF66}" dt="2020-02-18T21:37:02.061" v="2625" actId="478"/>
        <pc:sldMkLst>
          <pc:docMk/>
          <pc:sldMk cId="1164823392" sldId="276"/>
        </pc:sldMkLst>
        <pc:spChg chg="mod">
          <ac:chgData name="Antle, Rick" userId="c2afbbd2-30e4-4c8e-8af5-81913178ace3" providerId="ADAL" clId="{B57EF908-FF38-4F15-B5B0-20FC3326DF66}" dt="2020-02-18T18:22:32.275" v="2172" actId="403"/>
          <ac:spMkLst>
            <pc:docMk/>
            <pc:sldMk cId="1164823392" sldId="276"/>
            <ac:spMk id="5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21:37:02.061" v="2625" actId="478"/>
          <ac:spMkLst>
            <pc:docMk/>
            <pc:sldMk cId="1164823392" sldId="276"/>
            <ac:spMk id="16" creationId="{00000000-0000-0000-0000-000000000000}"/>
          </ac:spMkLst>
        </pc:spChg>
        <pc:spChg chg="add mod">
          <ac:chgData name="Antle, Rick" userId="c2afbbd2-30e4-4c8e-8af5-81913178ace3" providerId="ADAL" clId="{B57EF908-FF38-4F15-B5B0-20FC3326DF66}" dt="2020-02-17T19:26:41.346" v="1865" actId="207"/>
          <ac:spMkLst>
            <pc:docMk/>
            <pc:sldMk cId="1164823392" sldId="276"/>
            <ac:spMk id="17" creationId="{6C1D5B45-B917-41EB-9AD9-BED49FBE396E}"/>
          </ac:spMkLst>
        </pc:spChg>
        <pc:spChg chg="add mod">
          <ac:chgData name="Antle, Rick" userId="c2afbbd2-30e4-4c8e-8af5-81913178ace3" providerId="ADAL" clId="{B57EF908-FF38-4F15-B5B0-20FC3326DF66}" dt="2020-02-17T19:26:22.700" v="1859" actId="207"/>
          <ac:spMkLst>
            <pc:docMk/>
            <pc:sldMk cId="1164823392" sldId="276"/>
            <ac:spMk id="19" creationId="{4ABDB609-1D8A-4308-A5E6-B931FA6A1605}"/>
          </ac:spMkLst>
        </pc:spChg>
        <pc:spChg chg="mod topLvl">
          <ac:chgData name="Antle, Rick" userId="c2afbbd2-30e4-4c8e-8af5-81913178ace3" providerId="ADAL" clId="{B57EF908-FF38-4F15-B5B0-20FC3326DF66}" dt="2020-02-18T18:28:50.812" v="2291" actId="1076"/>
          <ac:spMkLst>
            <pc:docMk/>
            <pc:sldMk cId="1164823392" sldId="276"/>
            <ac:spMk id="24" creationId="{F17F159B-F827-4A73-99D4-AC764859C7E2}"/>
          </ac:spMkLst>
        </pc:spChg>
        <pc:spChg chg="mod topLvl">
          <ac:chgData name="Antle, Rick" userId="c2afbbd2-30e4-4c8e-8af5-81913178ace3" providerId="ADAL" clId="{B57EF908-FF38-4F15-B5B0-20FC3326DF66}" dt="2020-02-18T18:30:07.667" v="2294" actId="1076"/>
          <ac:spMkLst>
            <pc:docMk/>
            <pc:sldMk cId="1164823392" sldId="276"/>
            <ac:spMk id="26" creationId="{12D8D785-C4B8-4757-80D2-206E4CE2A5BC}"/>
          </ac:spMkLst>
        </pc:spChg>
        <pc:spChg chg="mod">
          <ac:chgData name="Antle, Rick" userId="c2afbbd2-30e4-4c8e-8af5-81913178ace3" providerId="ADAL" clId="{B57EF908-FF38-4F15-B5B0-20FC3326DF66}" dt="2020-02-18T21:04:47.049" v="2540" actId="108"/>
          <ac:spMkLst>
            <pc:docMk/>
            <pc:sldMk cId="1164823392" sldId="276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7T18:52:21.276" v="1582" actId="108"/>
          <ac:spMkLst>
            <pc:docMk/>
            <pc:sldMk cId="1164823392" sldId="276"/>
            <ac:spMk id="44" creationId="{0E9A1D84-BFE9-4D02-AC53-E7B1CE87A179}"/>
          </ac:spMkLst>
        </pc:spChg>
        <pc:spChg chg="mod">
          <ac:chgData name="Antle, Rick" userId="c2afbbd2-30e4-4c8e-8af5-81913178ace3" providerId="ADAL" clId="{B57EF908-FF38-4F15-B5B0-20FC3326DF66}" dt="2020-02-17T19:26:46.726" v="1866" actId="207"/>
          <ac:spMkLst>
            <pc:docMk/>
            <pc:sldMk cId="1164823392" sldId="276"/>
            <ac:spMk id="7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18:32:53.136" v="2309" actId="2085"/>
          <ac:spMkLst>
            <pc:docMk/>
            <pc:sldMk cId="1164823392" sldId="276"/>
            <ac:spMk id="100" creationId="{85A9A108-4F45-49BB-AC03-99346552ECE4}"/>
          </ac:spMkLst>
        </pc:spChg>
        <pc:spChg chg="del">
          <ac:chgData name="Antle, Rick" userId="c2afbbd2-30e4-4c8e-8af5-81913178ace3" providerId="ADAL" clId="{B57EF908-FF38-4F15-B5B0-20FC3326DF66}" dt="2020-02-17T19:23:19.916" v="1848" actId="478"/>
          <ac:spMkLst>
            <pc:docMk/>
            <pc:sldMk cId="1164823392" sldId="276"/>
            <ac:spMk id="108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7T19:23:17.839" v="1847" actId="478"/>
          <ac:spMkLst>
            <pc:docMk/>
            <pc:sldMk cId="1164823392" sldId="276"/>
            <ac:spMk id="109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18:24:06.690" v="2180" actId="478"/>
          <ac:spMkLst>
            <pc:docMk/>
            <pc:sldMk cId="1164823392" sldId="276"/>
            <ac:spMk id="110" creationId="{00000000-0000-0000-0000-000000000000}"/>
          </ac:spMkLst>
        </pc:spChg>
        <pc:grpChg chg="add del mod">
          <ac:chgData name="Antle, Rick" userId="c2afbbd2-30e4-4c8e-8af5-81913178ace3" providerId="ADAL" clId="{B57EF908-FF38-4F15-B5B0-20FC3326DF66}" dt="2020-02-18T18:26:44.800" v="2191" actId="165"/>
          <ac:grpSpMkLst>
            <pc:docMk/>
            <pc:sldMk cId="1164823392" sldId="276"/>
            <ac:grpSpMk id="20" creationId="{B95D7073-8A37-453C-B8AA-66CC7EB664B0}"/>
          </ac:grpSpMkLst>
        </pc:grpChg>
        <pc:grpChg chg="add del mod">
          <ac:chgData name="Antle, Rick" userId="c2afbbd2-30e4-4c8e-8af5-81913178ace3" providerId="ADAL" clId="{B57EF908-FF38-4F15-B5B0-20FC3326DF66}" dt="2020-02-18T18:26:09.496" v="2189" actId="478"/>
          <ac:grpSpMkLst>
            <pc:docMk/>
            <pc:sldMk cId="1164823392" sldId="276"/>
            <ac:grpSpMk id="27" creationId="{E6497310-A73F-41D5-BC15-3C179C907A75}"/>
          </ac:grpSpMkLst>
        </pc:grpChg>
        <pc:grpChg chg="add del">
          <ac:chgData name="Antle, Rick" userId="c2afbbd2-30e4-4c8e-8af5-81913178ace3" providerId="ADAL" clId="{B57EF908-FF38-4F15-B5B0-20FC3326DF66}" dt="2020-02-18T18:30:37.471" v="2296"/>
          <ac:grpSpMkLst>
            <pc:docMk/>
            <pc:sldMk cId="1164823392" sldId="276"/>
            <ac:grpSpMk id="32" creationId="{C516327F-231A-4883-A2E9-5F31D378BE20}"/>
          </ac:grpSpMkLst>
        </pc:grpChg>
        <pc:cxnChg chg="mod topLvl">
          <ac:chgData name="Antle, Rick" userId="c2afbbd2-30e4-4c8e-8af5-81913178ace3" providerId="ADAL" clId="{B57EF908-FF38-4F15-B5B0-20FC3326DF66}" dt="2020-02-18T18:26:44.800" v="2191" actId="165"/>
          <ac:cxnSpMkLst>
            <pc:docMk/>
            <pc:sldMk cId="1164823392" sldId="276"/>
            <ac:cxnSpMk id="22" creationId="{664AA916-06F8-4B95-9D36-B0596CD2293E}"/>
          </ac:cxnSpMkLst>
        </pc:cxnChg>
        <pc:cxnChg chg="mod topLvl">
          <ac:chgData name="Antle, Rick" userId="c2afbbd2-30e4-4c8e-8af5-81913178ace3" providerId="ADAL" clId="{B57EF908-FF38-4F15-B5B0-20FC3326DF66}" dt="2020-02-18T18:26:44.800" v="2191" actId="165"/>
          <ac:cxnSpMkLst>
            <pc:docMk/>
            <pc:sldMk cId="1164823392" sldId="276"/>
            <ac:cxnSpMk id="23" creationId="{C4931D21-D085-4FF0-8DD1-D0C7FFB6F8A6}"/>
          </ac:cxnSpMkLst>
        </pc:cxnChg>
      </pc:sldChg>
      <pc:sldChg chg="delSp modSp add del delAnim modAnim">
        <pc:chgData name="Antle, Rick" userId="c2afbbd2-30e4-4c8e-8af5-81913178ace3" providerId="ADAL" clId="{B57EF908-FF38-4F15-B5B0-20FC3326DF66}" dt="2020-02-14T22:34:53.772" v="1344" actId="47"/>
        <pc:sldMkLst>
          <pc:docMk/>
          <pc:sldMk cId="3897265200" sldId="276"/>
        </pc:sldMkLst>
        <pc:spChg chg="mod">
          <ac:chgData name="Antle, Rick" userId="c2afbbd2-30e4-4c8e-8af5-81913178ace3" providerId="ADAL" clId="{B57EF908-FF38-4F15-B5B0-20FC3326DF66}" dt="2020-02-14T22:34:12.059" v="1343" actId="20577"/>
          <ac:spMkLst>
            <pc:docMk/>
            <pc:sldMk cId="3897265200" sldId="276"/>
            <ac:spMk id="2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4T22:33:06.425" v="1304"/>
          <ac:spMkLst>
            <pc:docMk/>
            <pc:sldMk cId="3897265200" sldId="276"/>
            <ac:spMk id="11" creationId="{58595D58-2FA2-498B-9645-5A854DA97421}"/>
          </ac:spMkLst>
        </pc:spChg>
        <pc:spChg chg="del">
          <ac:chgData name="Antle, Rick" userId="c2afbbd2-30e4-4c8e-8af5-81913178ace3" providerId="ADAL" clId="{B57EF908-FF38-4F15-B5B0-20FC3326DF66}" dt="2020-02-14T22:32:10.985" v="1295" actId="478"/>
          <ac:spMkLst>
            <pc:docMk/>
            <pc:sldMk cId="3897265200" sldId="276"/>
            <ac:spMk id="13" creationId="{DBF347AF-A9BA-4FD8-99A5-14CA7C40531D}"/>
          </ac:spMkLst>
        </pc:spChg>
        <pc:picChg chg="del">
          <ac:chgData name="Antle, Rick" userId="c2afbbd2-30e4-4c8e-8af5-81913178ace3" providerId="ADAL" clId="{B57EF908-FF38-4F15-B5B0-20FC3326DF66}" dt="2020-02-14T22:33:06.425" v="1302" actId="478"/>
          <ac:picMkLst>
            <pc:docMk/>
            <pc:sldMk cId="3897265200" sldId="276"/>
            <ac:picMk id="9" creationId="{4FCAA7C9-682E-440F-B3CC-1CBC17C88324}"/>
          </ac:picMkLst>
        </pc:picChg>
        <pc:picChg chg="del">
          <ac:chgData name="Antle, Rick" userId="c2afbbd2-30e4-4c8e-8af5-81913178ace3" providerId="ADAL" clId="{B57EF908-FF38-4F15-B5B0-20FC3326DF66}" dt="2020-02-14T22:32:10.985" v="1295" actId="478"/>
          <ac:picMkLst>
            <pc:docMk/>
            <pc:sldMk cId="3897265200" sldId="276"/>
            <ac:picMk id="14" creationId="{B5142ACA-8648-409F-AA08-E1478046758A}"/>
          </ac:picMkLst>
        </pc:picChg>
      </pc:sldChg>
      <pc:sldChg chg="delSp modSp add ord modAnim">
        <pc:chgData name="Antle, Rick" userId="c2afbbd2-30e4-4c8e-8af5-81913178ace3" providerId="ADAL" clId="{B57EF908-FF38-4F15-B5B0-20FC3326DF66}" dt="2020-02-18T21:33:23.346" v="2597"/>
        <pc:sldMkLst>
          <pc:docMk/>
          <pc:sldMk cId="618991816" sldId="277"/>
        </pc:sldMkLst>
        <pc:spChg chg="mod">
          <ac:chgData name="Antle, Rick" userId="c2afbbd2-30e4-4c8e-8af5-81913178ace3" providerId="ADAL" clId="{B57EF908-FF38-4F15-B5B0-20FC3326DF66}" dt="2020-02-18T18:13:08.427" v="2003" actId="27636"/>
          <ac:spMkLst>
            <pc:docMk/>
            <pc:sldMk cId="618991816" sldId="277"/>
            <ac:spMk id="4" creationId="{82F54B40-FCFB-4CF8-B627-41DFB17F9F33}"/>
          </ac:spMkLst>
        </pc:spChg>
        <pc:spChg chg="mod">
          <ac:chgData name="Antle, Rick" userId="c2afbbd2-30e4-4c8e-8af5-81913178ace3" providerId="ADAL" clId="{B57EF908-FF38-4F15-B5B0-20FC3326DF66}" dt="2020-02-18T18:12:08.540" v="1977" actId="1076"/>
          <ac:spMkLst>
            <pc:docMk/>
            <pc:sldMk cId="618991816" sldId="277"/>
            <ac:spMk id="23" creationId="{BA05E752-E5F3-4B59-9DA0-E5B9AB981750}"/>
          </ac:spMkLst>
        </pc:spChg>
        <pc:spChg chg="del">
          <ac:chgData name="Antle, Rick" userId="c2afbbd2-30e4-4c8e-8af5-81913178ace3" providerId="ADAL" clId="{B57EF908-FF38-4F15-B5B0-20FC3326DF66}" dt="2020-02-18T18:12:43.872" v="2001" actId="478"/>
          <ac:spMkLst>
            <pc:docMk/>
            <pc:sldMk cId="618991816" sldId="277"/>
            <ac:spMk id="24" creationId="{57E822CA-44A5-4805-82CE-37EA52229F0A}"/>
          </ac:spMkLst>
        </pc:spChg>
        <pc:spChg chg="del">
          <ac:chgData name="Antle, Rick" userId="c2afbbd2-30e4-4c8e-8af5-81913178ace3" providerId="ADAL" clId="{B57EF908-FF38-4F15-B5B0-20FC3326DF66}" dt="2020-02-18T18:11:53.328" v="1975" actId="478"/>
          <ac:spMkLst>
            <pc:docMk/>
            <pc:sldMk cId="618991816" sldId="277"/>
            <ac:spMk id="26" creationId="{9FCB46BF-B218-4D8A-BE22-C5F5697D8BBE}"/>
          </ac:spMkLst>
        </pc:spChg>
        <pc:spChg chg="mod">
          <ac:chgData name="Antle, Rick" userId="c2afbbd2-30e4-4c8e-8af5-81913178ace3" providerId="ADAL" clId="{B57EF908-FF38-4F15-B5B0-20FC3326DF66}" dt="2020-02-18T18:12:40.385" v="2000" actId="1076"/>
          <ac:spMkLst>
            <pc:docMk/>
            <pc:sldMk cId="618991816" sldId="277"/>
            <ac:spMk id="27" creationId="{88D9F8D2-A792-415F-B5EC-09F620BEFC65}"/>
          </ac:spMkLst>
        </pc:spChg>
      </pc:sldChg>
      <pc:sldChg chg="modSp add del modTransition modAnim">
        <pc:chgData name="Antle, Rick" userId="c2afbbd2-30e4-4c8e-8af5-81913178ace3" providerId="ADAL" clId="{B57EF908-FF38-4F15-B5B0-20FC3326DF66}" dt="2020-02-18T17:44:11.854" v="1869" actId="47"/>
        <pc:sldMkLst>
          <pc:docMk/>
          <pc:sldMk cId="2762492560" sldId="277"/>
        </pc:sldMkLst>
        <pc:spChg chg="mod">
          <ac:chgData name="Antle, Rick" userId="c2afbbd2-30e4-4c8e-8af5-81913178ace3" providerId="ADAL" clId="{B57EF908-FF38-4F15-B5B0-20FC3326DF66}" dt="2020-02-17T19:03:29.531" v="1588" actId="108"/>
          <ac:spMkLst>
            <pc:docMk/>
            <pc:sldMk cId="2762492560" sldId="277"/>
            <ac:spMk id="50" creationId="{1EAC0625-A291-4444-BF86-AAB9F2D58BB7}"/>
          </ac:spMkLst>
        </pc:spChg>
      </pc:sldChg>
      <pc:sldChg chg="addSp delSp modSp add del ord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1996492233" sldId="278"/>
        </pc:sldMkLst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2" creationId="{7EF0B1CD-D15C-4459-9A61-3F7C9828970F}"/>
          </ac:spMkLst>
        </pc:spChg>
        <pc:spChg chg="add del mod">
          <ac:chgData name="Antle, Rick" userId="c2afbbd2-30e4-4c8e-8af5-81913178ace3" providerId="ADAL" clId="{B57EF908-FF38-4F15-B5B0-20FC3326DF66}" dt="2020-02-18T18:35:52.476" v="2326" actId="478"/>
          <ac:spMkLst>
            <pc:docMk/>
            <pc:sldMk cId="1996492233" sldId="278"/>
            <ac:spMk id="3" creationId="{6767072B-76F0-4C69-8441-368A471513BE}"/>
          </ac:spMkLst>
        </pc:spChg>
        <pc:spChg chg="add mod">
          <ac:chgData name="Antle, Rick" userId="c2afbbd2-30e4-4c8e-8af5-81913178ace3" providerId="ADAL" clId="{B57EF908-FF38-4F15-B5B0-20FC3326DF66}" dt="2020-02-18T18:42:04.736" v="2464" actId="1076"/>
          <ac:spMkLst>
            <pc:docMk/>
            <pc:sldMk cId="1996492233" sldId="278"/>
            <ac:spMk id="4" creationId="{A57D1DF1-7C65-4C22-BCA3-CB5C3FB65581}"/>
          </ac:spMkLst>
        </pc:spChg>
        <pc:spChg chg="mod">
          <ac:chgData name="Antle, Rick" userId="c2afbbd2-30e4-4c8e-8af5-81913178ace3" providerId="ADAL" clId="{B57EF908-FF38-4F15-B5B0-20FC3326DF66}" dt="2020-02-18T18:15:29.383" v="2011" actId="20577"/>
          <ac:spMkLst>
            <pc:docMk/>
            <pc:sldMk cId="1996492233" sldId="278"/>
            <ac:spMk id="5" creationId="{00000000-0000-0000-0000-000000000000}"/>
          </ac:spMkLst>
        </pc:spChg>
        <pc:spChg chg="add mod">
          <ac:chgData name="Antle, Rick" userId="c2afbbd2-30e4-4c8e-8af5-81913178ace3" providerId="ADAL" clId="{B57EF908-FF38-4F15-B5B0-20FC3326DF66}" dt="2020-02-20T21:53:55.407" v="2679" actId="1076"/>
          <ac:spMkLst>
            <pc:docMk/>
            <pc:sldMk cId="1996492233" sldId="278"/>
            <ac:spMk id="6" creationId="{2757CEB7-2C7C-40DF-B209-C2A5C6C4260D}"/>
          </ac:spMkLst>
        </pc:spChg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12" creationId="{08909665-679A-459E-A171-380E36131A8E}"/>
          </ac:spMkLst>
        </pc:spChg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13" creationId="{9B13DD97-755E-4FBC-9395-FFB5A987E993}"/>
          </ac:spMkLst>
        </pc:spChg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14" creationId="{5B07E118-38CC-4760-80DE-D1601ACB9430}"/>
          </ac:spMkLst>
        </pc:spChg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15" creationId="{62B52FD9-B44F-4E35-AD1E-8BBBCFECAC46}"/>
          </ac:spMkLst>
        </pc:spChg>
        <pc:spChg chg="add del mod">
          <ac:chgData name="Antle, Rick" userId="c2afbbd2-30e4-4c8e-8af5-81913178ace3" providerId="ADAL" clId="{B57EF908-FF38-4F15-B5B0-20FC3326DF66}" dt="2020-02-18T21:36:46.327" v="2624" actId="478"/>
          <ac:spMkLst>
            <pc:docMk/>
            <pc:sldMk cId="1996492233" sldId="278"/>
            <ac:spMk id="16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8T18:37:19.313" v="2425" actId="478"/>
          <ac:spMkLst>
            <pc:docMk/>
            <pc:sldMk cId="1996492233" sldId="278"/>
            <ac:spMk id="17" creationId="{2F037882-8717-4E7D-A2B9-578D0BEB4E5B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43" creationId="{53DE92C2-C8F1-47DD-98FE-9DEDE2C81FA7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44" creationId="{0E9A1D84-BFE9-4D02-AC53-E7B1CE87A179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50" creationId="{1EAC0625-A291-4444-BF86-AAB9F2D58BB7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59" creationId="{FB444828-91DF-432E-B628-95F8BE051F18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72" creationId="{9C96A383-4942-4261-AE25-13BAC8F921C6}"/>
          </ac:spMkLst>
        </pc:spChg>
        <pc:spChg chg="del">
          <ac:chgData name="Antle, Rick" userId="c2afbbd2-30e4-4c8e-8af5-81913178ace3" providerId="ADAL" clId="{B57EF908-FF38-4F15-B5B0-20FC3326DF66}" dt="2020-02-18T18:14:37.049" v="2007" actId="478"/>
          <ac:spMkLst>
            <pc:docMk/>
            <pc:sldMk cId="1996492233" sldId="278"/>
            <ac:spMk id="100" creationId="{85A9A108-4F45-49BB-AC03-99346552ECE4}"/>
          </ac:spMkLst>
        </pc:spChg>
        <pc:picChg chg="add del mod">
          <ac:chgData name="Antle, Rick" userId="c2afbbd2-30e4-4c8e-8af5-81913178ace3" providerId="ADAL" clId="{B57EF908-FF38-4F15-B5B0-20FC3326DF66}" dt="2020-02-18T21:18:31.709" v="2591" actId="478"/>
          <ac:picMkLst>
            <pc:docMk/>
            <pc:sldMk cId="1996492233" sldId="278"/>
            <ac:picMk id="7" creationId="{B55898EC-814F-40D1-A232-06F75B42025C}"/>
          </ac:picMkLst>
        </pc:picChg>
      </pc:sldChg>
      <pc:sldChg chg="modSp add del modTransition">
        <pc:chgData name="Antle, Rick" userId="c2afbbd2-30e4-4c8e-8af5-81913178ace3" providerId="ADAL" clId="{B57EF908-FF38-4F15-B5B0-20FC3326DF66}" dt="2020-02-18T17:44:11.854" v="1869" actId="47"/>
        <pc:sldMkLst>
          <pc:docMk/>
          <pc:sldMk cId="2191423113" sldId="278"/>
        </pc:sldMkLst>
        <pc:spChg chg="mod">
          <ac:chgData name="Antle, Rick" userId="c2afbbd2-30e4-4c8e-8af5-81913178ace3" providerId="ADAL" clId="{B57EF908-FF38-4F15-B5B0-20FC3326DF66}" dt="2020-02-17T19:03:40.904" v="1590" actId="108"/>
          <ac:spMkLst>
            <pc:docMk/>
            <pc:sldMk cId="2191423113" sldId="278"/>
            <ac:spMk id="59" creationId="{FB444828-91DF-432E-B628-95F8BE051F18}"/>
          </ac:spMkLst>
        </pc:spChg>
      </pc:sldChg>
      <pc:sldChg chg="delSp modSp add del ord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992819582" sldId="279"/>
        </pc:sldMkLst>
        <pc:spChg chg="mod">
          <ac:chgData name="Antle, Rick" userId="c2afbbd2-30e4-4c8e-8af5-81913178ace3" providerId="ADAL" clId="{B57EF908-FF38-4F15-B5B0-20FC3326DF66}" dt="2020-02-20T21:56:39.821" v="2696"/>
          <ac:spMkLst>
            <pc:docMk/>
            <pc:sldMk cId="992819582" sldId="279"/>
            <ac:spMk id="5" creationId="{00000000-0000-0000-0000-000000000000}"/>
          </ac:spMkLst>
        </pc:spChg>
        <pc:spChg chg="del mod">
          <ac:chgData name="Antle, Rick" userId="c2afbbd2-30e4-4c8e-8af5-81913178ace3" providerId="ADAL" clId="{B57EF908-FF38-4F15-B5B0-20FC3326DF66}" dt="2020-02-18T22:57:27.264" v="2638" actId="478"/>
          <ac:spMkLst>
            <pc:docMk/>
            <pc:sldMk cId="992819582" sldId="279"/>
            <ac:spMk id="6" creationId="{EE00A463-DB1F-4C56-AB94-F85CF0153002}"/>
          </ac:spMkLst>
        </pc:spChg>
        <pc:spChg chg="del">
          <ac:chgData name="Antle, Rick" userId="c2afbbd2-30e4-4c8e-8af5-81913178ace3" providerId="ADAL" clId="{B57EF908-FF38-4F15-B5B0-20FC3326DF66}" dt="2020-02-18T22:58:56.761" v="2641" actId="478"/>
          <ac:spMkLst>
            <pc:docMk/>
            <pc:sldMk cId="992819582" sldId="279"/>
            <ac:spMk id="9" creationId="{E2F48C11-2DCE-4327-AA9F-BD689B3A1D30}"/>
          </ac:spMkLst>
        </pc:spChg>
        <pc:spChg chg="del">
          <ac:chgData name="Antle, Rick" userId="c2afbbd2-30e4-4c8e-8af5-81913178ace3" providerId="ADAL" clId="{B57EF908-FF38-4F15-B5B0-20FC3326DF66}" dt="2020-02-18T21:37:07.018" v="2626" actId="478"/>
          <ac:spMkLst>
            <pc:docMk/>
            <pc:sldMk cId="992819582" sldId="279"/>
            <ac:spMk id="1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18:31:02.450" v="2298" actId="108"/>
          <ac:spMkLst>
            <pc:docMk/>
            <pc:sldMk cId="992819582" sldId="279"/>
            <ac:spMk id="24" creationId="{F17F159B-F827-4A73-99D4-AC764859C7E2}"/>
          </ac:spMkLst>
        </pc:spChg>
        <pc:spChg chg="mod">
          <ac:chgData name="Antle, Rick" userId="c2afbbd2-30e4-4c8e-8af5-81913178ace3" providerId="ADAL" clId="{B57EF908-FF38-4F15-B5B0-20FC3326DF66}" dt="2020-02-18T18:31:20.110" v="2300" actId="108"/>
          <ac:spMkLst>
            <pc:docMk/>
            <pc:sldMk cId="992819582" sldId="279"/>
            <ac:spMk id="26" creationId="{12D8D785-C4B8-4757-80D2-206E4CE2A5BC}"/>
          </ac:spMkLst>
        </pc:spChg>
        <pc:spChg chg="mod">
          <ac:chgData name="Antle, Rick" userId="c2afbbd2-30e4-4c8e-8af5-81913178ace3" providerId="ADAL" clId="{B57EF908-FF38-4F15-B5B0-20FC3326DF66}" dt="2020-02-18T22:59:07.557" v="2642" actId="1076"/>
          <ac:spMkLst>
            <pc:docMk/>
            <pc:sldMk cId="992819582" sldId="279"/>
            <ac:spMk id="27" creationId="{84F27887-D82D-4E3D-8713-1499011F5FEB}"/>
          </ac:spMkLst>
        </pc:spChg>
        <pc:spChg chg="mod">
          <ac:chgData name="Antle, Rick" userId="c2afbbd2-30e4-4c8e-8af5-81913178ace3" providerId="ADAL" clId="{B57EF908-FF38-4F15-B5B0-20FC3326DF66}" dt="2020-02-18T21:03:45.531" v="2534" actId="108"/>
          <ac:spMkLst>
            <pc:docMk/>
            <pc:sldMk cId="992819582" sldId="279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1:04:17.869" v="2539" actId="108"/>
          <ac:spMkLst>
            <pc:docMk/>
            <pc:sldMk cId="992819582" sldId="279"/>
            <ac:spMk id="44" creationId="{0E9A1D84-BFE9-4D02-AC53-E7B1CE87A179}"/>
          </ac:spMkLst>
        </pc:spChg>
        <pc:spChg chg="mod">
          <ac:chgData name="Antle, Rick" userId="c2afbbd2-30e4-4c8e-8af5-81913178ace3" providerId="ADAL" clId="{B57EF908-FF38-4F15-B5B0-20FC3326DF66}" dt="2020-02-18T18:33:01.432" v="2311" actId="2085"/>
          <ac:spMkLst>
            <pc:docMk/>
            <pc:sldMk cId="992819582" sldId="279"/>
            <ac:spMk id="100" creationId="{85A9A108-4F45-49BB-AC03-99346552ECE4}"/>
          </ac:spMkLst>
        </pc:spChg>
      </pc:sldChg>
      <pc:sldChg chg="modSp add del modTransition">
        <pc:chgData name="Antle, Rick" userId="c2afbbd2-30e4-4c8e-8af5-81913178ace3" providerId="ADAL" clId="{B57EF908-FF38-4F15-B5B0-20FC3326DF66}" dt="2020-02-18T17:44:11.854" v="1869" actId="47"/>
        <pc:sldMkLst>
          <pc:docMk/>
          <pc:sldMk cId="4277010567" sldId="279"/>
        </pc:sldMkLst>
        <pc:spChg chg="mod">
          <ac:chgData name="Antle, Rick" userId="c2afbbd2-30e4-4c8e-8af5-81913178ace3" providerId="ADAL" clId="{B57EF908-FF38-4F15-B5B0-20FC3326DF66}" dt="2020-02-17T19:03:53.570" v="1592" actId="108"/>
          <ac:spMkLst>
            <pc:docMk/>
            <pc:sldMk cId="4277010567" sldId="279"/>
            <ac:spMk id="72" creationId="{9C96A383-4942-4261-AE25-13BAC8F921C6}"/>
          </ac:spMkLst>
        </pc:spChg>
      </pc:sldChg>
      <pc:sldChg chg="delSp modSp del ord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3693428185" sldId="280"/>
        </pc:sldMkLst>
        <pc:spChg chg="mod">
          <ac:chgData name="Antle, Rick" userId="c2afbbd2-30e4-4c8e-8af5-81913178ace3" providerId="ADAL" clId="{B57EF908-FF38-4F15-B5B0-20FC3326DF66}" dt="2020-02-18T21:05:33.529" v="2543" actId="108"/>
          <ac:spMkLst>
            <pc:docMk/>
            <pc:sldMk cId="3693428185" sldId="280"/>
            <ac:spMk id="2" creationId="{8CEF93F2-74D0-47AD-8104-894CFADE0A8D}"/>
          </ac:spMkLst>
        </pc:spChg>
        <pc:spChg chg="mod">
          <ac:chgData name="Antle, Rick" userId="c2afbbd2-30e4-4c8e-8af5-81913178ace3" providerId="ADAL" clId="{B57EF908-FF38-4F15-B5B0-20FC3326DF66}" dt="2020-02-20T21:56:50.609" v="2697"/>
          <ac:spMkLst>
            <pc:docMk/>
            <pc:sldMk cId="3693428185" sldId="280"/>
            <ac:spMk id="5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8T21:37:13.126" v="2627" actId="478"/>
          <ac:spMkLst>
            <pc:docMk/>
            <pc:sldMk cId="3693428185" sldId="280"/>
            <ac:spMk id="1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1:06:12.911" v="2548" actId="108"/>
          <ac:spMkLst>
            <pc:docMk/>
            <pc:sldMk cId="3693428185" sldId="280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1:05:29.047" v="2542" actId="108"/>
          <ac:spMkLst>
            <pc:docMk/>
            <pc:sldMk cId="3693428185" sldId="280"/>
            <ac:spMk id="44" creationId="{0E9A1D84-BFE9-4D02-AC53-E7B1CE87A179}"/>
          </ac:spMkLst>
        </pc:spChg>
      </pc:sldChg>
      <pc:sldChg chg="delSp modSp del ord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2748539965" sldId="281"/>
        </pc:sldMkLst>
        <pc:spChg chg="mod">
          <ac:chgData name="Antle, Rick" userId="c2afbbd2-30e4-4c8e-8af5-81913178ace3" providerId="ADAL" clId="{B57EF908-FF38-4F15-B5B0-20FC3326DF66}" dt="2020-02-18T21:05:56.721" v="2546" actId="108"/>
          <ac:spMkLst>
            <pc:docMk/>
            <pc:sldMk cId="2748539965" sldId="281"/>
            <ac:spMk id="2" creationId="{8CEF93F2-74D0-47AD-8104-894CFADE0A8D}"/>
          </ac:spMkLst>
        </pc:spChg>
        <pc:spChg chg="mod">
          <ac:chgData name="Antle, Rick" userId="c2afbbd2-30e4-4c8e-8af5-81913178ace3" providerId="ADAL" clId="{B57EF908-FF38-4F15-B5B0-20FC3326DF66}" dt="2020-02-20T21:57:01.249" v="2698"/>
          <ac:spMkLst>
            <pc:docMk/>
            <pc:sldMk cId="2748539965" sldId="281"/>
            <ac:spMk id="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1:05:58.045" v="2547" actId="108"/>
          <ac:spMkLst>
            <pc:docMk/>
            <pc:sldMk cId="2748539965" sldId="281"/>
            <ac:spMk id="13" creationId="{8FDA8C06-D6A2-46B4-A56F-B4354CD07649}"/>
          </ac:spMkLst>
        </pc:spChg>
        <pc:spChg chg="del">
          <ac:chgData name="Antle, Rick" userId="c2afbbd2-30e4-4c8e-8af5-81913178ace3" providerId="ADAL" clId="{B57EF908-FF38-4F15-B5B0-20FC3326DF66}" dt="2020-02-18T21:37:19.281" v="2628" actId="478"/>
          <ac:spMkLst>
            <pc:docMk/>
            <pc:sldMk cId="2748539965" sldId="281"/>
            <ac:spMk id="1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1:05:54.576" v="2544" actId="108"/>
          <ac:spMkLst>
            <pc:docMk/>
            <pc:sldMk cId="2748539965" sldId="281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1:05:55.617" v="2545" actId="108"/>
          <ac:spMkLst>
            <pc:docMk/>
            <pc:sldMk cId="2748539965" sldId="281"/>
            <ac:spMk id="44" creationId="{0E9A1D84-BFE9-4D02-AC53-E7B1CE87A179}"/>
          </ac:spMkLst>
        </pc:spChg>
      </pc:sldChg>
      <pc:sldChg chg="addSp delSp modSp del ord modAnim">
        <pc:chgData name="Antle, Rick" userId="c2afbbd2-30e4-4c8e-8af5-81913178ace3" providerId="ADAL" clId="{B57EF908-FF38-4F15-B5B0-20FC3326DF66}" dt="2020-02-20T22:01:28.707" v="2724" actId="47"/>
        <pc:sldMkLst>
          <pc:docMk/>
          <pc:sldMk cId="273415726" sldId="282"/>
        </pc:sldMkLst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2" creationId="{8CEF93F2-74D0-47AD-8104-894CFADE0A8D}"/>
          </ac:spMkLst>
        </pc:spChg>
        <pc:spChg chg="mod">
          <ac:chgData name="Antle, Rick" userId="c2afbbd2-30e4-4c8e-8af5-81913178ace3" providerId="ADAL" clId="{B57EF908-FF38-4F15-B5B0-20FC3326DF66}" dt="2020-02-20T21:57:17.665" v="2699"/>
          <ac:spMkLst>
            <pc:docMk/>
            <pc:sldMk cId="273415726" sldId="282"/>
            <ac:spMk id="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13" creationId="{8FDA8C06-D6A2-46B4-A56F-B4354CD07649}"/>
          </ac:spMkLst>
        </pc:spChg>
        <pc:spChg chg="del">
          <ac:chgData name="Antle, Rick" userId="c2afbbd2-30e4-4c8e-8af5-81913178ace3" providerId="ADAL" clId="{B57EF908-FF38-4F15-B5B0-20FC3326DF66}" dt="2020-02-18T21:37:25.283" v="2629" actId="478"/>
          <ac:spMkLst>
            <pc:docMk/>
            <pc:sldMk cId="273415726" sldId="282"/>
            <ac:spMk id="1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28" creationId="{92F640A2-4FD7-4DEC-83FB-FC077B82A9A0}"/>
          </ac:spMkLst>
        </pc:spChg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32" creationId="{33AAB294-C595-4A8A-B9F1-A3B034988D82}"/>
          </ac:spMkLst>
        </pc:spChg>
        <pc:spChg chg="add mod">
          <ac:chgData name="Antle, Rick" userId="c2afbbd2-30e4-4c8e-8af5-81913178ace3" providerId="ADAL" clId="{B57EF908-FF38-4F15-B5B0-20FC3326DF66}" dt="2020-02-18T23:05:05.418" v="2658" actId="571"/>
          <ac:spMkLst>
            <pc:docMk/>
            <pc:sldMk cId="273415726" sldId="282"/>
            <ac:spMk id="40" creationId="{AAAC85E7-0FC4-4E9F-BCFB-DA0667862BF0}"/>
          </ac:spMkLst>
        </pc:spChg>
        <pc:spChg chg="add mod">
          <ac:chgData name="Antle, Rick" userId="c2afbbd2-30e4-4c8e-8af5-81913178ace3" providerId="ADAL" clId="{B57EF908-FF38-4F15-B5B0-20FC3326DF66}" dt="2020-02-18T23:05:05.418" v="2658" actId="571"/>
          <ac:spMkLst>
            <pc:docMk/>
            <pc:sldMk cId="273415726" sldId="282"/>
            <ac:spMk id="41" creationId="{B1D7B6A0-7777-4E8A-A688-22003C09D232}"/>
          </ac:spMkLst>
        </pc:spChg>
        <pc:spChg chg="add mod">
          <ac:chgData name="Antle, Rick" userId="c2afbbd2-30e4-4c8e-8af5-81913178ace3" providerId="ADAL" clId="{B57EF908-FF38-4F15-B5B0-20FC3326DF66}" dt="2020-02-18T23:05:05.418" v="2658" actId="571"/>
          <ac:spMkLst>
            <pc:docMk/>
            <pc:sldMk cId="273415726" sldId="282"/>
            <ac:spMk id="42" creationId="{0B412813-D7A4-44D4-9DAF-E82BC5086E4A}"/>
          </ac:spMkLst>
        </pc:spChg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3:05:14.088" v="2659" actId="2711"/>
          <ac:spMkLst>
            <pc:docMk/>
            <pc:sldMk cId="273415726" sldId="282"/>
            <ac:spMk id="44" creationId="{0E9A1D84-BFE9-4D02-AC53-E7B1CE87A179}"/>
          </ac:spMkLst>
        </pc:spChg>
      </pc:sldChg>
      <pc:sldChg chg="modSp ord modAnim">
        <pc:chgData name="Antle, Rick" userId="c2afbbd2-30e4-4c8e-8af5-81913178ace3" providerId="ADAL" clId="{B57EF908-FF38-4F15-B5B0-20FC3326DF66}" dt="2020-02-20T21:57:26.508" v="2700"/>
        <pc:sldMkLst>
          <pc:docMk/>
          <pc:sldMk cId="691816092" sldId="283"/>
        </pc:sldMkLst>
        <pc:spChg chg="mod">
          <ac:chgData name="Antle, Rick" userId="c2afbbd2-30e4-4c8e-8af5-81913178ace3" providerId="ADAL" clId="{B57EF908-FF38-4F15-B5B0-20FC3326DF66}" dt="2020-02-20T21:57:26.508" v="2700"/>
          <ac:spMkLst>
            <pc:docMk/>
            <pc:sldMk cId="691816092" sldId="283"/>
            <ac:spMk id="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8T20:39:50.634" v="2478" actId="1076"/>
          <ac:spMkLst>
            <pc:docMk/>
            <pc:sldMk cId="691816092" sldId="283"/>
            <ac:spMk id="34" creationId="{5B692216-4C40-4116-911D-5ED415306389}"/>
          </ac:spMkLst>
        </pc:spChg>
        <pc:spChg chg="mod">
          <ac:chgData name="Antle, Rick" userId="c2afbbd2-30e4-4c8e-8af5-81913178ace3" providerId="ADAL" clId="{B57EF908-FF38-4F15-B5B0-20FC3326DF66}" dt="2020-02-18T23:05:42.787" v="2660" actId="2711"/>
          <ac:spMkLst>
            <pc:docMk/>
            <pc:sldMk cId="691816092" sldId="283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8T23:05:54.338" v="2661" actId="2711"/>
          <ac:spMkLst>
            <pc:docMk/>
            <pc:sldMk cId="691816092" sldId="283"/>
            <ac:spMk id="44" creationId="{0E9A1D84-BFE9-4D02-AC53-E7B1CE87A179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132203643" sldId="286"/>
        </pc:sldMkLst>
        <pc:spChg chg="mod">
          <ac:chgData name="Antle, Rick" userId="c2afbbd2-30e4-4c8e-8af5-81913178ace3" providerId="ADAL" clId="{B57EF908-FF38-4F15-B5B0-20FC3326DF66}" dt="2020-02-20T21:55:39.851" v="2690"/>
          <ac:spMkLst>
            <pc:docMk/>
            <pc:sldMk cId="132203643" sldId="286"/>
            <ac:spMk id="5" creationId="{00000000-0000-0000-0000-000000000000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798224240" sldId="287"/>
        </pc:sldMkLst>
        <pc:spChg chg="mod">
          <ac:chgData name="Antle, Rick" userId="c2afbbd2-30e4-4c8e-8af5-81913178ace3" providerId="ADAL" clId="{B57EF908-FF38-4F15-B5B0-20FC3326DF66}" dt="2020-02-20T21:55:50.261" v="2691"/>
          <ac:spMkLst>
            <pc:docMk/>
            <pc:sldMk cId="798224240" sldId="287"/>
            <ac:spMk id="5" creationId="{00000000-0000-0000-0000-000000000000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1611691824" sldId="288"/>
        </pc:sldMkLst>
        <pc:spChg chg="mod">
          <ac:chgData name="Antle, Rick" userId="c2afbbd2-30e4-4c8e-8af5-81913178ace3" providerId="ADAL" clId="{B57EF908-FF38-4F15-B5B0-20FC3326DF66}" dt="2020-02-20T21:55:58.971" v="2692"/>
          <ac:spMkLst>
            <pc:docMk/>
            <pc:sldMk cId="1611691824" sldId="288"/>
            <ac:spMk id="5" creationId="{00000000-0000-0000-0000-000000000000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4145374485" sldId="289"/>
        </pc:sldMkLst>
        <pc:spChg chg="mod">
          <ac:chgData name="Antle, Rick" userId="c2afbbd2-30e4-4c8e-8af5-81913178ace3" providerId="ADAL" clId="{B57EF908-FF38-4F15-B5B0-20FC3326DF66}" dt="2020-02-20T21:56:06.796" v="2693"/>
          <ac:spMkLst>
            <pc:docMk/>
            <pc:sldMk cId="4145374485" sldId="289"/>
            <ac:spMk id="5" creationId="{00000000-0000-0000-0000-000000000000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86509749" sldId="290"/>
        </pc:sldMkLst>
        <pc:spChg chg="mod">
          <ac:chgData name="Antle, Rick" userId="c2afbbd2-30e4-4c8e-8af5-81913178ace3" providerId="ADAL" clId="{B57EF908-FF38-4F15-B5B0-20FC3326DF66}" dt="2020-02-20T21:56:14.707" v="2694"/>
          <ac:spMkLst>
            <pc:docMk/>
            <pc:sldMk cId="86509749" sldId="290"/>
            <ac:spMk id="5" creationId="{00000000-0000-0000-0000-000000000000}"/>
          </ac:spMkLst>
        </pc:spChg>
      </pc:sldChg>
      <pc:sldChg chg="modSp del">
        <pc:chgData name="Antle, Rick" userId="c2afbbd2-30e4-4c8e-8af5-81913178ace3" providerId="ADAL" clId="{B57EF908-FF38-4F15-B5B0-20FC3326DF66}" dt="2020-02-20T22:01:28.707" v="2724" actId="47"/>
        <pc:sldMkLst>
          <pc:docMk/>
          <pc:sldMk cId="4062712377" sldId="291"/>
        </pc:sldMkLst>
        <pc:spChg chg="mod">
          <ac:chgData name="Antle, Rick" userId="c2afbbd2-30e4-4c8e-8af5-81913178ace3" providerId="ADAL" clId="{B57EF908-FF38-4F15-B5B0-20FC3326DF66}" dt="2020-02-20T21:56:30.303" v="2695"/>
          <ac:spMkLst>
            <pc:docMk/>
            <pc:sldMk cId="4062712377" sldId="291"/>
            <ac:spMk id="5" creationId="{00000000-0000-0000-0000-000000000000}"/>
          </ac:spMkLst>
        </pc:spChg>
      </pc:sldChg>
      <pc:sldMasterChg chg="addSp delSp modSp modSldLayout">
        <pc:chgData name="Antle, Rick" userId="c2afbbd2-30e4-4c8e-8af5-81913178ace3" providerId="ADAL" clId="{B57EF908-FF38-4F15-B5B0-20FC3326DF66}" dt="2020-02-18T21:19:45.639" v="2593" actId="478"/>
        <pc:sldMasterMkLst>
          <pc:docMk/>
          <pc:sldMasterMk cId="594674738" sldId="2147483648"/>
        </pc:sldMasterMkLst>
        <pc:picChg chg="add del mod">
          <ac:chgData name="Antle, Rick" userId="c2afbbd2-30e4-4c8e-8af5-81913178ace3" providerId="ADAL" clId="{B57EF908-FF38-4F15-B5B0-20FC3326DF66}" dt="2020-02-18T21:19:45.639" v="2593" actId="478"/>
          <ac:picMkLst>
            <pc:docMk/>
            <pc:sldMasterMk cId="594674738" sldId="2147483648"/>
            <ac:picMk id="8" creationId="{BEB04FA2-D58A-4A1B-AA79-04CF2EF0D6E9}"/>
          </ac:picMkLst>
        </pc:picChg>
        <pc:sldLayoutChg chg="addSp delSp modSp">
          <pc:chgData name="Antle, Rick" userId="c2afbbd2-30e4-4c8e-8af5-81913178ace3" providerId="ADAL" clId="{B57EF908-FF38-4F15-B5B0-20FC3326DF66}" dt="2020-02-18T21:17:38.397" v="2584"/>
          <pc:sldLayoutMkLst>
            <pc:docMk/>
            <pc:sldMasterMk cId="594674738" sldId="2147483648"/>
            <pc:sldLayoutMk cId="1208296412" sldId="2147483650"/>
          </pc:sldLayoutMkLst>
          <pc:picChg chg="add del mod">
            <ac:chgData name="Antle, Rick" userId="c2afbbd2-30e4-4c8e-8af5-81913178ace3" providerId="ADAL" clId="{B57EF908-FF38-4F15-B5B0-20FC3326DF66}" dt="2020-02-18T21:17:38.397" v="2584"/>
            <ac:picMkLst>
              <pc:docMk/>
              <pc:sldMasterMk cId="594674738" sldId="2147483648"/>
              <pc:sldLayoutMk cId="1208296412" sldId="2147483650"/>
              <ac:picMk id="8" creationId="{4A8BF3C9-91F0-49AC-B24F-D5247D65A7A4}"/>
            </ac:picMkLst>
          </pc:picChg>
        </pc:sldLayoutChg>
      </pc:sldMasterChg>
    </pc:docChg>
  </pc:docChgLst>
  <pc:docChgLst>
    <pc:chgData name="Reynolds, Matthew" userId="S::matthew.reynolds@yale.edu::2b490455-b4e6-4f98-8ada-f0fd89e17c13" providerId="AD" clId="Web-{B2369E18-628A-F147-77D2-2C308EEEC399}"/>
    <pc:docChg chg="modSld">
      <pc:chgData name="Reynolds, Matthew" userId="S::matthew.reynolds@yale.edu::2b490455-b4e6-4f98-8ada-f0fd89e17c13" providerId="AD" clId="Web-{B2369E18-628A-F147-77D2-2C308EEEC399}" dt="2020-02-18T19:38:41.028" v="13"/>
      <pc:docMkLst>
        <pc:docMk/>
      </pc:docMkLst>
      <pc:sldChg chg="modSp">
        <pc:chgData name="Reynolds, Matthew" userId="S::matthew.reynolds@yale.edu::2b490455-b4e6-4f98-8ada-f0fd89e17c13" providerId="AD" clId="Web-{B2369E18-628A-F147-77D2-2C308EEEC399}" dt="2020-02-18T19:35:14.433" v="0" actId="1076"/>
        <pc:sldMkLst>
          <pc:docMk/>
          <pc:sldMk cId="595522535" sldId="270"/>
        </pc:sldMkLst>
        <pc:spChg chg="mod">
          <ac:chgData name="Reynolds, Matthew" userId="S::matthew.reynolds@yale.edu::2b490455-b4e6-4f98-8ada-f0fd89e17c13" providerId="AD" clId="Web-{B2369E18-628A-F147-77D2-2C308EEEC399}" dt="2020-02-18T19:35:14.433" v="0" actId="1076"/>
          <ac:spMkLst>
            <pc:docMk/>
            <pc:sldMk cId="595522535" sldId="270"/>
            <ac:spMk id="109" creationId="{00000000-0000-0000-0000-000000000000}"/>
          </ac:spMkLst>
        </pc:spChg>
      </pc:sldChg>
      <pc:sldChg chg="addSp delSp modSp">
        <pc:chgData name="Reynolds, Matthew" userId="S::matthew.reynolds@yale.edu::2b490455-b4e6-4f98-8ada-f0fd89e17c13" providerId="AD" clId="Web-{B2369E18-628A-F147-77D2-2C308EEEC399}" dt="2020-02-18T19:38:41.028" v="13"/>
        <pc:sldMkLst>
          <pc:docMk/>
          <pc:sldMk cId="992819582" sldId="279"/>
        </pc:sldMkLst>
        <pc:spChg chg="add del mod">
          <ac:chgData name="Reynolds, Matthew" userId="S::matthew.reynolds@yale.edu::2b490455-b4e6-4f98-8ada-f0fd89e17c13" providerId="AD" clId="Web-{B2369E18-628A-F147-77D2-2C308EEEC399}" dt="2020-02-18T19:35:42.230" v="4"/>
          <ac:spMkLst>
            <pc:docMk/>
            <pc:sldMk cId="992819582" sldId="279"/>
            <ac:spMk id="2" creationId="{A6B28AD5-AB65-44C9-8B4A-4E60DE16D467}"/>
          </ac:spMkLst>
        </pc:spChg>
        <pc:spChg chg="add del">
          <ac:chgData name="Reynolds, Matthew" userId="S::matthew.reynolds@yale.edu::2b490455-b4e6-4f98-8ada-f0fd89e17c13" providerId="AD" clId="Web-{B2369E18-628A-F147-77D2-2C308EEEC399}" dt="2020-02-18T19:35:59.933" v="6"/>
          <ac:spMkLst>
            <pc:docMk/>
            <pc:sldMk cId="992819582" sldId="279"/>
            <ac:spMk id="3" creationId="{DBEEC8C8-9384-42A8-B119-69BA91D67C5D}"/>
          </ac:spMkLst>
        </pc:spChg>
        <pc:spChg chg="add">
          <ac:chgData name="Reynolds, Matthew" userId="S::matthew.reynolds@yale.edu::2b490455-b4e6-4f98-8ada-f0fd89e17c13" providerId="AD" clId="Web-{B2369E18-628A-F147-77D2-2C308EEEC399}" dt="2020-02-18T19:36:25.449" v="7"/>
          <ac:spMkLst>
            <pc:docMk/>
            <pc:sldMk cId="992819582" sldId="279"/>
            <ac:spMk id="4" creationId="{757D882E-50C2-4A2C-BDDE-F56CFDEDC5E2}"/>
          </ac:spMkLst>
        </pc:spChg>
        <pc:spChg chg="add">
          <ac:chgData name="Reynolds, Matthew" userId="S::matthew.reynolds@yale.edu::2b490455-b4e6-4f98-8ada-f0fd89e17c13" providerId="AD" clId="Web-{B2369E18-628A-F147-77D2-2C308EEEC399}" dt="2020-02-18T19:36:30.949" v="8"/>
          <ac:spMkLst>
            <pc:docMk/>
            <pc:sldMk cId="992819582" sldId="279"/>
            <ac:spMk id="6" creationId="{EE00A463-DB1F-4C56-AB94-F85CF0153002}"/>
          </ac:spMkLst>
        </pc:spChg>
        <pc:spChg chg="add">
          <ac:chgData name="Reynolds, Matthew" userId="S::matthew.reynolds@yale.edu::2b490455-b4e6-4f98-8ada-f0fd89e17c13" providerId="AD" clId="Web-{B2369E18-628A-F147-77D2-2C308EEEC399}" dt="2020-02-18T19:37:32.371" v="11"/>
          <ac:spMkLst>
            <pc:docMk/>
            <pc:sldMk cId="992819582" sldId="279"/>
            <ac:spMk id="9" creationId="{E2F48C11-2DCE-4327-AA9F-BD689B3A1D30}"/>
          </ac:spMkLst>
        </pc:spChg>
        <pc:spChg chg="add del">
          <ac:chgData name="Reynolds, Matthew" userId="S::matthew.reynolds@yale.edu::2b490455-b4e6-4f98-8ada-f0fd89e17c13" providerId="AD" clId="Web-{B2369E18-628A-F147-77D2-2C308EEEC399}" dt="2020-02-18T19:38:41.028" v="13"/>
          <ac:spMkLst>
            <pc:docMk/>
            <pc:sldMk cId="992819582" sldId="279"/>
            <ac:spMk id="50" creationId="{1EAC0625-A291-4444-BF86-AAB9F2D58BB7}"/>
          </ac:spMkLst>
        </pc:spChg>
        <pc:cxnChg chg="add">
          <ac:chgData name="Reynolds, Matthew" userId="S::matthew.reynolds@yale.edu::2b490455-b4e6-4f98-8ada-f0fd89e17c13" providerId="AD" clId="Web-{B2369E18-628A-F147-77D2-2C308EEEC399}" dt="2020-02-18T19:36:37.246" v="9"/>
          <ac:cxnSpMkLst>
            <pc:docMk/>
            <pc:sldMk cId="992819582" sldId="279"/>
            <ac:cxnSpMk id="7" creationId="{88E40D5D-D5FB-4EE4-8BB2-FC1701F5E24D}"/>
          </ac:cxnSpMkLst>
        </pc:cxnChg>
        <pc:cxnChg chg="add">
          <ac:chgData name="Reynolds, Matthew" userId="S::matthew.reynolds@yale.edu::2b490455-b4e6-4f98-8ada-f0fd89e17c13" providerId="AD" clId="Web-{B2369E18-628A-F147-77D2-2C308EEEC399}" dt="2020-02-18T19:37:23.684" v="10"/>
          <ac:cxnSpMkLst>
            <pc:docMk/>
            <pc:sldMk cId="992819582" sldId="279"/>
            <ac:cxnSpMk id="8" creationId="{01BD0067-29F0-4627-97AB-778A56900CD1}"/>
          </ac:cxnSpMkLst>
        </pc:cxnChg>
      </pc:sldChg>
    </pc:docChg>
  </pc:docChgLst>
  <pc:docChgLst>
    <pc:chgData name="Reynolds, Matthew" userId="S::matthew.reynolds@yale.edu::2b490455-b4e6-4f98-8ada-f0fd89e17c13" providerId="AD" clId="Web-{013D5F2B-2902-C4C3-FA3B-68F63978EF9F}"/>
    <pc:docChg chg="modSld">
      <pc:chgData name="Reynolds, Matthew" userId="S::matthew.reynolds@yale.edu::2b490455-b4e6-4f98-8ada-f0fd89e17c13" providerId="AD" clId="Web-{013D5F2B-2902-C4C3-FA3B-68F63978EF9F}" dt="2020-02-14T15:28:58.891" v="347" actId="1076"/>
      <pc:docMkLst>
        <pc:docMk/>
      </pc:docMkLst>
      <pc:sldChg chg="modSp">
        <pc:chgData name="Reynolds, Matthew" userId="S::matthew.reynolds@yale.edu::2b490455-b4e6-4f98-8ada-f0fd89e17c13" providerId="AD" clId="Web-{013D5F2B-2902-C4C3-FA3B-68F63978EF9F}" dt="2020-02-14T15:28:18.953" v="334" actId="20577"/>
        <pc:sldMkLst>
          <pc:docMk/>
          <pc:sldMk cId="3604780475" sldId="256"/>
        </pc:sldMkLst>
        <pc:spChg chg="mod">
          <ac:chgData name="Reynolds, Matthew" userId="S::matthew.reynolds@yale.edu::2b490455-b4e6-4f98-8ada-f0fd89e17c13" providerId="AD" clId="Web-{013D5F2B-2902-C4C3-FA3B-68F63978EF9F}" dt="2020-02-14T15:23:36.703" v="266" actId="20577"/>
          <ac:spMkLst>
            <pc:docMk/>
            <pc:sldMk cId="3604780475" sldId="256"/>
            <ac:spMk id="2" creationId="{F8AA5610-50E7-4F70-960A-E63ECC443FC9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18.953" v="334" actId="20577"/>
          <ac:spMkLst>
            <pc:docMk/>
            <pc:sldMk cId="3604780475" sldId="256"/>
            <ac:spMk id="3" creationId="{F48AF475-B1FD-42FB-A892-14A7A76C375A}"/>
          </ac:spMkLst>
        </pc:spChg>
      </pc:sldChg>
      <pc:sldChg chg="addSp delSp modSp">
        <pc:chgData name="Reynolds, Matthew" userId="S::matthew.reynolds@yale.edu::2b490455-b4e6-4f98-8ada-f0fd89e17c13" providerId="AD" clId="Web-{013D5F2B-2902-C4C3-FA3B-68F63978EF9F}" dt="2020-02-14T15:28:58.891" v="347" actId="1076"/>
        <pc:sldMkLst>
          <pc:docMk/>
          <pc:sldMk cId="771280463" sldId="257"/>
        </pc:sldMkLst>
        <pc:spChg chg="add mod">
          <ac:chgData name="Reynolds, Matthew" userId="S::matthew.reynolds@yale.edu::2b490455-b4e6-4f98-8ada-f0fd89e17c13" providerId="AD" clId="Web-{013D5F2B-2902-C4C3-FA3B-68F63978EF9F}" dt="2020-02-14T15:00:17.463" v="157" actId="1076"/>
          <ac:spMkLst>
            <pc:docMk/>
            <pc:sldMk cId="771280463" sldId="257"/>
            <ac:spMk id="3" creationId="{11AA5CF0-9B28-499C-8785-0D7C60330908}"/>
          </ac:spMkLst>
        </pc:spChg>
        <pc:spChg chg="add del">
          <ac:chgData name="Reynolds, Matthew" userId="S::matthew.reynolds@yale.edu::2b490455-b4e6-4f98-8ada-f0fd89e17c13" providerId="AD" clId="Web-{013D5F2B-2902-C4C3-FA3B-68F63978EF9F}" dt="2020-02-14T15:00:33.167" v="161"/>
          <ac:spMkLst>
            <pc:docMk/>
            <pc:sldMk cId="771280463" sldId="257"/>
            <ac:spMk id="19" creationId="{F30B25F4-4DF6-420A-9FB7-2433B0A4CA50}"/>
          </ac:spMkLst>
        </pc:spChg>
        <pc:spChg chg="add mod">
          <ac:chgData name="Reynolds, Matthew" userId="S::matthew.reynolds@yale.edu::2b490455-b4e6-4f98-8ada-f0fd89e17c13" providerId="AD" clId="Web-{013D5F2B-2902-C4C3-FA3B-68F63978EF9F}" dt="2020-02-14T15:00:42.948" v="164" actId="1076"/>
          <ac:spMkLst>
            <pc:docMk/>
            <pc:sldMk cId="771280463" sldId="257"/>
            <ac:spMk id="20" creationId="{1B1AC799-DA19-4BFB-92FD-93CA0821D219}"/>
          </ac:spMkLst>
        </pc:spChg>
        <pc:spChg chg="add mod">
          <ac:chgData name="Reynolds, Matthew" userId="S::matthew.reynolds@yale.edu::2b490455-b4e6-4f98-8ada-f0fd89e17c13" providerId="AD" clId="Web-{013D5F2B-2902-C4C3-FA3B-68F63978EF9F}" dt="2020-02-14T15:01:09.651" v="172" actId="1076"/>
          <ac:spMkLst>
            <pc:docMk/>
            <pc:sldMk cId="771280463" sldId="257"/>
            <ac:spMk id="21" creationId="{29170EF9-F386-4FCD-AD4F-90AF740E68A3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9:18.072" v="144"/>
          <ac:spMkLst>
            <pc:docMk/>
            <pc:sldMk cId="771280463" sldId="257"/>
            <ac:spMk id="26" creationId="{9FCB46BF-B218-4D8A-BE22-C5F5697D8BBE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58.891" v="347" actId="1076"/>
          <ac:spMkLst>
            <pc:docMk/>
            <pc:sldMk cId="771280463" sldId="257"/>
            <ac:spMk id="717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01:41.198" v="177" actId="1076"/>
          <ac:spMkLst>
            <pc:docMk/>
            <pc:sldMk cId="771280463" sldId="257"/>
            <ac:spMk id="71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01:52.979" v="180" actId="1076"/>
          <ac:spMkLst>
            <pc:docMk/>
            <pc:sldMk cId="771280463" sldId="257"/>
            <ac:spMk id="71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9:18.057" v="143"/>
          <ac:spMkLst>
            <pc:docMk/>
            <pc:sldMk cId="771280463" sldId="257"/>
            <ac:spMk id="718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00:53.245" v="167" actId="1076"/>
          <ac:spMkLst>
            <pc:docMk/>
            <pc:sldMk cId="771280463" sldId="257"/>
            <ac:spMk id="718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01:20.292" v="175" actId="1076"/>
          <ac:spMkLst>
            <pc:docMk/>
            <pc:sldMk cId="771280463" sldId="257"/>
            <ac:spMk id="718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01:29.042" v="176" actId="1076"/>
          <ac:spMkLst>
            <pc:docMk/>
            <pc:sldMk cId="771280463" sldId="257"/>
            <ac:spMk id="7187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37" v="337"/>
          <ac:spMkLst>
            <pc:docMk/>
            <pc:sldMk cId="771280463" sldId="257"/>
            <ac:spMk id="718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37.016" v="338"/>
          <ac:spMkLst>
            <pc:docMk/>
            <pc:sldMk cId="771280463" sldId="257"/>
            <ac:spMk id="719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37.063" v="339"/>
          <ac:spMkLst>
            <pc:docMk/>
            <pc:sldMk cId="771280463" sldId="257"/>
            <ac:spMk id="719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37.078" v="340"/>
          <ac:spMkLst>
            <pc:docMk/>
            <pc:sldMk cId="771280463" sldId="257"/>
            <ac:spMk id="71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8:37.110" v="341"/>
          <ac:spMkLst>
            <pc:docMk/>
            <pc:sldMk cId="771280463" sldId="257"/>
            <ac:spMk id="7194" creationId="{00000000-0000-0000-0000-000000000000}"/>
          </ac:spMkLst>
        </pc:spChg>
      </pc:sldChg>
      <pc:sldChg chg="modSp">
        <pc:chgData name="Reynolds, Matthew" userId="S::matthew.reynolds@yale.edu::2b490455-b4e6-4f98-8ada-f0fd89e17c13" providerId="AD" clId="Web-{013D5F2B-2902-C4C3-FA3B-68F63978EF9F}" dt="2020-02-14T15:23:45.859" v="276" actId="20577"/>
        <pc:sldMkLst>
          <pc:docMk/>
          <pc:sldMk cId="557295040" sldId="258"/>
        </pc:sldMkLst>
        <pc:spChg chg="mod">
          <ac:chgData name="Reynolds, Matthew" userId="S::matthew.reynolds@yale.edu::2b490455-b4e6-4f98-8ada-f0fd89e17c13" providerId="AD" clId="Web-{013D5F2B-2902-C4C3-FA3B-68F63978EF9F}" dt="2020-02-14T15:23:45.812" v="270" actId="20577"/>
          <ac:spMkLst>
            <pc:docMk/>
            <pc:sldMk cId="557295040" sldId="258"/>
            <ac:spMk id="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3:45.828" v="272" actId="20577"/>
          <ac:spMkLst>
            <pc:docMk/>
            <pc:sldMk cId="557295040" sldId="258"/>
            <ac:spMk id="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3:45.843" v="274" actId="20577"/>
          <ac:spMkLst>
            <pc:docMk/>
            <pc:sldMk cId="557295040" sldId="258"/>
            <ac:spMk id="11" creationId="{58595D58-2FA2-498B-9645-5A854DA97421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3:45.859" v="276" actId="20577"/>
          <ac:spMkLst>
            <pc:docMk/>
            <pc:sldMk cId="557295040" sldId="258"/>
            <ac:spMk id="13" creationId="{DBF347AF-A9BA-4FD8-99A5-14CA7C40531D}"/>
          </ac:spMkLst>
        </pc:spChg>
      </pc:sldChg>
      <pc:sldChg chg="delSp modSp delAnim">
        <pc:chgData name="Reynolds, Matthew" userId="S::matthew.reynolds@yale.edu::2b490455-b4e6-4f98-8ada-f0fd89e17c13" providerId="AD" clId="Web-{013D5F2B-2902-C4C3-FA3B-68F63978EF9F}" dt="2020-02-14T15:25:14.422" v="331" actId="20577"/>
        <pc:sldMkLst>
          <pc:docMk/>
          <pc:sldMk cId="3141169091" sldId="269"/>
        </pc:sldMkLst>
        <pc:spChg chg="mod">
          <ac:chgData name="Reynolds, Matthew" userId="S::matthew.reynolds@yale.edu::2b490455-b4e6-4f98-8ada-f0fd89e17c13" providerId="AD" clId="Web-{013D5F2B-2902-C4C3-FA3B-68F63978EF9F}" dt="2020-02-14T15:22:24.921" v="251" actId="1076"/>
          <ac:spMkLst>
            <pc:docMk/>
            <pc:sldMk cId="3141169091" sldId="269"/>
            <ac:spMk id="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3:13.906" v="263" actId="1076"/>
          <ac:spMkLst>
            <pc:docMk/>
            <pc:sldMk cId="3141169091" sldId="269"/>
            <ac:spMk id="1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6:40.634" v="123"/>
          <ac:spMkLst>
            <pc:docMk/>
            <pc:sldMk cId="3141169091" sldId="269"/>
            <ac:spMk id="1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6:56.853" v="130" actId="1076"/>
          <ac:spMkLst>
            <pc:docMk/>
            <pc:sldMk cId="3141169091" sldId="269"/>
            <ac:spMk id="1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6:40.681" v="125"/>
          <ac:spMkLst>
            <pc:docMk/>
            <pc:sldMk cId="3141169091" sldId="269"/>
            <ac:spMk id="1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6:40.697" v="126"/>
          <ac:spMkLst>
            <pc:docMk/>
            <pc:sldMk cId="3141169091" sldId="269"/>
            <ac:spMk id="1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7:02.603" v="132" actId="14100"/>
          <ac:spMkLst>
            <pc:docMk/>
            <pc:sldMk cId="3141169091" sldId="269"/>
            <ac:spMk id="1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5:55.619" v="93"/>
          <ac:spMkLst>
            <pc:docMk/>
            <pc:sldMk cId="3141169091" sldId="269"/>
            <ac:spMk id="1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2:18.015" v="249" actId="1076"/>
          <ac:spMkLst>
            <pc:docMk/>
            <pc:sldMk cId="3141169091" sldId="269"/>
            <ac:spMk id="6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23.203" v="289" actId="20577"/>
          <ac:spMkLst>
            <pc:docMk/>
            <pc:sldMk cId="3141169091" sldId="269"/>
            <ac:spMk id="7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40.390" v="306" actId="20577"/>
          <ac:spMkLst>
            <pc:docMk/>
            <pc:sldMk cId="3141169091" sldId="269"/>
            <ac:spMk id="76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013D5F2B-2902-C4C3-FA3B-68F63978EF9F}" dt="2020-02-14T15:19:43.514" v="227"/>
          <ac:spMkLst>
            <pc:docMk/>
            <pc:sldMk cId="3141169091" sldId="269"/>
            <ac:spMk id="79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013D5F2B-2902-C4C3-FA3B-68F63978EF9F}" dt="2020-02-14T15:18:16.389" v="197"/>
          <ac:spMkLst>
            <pc:docMk/>
            <pc:sldMk cId="3141169091" sldId="269"/>
            <ac:spMk id="8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4:55:55.494" v="87"/>
          <ac:spMkLst>
            <pc:docMk/>
            <pc:sldMk cId="3141169091" sldId="269"/>
            <ac:spMk id="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26.500" v="292" actId="20577"/>
          <ac:spMkLst>
            <pc:docMk/>
            <pc:sldMk cId="3141169091" sldId="269"/>
            <ac:spMk id="89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013D5F2B-2902-C4C3-FA3B-68F63978EF9F}" dt="2020-02-14T15:20:54.780" v="233"/>
          <ac:spMkLst>
            <pc:docMk/>
            <pc:sldMk cId="3141169091" sldId="269"/>
            <ac:spMk id="9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34.062" v="300" actId="20577"/>
          <ac:spMkLst>
            <pc:docMk/>
            <pc:sldMk cId="3141169091" sldId="269"/>
            <ac:spMk id="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54.593" v="318" actId="20577"/>
          <ac:spMkLst>
            <pc:docMk/>
            <pc:sldMk cId="3141169091" sldId="269"/>
            <ac:spMk id="9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08.249" v="278" actId="20577"/>
          <ac:spMkLst>
            <pc:docMk/>
            <pc:sldMk cId="3141169091" sldId="269"/>
            <ac:spMk id="9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5:01.781" v="321" actId="20577"/>
          <ac:spMkLst>
            <pc:docMk/>
            <pc:sldMk cId="3141169091" sldId="269"/>
            <ac:spMk id="9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37.812" v="303" actId="20577"/>
          <ac:spMkLst>
            <pc:docMk/>
            <pc:sldMk cId="3141169091" sldId="269"/>
            <ac:spMk id="97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08.281" v="280" actId="20577"/>
          <ac:spMkLst>
            <pc:docMk/>
            <pc:sldMk cId="3141169091" sldId="269"/>
            <ac:spMk id="9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5:08.297" v="324" actId="20577"/>
          <ac:spMkLst>
            <pc:docMk/>
            <pc:sldMk cId="3141169091" sldId="269"/>
            <ac:spMk id="9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51.250" v="315" actId="20577"/>
          <ac:spMkLst>
            <pc:docMk/>
            <pc:sldMk cId="3141169091" sldId="269"/>
            <ac:spMk id="10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47.390" v="312" actId="20577"/>
          <ac:spMkLst>
            <pc:docMk/>
            <pc:sldMk cId="3141169091" sldId="269"/>
            <ac:spMk id="10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44.187" v="309" actId="20577"/>
          <ac:spMkLst>
            <pc:docMk/>
            <pc:sldMk cId="3141169091" sldId="269"/>
            <ac:spMk id="10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4:29.125" v="295" actId="20577"/>
          <ac:spMkLst>
            <pc:docMk/>
            <pc:sldMk cId="3141169091" sldId="269"/>
            <ac:spMk id="10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13D5F2B-2902-C4C3-FA3B-68F63978EF9F}" dt="2020-02-14T15:25:14.422" v="331" actId="20577"/>
          <ac:spMkLst>
            <pc:docMk/>
            <pc:sldMk cId="3141169091" sldId="269"/>
            <ac:spMk id="110" creationId="{00000000-0000-0000-0000-000000000000}"/>
          </ac:spMkLst>
        </pc:spChg>
        <pc:cxnChg chg="mod">
          <ac:chgData name="Reynolds, Matthew" userId="S::matthew.reynolds@yale.edu::2b490455-b4e6-4f98-8ada-f0fd89e17c13" providerId="AD" clId="Web-{013D5F2B-2902-C4C3-FA3B-68F63978EF9F}" dt="2020-02-14T15:18:01.326" v="192" actId="14100"/>
          <ac:cxnSpMkLst>
            <pc:docMk/>
            <pc:sldMk cId="3141169091" sldId="269"/>
            <ac:cxnSpMk id="2" creationId="{C84C6623-3CD2-4192-BDF5-42D4BC37DCFD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5:21:45.140" v="243" actId="14100"/>
          <ac:cxnSpMkLst>
            <pc:docMk/>
            <pc:sldMk cId="3141169091" sldId="269"/>
            <ac:cxnSpMk id="3" creationId="{82B12744-ABE9-4DC1-811E-4490871FF23B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5:19:09.436" v="214" actId="1076"/>
          <ac:cxnSpMkLst>
            <pc:docMk/>
            <pc:sldMk cId="3141169091" sldId="269"/>
            <ac:cxnSpMk id="4" creationId="{A25FF418-FF5A-48A6-9069-03EB30C8C67D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4:51:34.993" v="10" actId="1076"/>
          <ac:cxnSpMkLst>
            <pc:docMk/>
            <pc:sldMk cId="3141169091" sldId="269"/>
            <ac:cxnSpMk id="18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5:22:45.530" v="256" actId="1076"/>
          <ac:cxnSpMkLst>
            <pc:docMk/>
            <pc:sldMk cId="3141169091" sldId="269"/>
            <ac:cxnSpMk id="21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4:56:56.853" v="130" actId="1076"/>
          <ac:cxnSpMkLst>
            <pc:docMk/>
            <pc:sldMk cId="3141169091" sldId="269"/>
            <ac:cxnSpMk id="25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5:18:48.576" v="209" actId="14100"/>
          <ac:cxnSpMkLst>
            <pc:docMk/>
            <pc:sldMk cId="3141169091" sldId="269"/>
            <ac:cxnSpMk id="41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13D5F2B-2902-C4C3-FA3B-68F63978EF9F}" dt="2020-02-14T15:19:24.889" v="220" actId="14100"/>
          <ac:cxnSpMkLst>
            <pc:docMk/>
            <pc:sldMk cId="3141169091" sldId="269"/>
            <ac:cxnSpMk id="42" creationId="{00000000-0000-0000-0000-000000000000}"/>
          </ac:cxnSpMkLst>
        </pc:cxnChg>
      </pc:sldChg>
    </pc:docChg>
  </pc:docChgLst>
  <pc:docChgLst>
    <pc:chgData name="Reynolds, Matthew" userId="S::matthew.reynolds@yale.edu::2b490455-b4e6-4f98-8ada-f0fd89e17c13" providerId="AD" clId="Web-{767F9997-8BEB-2221-99AB-8B585CB3EB6A}"/>
    <pc:docChg chg="addSld delSld modSld">
      <pc:chgData name="Reynolds, Matthew" userId="S::matthew.reynolds@yale.edu::2b490455-b4e6-4f98-8ada-f0fd89e17c13" providerId="AD" clId="Web-{767F9997-8BEB-2221-99AB-8B585CB3EB6A}" dt="2020-02-20T16:27:01.531" v="36"/>
      <pc:docMkLst>
        <pc:docMk/>
      </pc:docMkLst>
      <pc:sldChg chg="modSp">
        <pc:chgData name="Reynolds, Matthew" userId="S::matthew.reynolds@yale.edu::2b490455-b4e6-4f98-8ada-f0fd89e17c13" providerId="AD" clId="Web-{767F9997-8BEB-2221-99AB-8B585CB3EB6A}" dt="2020-02-20T16:25:12.186" v="9"/>
        <pc:sldMkLst>
          <pc:docMk/>
          <pc:sldMk cId="4145374485" sldId="289"/>
        </pc:sldMkLst>
        <pc:spChg chg="mod">
          <ac:chgData name="Reynolds, Matthew" userId="S::matthew.reynolds@yale.edu::2b490455-b4e6-4f98-8ada-f0fd89e17c13" providerId="AD" clId="Web-{767F9997-8BEB-2221-99AB-8B585CB3EB6A}" dt="2020-02-20T16:24:50.358" v="3" actId="20577"/>
          <ac:spMkLst>
            <pc:docMk/>
            <pc:sldMk cId="4145374485" sldId="289"/>
            <ac:spMk id="13" creationId="{E1230DDF-4FEB-47E7-B4AA-6AAA305403A4}"/>
          </ac:spMkLst>
        </pc:spChg>
        <pc:spChg chg="mod">
          <ac:chgData name="Reynolds, Matthew" userId="S::matthew.reynolds@yale.edu::2b490455-b4e6-4f98-8ada-f0fd89e17c13" providerId="AD" clId="Web-{767F9997-8BEB-2221-99AB-8B585CB3EB6A}" dt="2020-02-20T16:24:45.295" v="0" actId="20577"/>
          <ac:spMkLst>
            <pc:docMk/>
            <pc:sldMk cId="4145374485" sldId="289"/>
            <ac:spMk id="14" creationId="{0B2F4997-2DB0-4F18-A998-A3EB4B01D45F}"/>
          </ac:spMkLst>
        </pc:spChg>
        <pc:spChg chg="mod">
          <ac:chgData name="Reynolds, Matthew" userId="S::matthew.reynolds@yale.edu::2b490455-b4e6-4f98-8ada-f0fd89e17c13" providerId="AD" clId="Web-{767F9997-8BEB-2221-99AB-8B585CB3EB6A}" dt="2020-02-20T16:25:03.499" v="7"/>
          <ac:spMkLst>
            <pc:docMk/>
            <pc:sldMk cId="4145374485" sldId="289"/>
            <ac:spMk id="17" creationId="{AC3BDA2E-485F-4273-967E-F9C468910650}"/>
          </ac:spMkLst>
        </pc:spChg>
        <pc:cxnChg chg="mod">
          <ac:chgData name="Reynolds, Matthew" userId="S::matthew.reynolds@yale.edu::2b490455-b4e6-4f98-8ada-f0fd89e17c13" providerId="AD" clId="Web-{767F9997-8BEB-2221-99AB-8B585CB3EB6A}" dt="2020-02-20T16:25:09.171" v="8"/>
          <ac:cxnSpMkLst>
            <pc:docMk/>
            <pc:sldMk cId="4145374485" sldId="289"/>
            <ac:cxnSpMk id="15" creationId="{822CBECA-B099-4CDD-B73F-E90AEE32DD9A}"/>
          </ac:cxnSpMkLst>
        </pc:cxnChg>
        <pc:cxnChg chg="mod">
          <ac:chgData name="Reynolds, Matthew" userId="S::matthew.reynolds@yale.edu::2b490455-b4e6-4f98-8ada-f0fd89e17c13" providerId="AD" clId="Web-{767F9997-8BEB-2221-99AB-8B585CB3EB6A}" dt="2020-02-20T16:25:12.186" v="9"/>
          <ac:cxnSpMkLst>
            <pc:docMk/>
            <pc:sldMk cId="4145374485" sldId="289"/>
            <ac:cxnSpMk id="16" creationId="{639A2327-E3A6-4B6D-887D-6B06F8F4D052}"/>
          </ac:cxnSpMkLst>
        </pc:cxnChg>
      </pc:sldChg>
      <pc:sldChg chg="addSp delSp modSp addAnim delAnim">
        <pc:chgData name="Reynolds, Matthew" userId="S::matthew.reynolds@yale.edu::2b490455-b4e6-4f98-8ada-f0fd89e17c13" providerId="AD" clId="Web-{767F9997-8BEB-2221-99AB-8B585CB3EB6A}" dt="2020-02-20T16:26:46.500" v="35"/>
        <pc:sldMkLst>
          <pc:docMk/>
          <pc:sldMk cId="86509749" sldId="290"/>
        </pc:sldMkLst>
        <pc:spChg chg="add">
          <ac:chgData name="Reynolds, Matthew" userId="S::matthew.reynolds@yale.edu::2b490455-b4e6-4f98-8ada-f0fd89e17c13" providerId="AD" clId="Web-{767F9997-8BEB-2221-99AB-8B585CB3EB6A}" dt="2020-02-20T16:25:37.905" v="19"/>
          <ac:spMkLst>
            <pc:docMk/>
            <pc:sldMk cId="86509749" sldId="290"/>
            <ac:spMk id="2" creationId="{461D0151-6095-42D9-9A3A-CAC65E140AD6}"/>
          </ac:spMkLst>
        </pc:spChg>
        <pc:spChg chg="add">
          <ac:chgData name="Reynolds, Matthew" userId="S::matthew.reynolds@yale.edu::2b490455-b4e6-4f98-8ada-f0fd89e17c13" providerId="AD" clId="Web-{767F9997-8BEB-2221-99AB-8B585CB3EB6A}" dt="2020-02-20T16:25:37.952" v="20"/>
          <ac:spMkLst>
            <pc:docMk/>
            <pc:sldMk cId="86509749" sldId="290"/>
            <ac:spMk id="3" creationId="{BBFEE476-F7A0-46EE-90C2-C1DB5A495D5A}"/>
          </ac:spMkLst>
        </pc:spChg>
        <pc:spChg chg="add">
          <ac:chgData name="Reynolds, Matthew" userId="S::matthew.reynolds@yale.edu::2b490455-b4e6-4f98-8ada-f0fd89e17c13" providerId="AD" clId="Web-{767F9997-8BEB-2221-99AB-8B585CB3EB6A}" dt="2020-02-20T16:25:38.030" v="23"/>
          <ac:spMkLst>
            <pc:docMk/>
            <pc:sldMk cId="86509749" sldId="290"/>
            <ac:spMk id="7" creationId="{457282D4-1344-4BC3-807D-3E13EAA46228}"/>
          </ac:spMkLst>
        </pc:spChg>
        <pc:spChg chg="del mod">
          <ac:chgData name="Reynolds, Matthew" userId="S::matthew.reynolds@yale.edu::2b490455-b4e6-4f98-8ada-f0fd89e17c13" providerId="AD" clId="Web-{767F9997-8BEB-2221-99AB-8B585CB3EB6A}" dt="2020-02-20T16:25:37.265" v="18"/>
          <ac:spMkLst>
            <pc:docMk/>
            <pc:sldMk cId="86509749" sldId="290"/>
            <ac:spMk id="13" creationId="{E1230DDF-4FEB-47E7-B4AA-6AAA305403A4}"/>
          </ac:spMkLst>
        </pc:spChg>
        <pc:spChg chg="del">
          <ac:chgData name="Reynolds, Matthew" userId="S::matthew.reynolds@yale.edu::2b490455-b4e6-4f98-8ada-f0fd89e17c13" providerId="AD" clId="Web-{767F9997-8BEB-2221-99AB-8B585CB3EB6A}" dt="2020-02-20T16:25:31.218" v="12"/>
          <ac:spMkLst>
            <pc:docMk/>
            <pc:sldMk cId="86509749" sldId="290"/>
            <ac:spMk id="14" creationId="{0B2F4997-2DB0-4F18-A998-A3EB4B01D45F}"/>
          </ac:spMkLst>
        </pc:spChg>
        <pc:spChg chg="del">
          <ac:chgData name="Reynolds, Matthew" userId="S::matthew.reynolds@yale.edu::2b490455-b4e6-4f98-8ada-f0fd89e17c13" providerId="AD" clId="Web-{767F9997-8BEB-2221-99AB-8B585CB3EB6A}" dt="2020-02-20T16:25:26.999" v="10"/>
          <ac:spMkLst>
            <pc:docMk/>
            <pc:sldMk cId="86509749" sldId="290"/>
            <ac:spMk id="17" creationId="{AC3BDA2E-485F-4273-967E-F9C468910650}"/>
          </ac:spMkLst>
        </pc:spChg>
        <pc:spChg chg="mod">
          <ac:chgData name="Reynolds, Matthew" userId="S::matthew.reynolds@yale.edu::2b490455-b4e6-4f98-8ada-f0fd89e17c13" providerId="AD" clId="Web-{767F9997-8BEB-2221-99AB-8B585CB3EB6A}" dt="2020-02-20T16:26:03.109" v="25" actId="20577"/>
          <ac:spMkLst>
            <pc:docMk/>
            <pc:sldMk cId="86509749" sldId="290"/>
            <ac:spMk id="27" creationId="{6B6287AB-4FCC-499A-A231-63443B55FF82}"/>
          </ac:spMkLst>
        </pc:spChg>
        <pc:spChg chg="mod">
          <ac:chgData name="Reynolds, Matthew" userId="S::matthew.reynolds@yale.edu::2b490455-b4e6-4f98-8ada-f0fd89e17c13" providerId="AD" clId="Web-{767F9997-8BEB-2221-99AB-8B585CB3EB6A}" dt="2020-02-20T16:26:06.265" v="28" actId="20577"/>
          <ac:spMkLst>
            <pc:docMk/>
            <pc:sldMk cId="86509749" sldId="290"/>
            <ac:spMk id="28" creationId="{9B01F19D-FFB3-4CF8-945E-17E78CFF9235}"/>
          </ac:spMkLst>
        </pc:spChg>
        <pc:spChg chg="mod">
          <ac:chgData name="Reynolds, Matthew" userId="S::matthew.reynolds@yale.edu::2b490455-b4e6-4f98-8ada-f0fd89e17c13" providerId="AD" clId="Web-{767F9997-8BEB-2221-99AB-8B585CB3EB6A}" dt="2020-02-20T16:26:46.500" v="35"/>
          <ac:spMkLst>
            <pc:docMk/>
            <pc:sldMk cId="86509749" sldId="290"/>
            <ac:spMk id="29" creationId="{1F405A42-E726-4B85-8986-3BC1575CC5E4}"/>
          </ac:spMkLst>
        </pc:spChg>
        <pc:spChg chg="del">
          <ac:chgData name="Reynolds, Matthew" userId="S::matthew.reynolds@yale.edu::2b490455-b4e6-4f98-8ada-f0fd89e17c13" providerId="AD" clId="Web-{767F9997-8BEB-2221-99AB-8B585CB3EB6A}" dt="2020-02-20T16:25:28.702" v="11"/>
          <ac:spMkLst>
            <pc:docMk/>
            <pc:sldMk cId="86509749" sldId="290"/>
            <ac:spMk id="72" creationId="{9C96A383-4942-4261-AE25-13BAC8F921C6}"/>
          </ac:spMkLst>
        </pc:spChg>
        <pc:cxnChg chg="add">
          <ac:chgData name="Reynolds, Matthew" userId="S::matthew.reynolds@yale.edu::2b490455-b4e6-4f98-8ada-f0fd89e17c13" providerId="AD" clId="Web-{767F9997-8BEB-2221-99AB-8B585CB3EB6A}" dt="2020-02-20T16:25:37.983" v="21"/>
          <ac:cxnSpMkLst>
            <pc:docMk/>
            <pc:sldMk cId="86509749" sldId="290"/>
            <ac:cxnSpMk id="4" creationId="{A07E70E6-44C6-4CA4-8A31-71FBEDBB6E87}"/>
          </ac:cxnSpMkLst>
        </pc:cxnChg>
        <pc:cxnChg chg="add">
          <ac:chgData name="Reynolds, Matthew" userId="S::matthew.reynolds@yale.edu::2b490455-b4e6-4f98-8ada-f0fd89e17c13" providerId="AD" clId="Web-{767F9997-8BEB-2221-99AB-8B585CB3EB6A}" dt="2020-02-20T16:25:37.999" v="22"/>
          <ac:cxnSpMkLst>
            <pc:docMk/>
            <pc:sldMk cId="86509749" sldId="290"/>
            <ac:cxnSpMk id="6" creationId="{D7C5EAC6-07EB-47DA-8A5C-1071FCC3B34B}"/>
          </ac:cxnSpMkLst>
        </pc:cxnChg>
        <pc:cxnChg chg="del">
          <ac:chgData name="Reynolds, Matthew" userId="S::matthew.reynolds@yale.edu::2b490455-b4e6-4f98-8ada-f0fd89e17c13" providerId="AD" clId="Web-{767F9997-8BEB-2221-99AB-8B585CB3EB6A}" dt="2020-02-20T16:25:32.077" v="13"/>
          <ac:cxnSpMkLst>
            <pc:docMk/>
            <pc:sldMk cId="86509749" sldId="290"/>
            <ac:cxnSpMk id="15" creationId="{822CBECA-B099-4CDD-B73F-E90AEE32DD9A}"/>
          </ac:cxnSpMkLst>
        </pc:cxnChg>
        <pc:cxnChg chg="del">
          <ac:chgData name="Reynolds, Matthew" userId="S::matthew.reynolds@yale.edu::2b490455-b4e6-4f98-8ada-f0fd89e17c13" providerId="AD" clId="Web-{767F9997-8BEB-2221-99AB-8B585CB3EB6A}" dt="2020-02-20T16:25:33.671" v="14"/>
          <ac:cxnSpMkLst>
            <pc:docMk/>
            <pc:sldMk cId="86509749" sldId="290"/>
            <ac:cxnSpMk id="16" creationId="{639A2327-E3A6-4B6D-887D-6B06F8F4D052}"/>
          </ac:cxnSpMkLst>
        </pc:cxnChg>
        <pc:cxnChg chg="mod">
          <ac:chgData name="Reynolds, Matthew" userId="S::matthew.reynolds@yale.edu::2b490455-b4e6-4f98-8ada-f0fd89e17c13" providerId="AD" clId="Web-{767F9997-8BEB-2221-99AB-8B585CB3EB6A}" dt="2020-02-20T16:26:26.828" v="31"/>
          <ac:cxnSpMkLst>
            <pc:docMk/>
            <pc:sldMk cId="86509749" sldId="290"/>
            <ac:cxnSpMk id="26" creationId="{5214699B-3877-4ED6-A857-5BC3EFD319F5}"/>
          </ac:cxnSpMkLst>
        </pc:cxnChg>
        <pc:cxnChg chg="mod">
          <ac:chgData name="Reynolds, Matthew" userId="S::matthew.reynolds@yale.edu::2b490455-b4e6-4f98-8ada-f0fd89e17c13" providerId="AD" clId="Web-{767F9997-8BEB-2221-99AB-8B585CB3EB6A}" dt="2020-02-20T16:26:36.734" v="32"/>
          <ac:cxnSpMkLst>
            <pc:docMk/>
            <pc:sldMk cId="86509749" sldId="290"/>
            <ac:cxnSpMk id="31" creationId="{71BB87F0-0ED0-4022-90DC-1D72250C9E81}"/>
          </ac:cxnSpMkLst>
        </pc:cxnChg>
      </pc:sldChg>
      <pc:sldChg chg="add del replId">
        <pc:chgData name="Reynolds, Matthew" userId="S::matthew.reynolds@yale.edu::2b490455-b4e6-4f98-8ada-f0fd89e17c13" providerId="AD" clId="Web-{767F9997-8BEB-2221-99AB-8B585CB3EB6A}" dt="2020-02-20T16:27:01.531" v="36"/>
        <pc:sldMkLst>
          <pc:docMk/>
          <pc:sldMk cId="3433251921" sldId="292"/>
        </pc:sldMkLst>
      </pc:sldChg>
    </pc:docChg>
  </pc:docChgLst>
  <pc:docChgLst>
    <pc:chgData name="Reynolds, Matthew" userId="S::matthew.reynolds@yale.edu::2b490455-b4e6-4f98-8ada-f0fd89e17c13" providerId="AD" clId="Web-{3ED3853A-B905-9E0E-EFFB-4557D83D3995}"/>
    <pc:docChg chg="modSld">
      <pc:chgData name="Reynolds, Matthew" userId="S::matthew.reynolds@yale.edu::2b490455-b4e6-4f98-8ada-f0fd89e17c13" providerId="AD" clId="Web-{3ED3853A-B905-9E0E-EFFB-4557D83D3995}" dt="2020-02-17T19:04:48.052" v="5" actId="20577"/>
      <pc:docMkLst>
        <pc:docMk/>
      </pc:docMkLst>
      <pc:sldChg chg="modSp">
        <pc:chgData name="Reynolds, Matthew" userId="S::matthew.reynolds@yale.edu::2b490455-b4e6-4f98-8ada-f0fd89e17c13" providerId="AD" clId="Web-{3ED3853A-B905-9E0E-EFFB-4557D83D3995}" dt="2020-02-17T18:55:42.299" v="2" actId="20577"/>
        <pc:sldMkLst>
          <pc:docMk/>
          <pc:sldMk cId="2792795059" sldId="272"/>
        </pc:sldMkLst>
        <pc:spChg chg="mod">
          <ac:chgData name="Reynolds, Matthew" userId="S::matthew.reynolds@yale.edu::2b490455-b4e6-4f98-8ada-f0fd89e17c13" providerId="AD" clId="Web-{3ED3853A-B905-9E0E-EFFB-4557D83D3995}" dt="2020-02-17T18:55:42.299" v="2" actId="20577"/>
          <ac:spMkLst>
            <pc:docMk/>
            <pc:sldMk cId="2792795059" sldId="272"/>
            <ac:spMk id="109" creationId="{00000000-0000-0000-0000-000000000000}"/>
          </ac:spMkLst>
        </pc:spChg>
      </pc:sldChg>
      <pc:sldChg chg="modSp">
        <pc:chgData name="Reynolds, Matthew" userId="S::matthew.reynolds@yale.edu::2b490455-b4e6-4f98-8ada-f0fd89e17c13" providerId="AD" clId="Web-{3ED3853A-B905-9E0E-EFFB-4557D83D3995}" dt="2020-02-17T19:04:48.052" v="5" actId="20577"/>
        <pc:sldMkLst>
          <pc:docMk/>
          <pc:sldMk cId="4277010567" sldId="279"/>
        </pc:sldMkLst>
        <pc:spChg chg="mod">
          <ac:chgData name="Reynolds, Matthew" userId="S::matthew.reynolds@yale.edu::2b490455-b4e6-4f98-8ada-f0fd89e17c13" providerId="AD" clId="Web-{3ED3853A-B905-9E0E-EFFB-4557D83D3995}" dt="2020-02-17T19:04:48.052" v="5" actId="20577"/>
          <ac:spMkLst>
            <pc:docMk/>
            <pc:sldMk cId="4277010567" sldId="279"/>
            <ac:spMk id="72" creationId="{9C96A383-4942-4261-AE25-13BAC8F921C6}"/>
          </ac:spMkLst>
        </pc:spChg>
      </pc:sldChg>
    </pc:docChg>
  </pc:docChgLst>
  <pc:docChgLst>
    <pc:chgData name="Antle, Rick" userId="S::rick.antle@yale.edu::c2afbbd2-30e4-4c8e-8af5-81913178ace3" providerId="AD" clId="Web-{752BFEA4-69F6-B665-3F2D-D30049E7BBBB}"/>
    <pc:docChg chg="modSld">
      <pc:chgData name="Antle, Rick" userId="S::rick.antle@yale.edu::c2afbbd2-30e4-4c8e-8af5-81913178ace3" providerId="AD" clId="Web-{752BFEA4-69F6-B665-3F2D-D30049E7BBBB}" dt="2020-02-20T19:32:08.379" v="10" actId="1076"/>
      <pc:docMkLst>
        <pc:docMk/>
      </pc:docMkLst>
      <pc:sldChg chg="modSp">
        <pc:chgData name="Antle, Rick" userId="S::rick.antle@yale.edu::c2afbbd2-30e4-4c8e-8af5-81913178ace3" providerId="AD" clId="Web-{752BFEA4-69F6-B665-3F2D-D30049E7BBBB}" dt="2020-02-20T19:31:01.658" v="4" actId="1076"/>
        <pc:sldMkLst>
          <pc:docMk/>
          <pc:sldMk cId="595522535" sldId="270"/>
        </pc:sldMkLst>
        <pc:spChg chg="mod">
          <ac:chgData name="Antle, Rick" userId="S::rick.antle@yale.edu::c2afbbd2-30e4-4c8e-8af5-81913178ace3" providerId="AD" clId="Web-{752BFEA4-69F6-B665-3F2D-D30049E7BBBB}" dt="2020-02-20T19:31:01.658" v="4" actId="1076"/>
          <ac:spMkLst>
            <pc:docMk/>
            <pc:sldMk cId="595522535" sldId="270"/>
            <ac:spMk id="2" creationId="{8C11C10B-9FD3-4BB7-A01F-AB94159D023F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0:49.954" v="1" actId="1076"/>
        <pc:sldMkLst>
          <pc:docMk/>
          <pc:sldMk cId="3264022524" sldId="273"/>
        </pc:sldMkLst>
        <pc:spChg chg="mod">
          <ac:chgData name="Antle, Rick" userId="S::rick.antle@yale.edu::c2afbbd2-30e4-4c8e-8af5-81913178ace3" providerId="AD" clId="Web-{752BFEA4-69F6-B665-3F2D-D30049E7BBBB}" dt="2020-02-20T19:30:49.954" v="1" actId="1076"/>
          <ac:spMkLst>
            <pc:docMk/>
            <pc:sldMk cId="3264022524" sldId="273"/>
            <ac:spMk id="2" creationId="{40120246-3B0D-4A21-8033-DD454A53C337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2:08.379" v="10" actId="1076"/>
        <pc:sldMkLst>
          <pc:docMk/>
          <pc:sldMk cId="132203643" sldId="286"/>
        </pc:sldMkLst>
        <pc:spChg chg="mod">
          <ac:chgData name="Antle, Rick" userId="S::rick.antle@yale.edu::c2afbbd2-30e4-4c8e-8af5-81913178ace3" providerId="AD" clId="Web-{752BFEA4-69F6-B665-3F2D-D30049E7BBBB}" dt="2020-02-20T19:32:08.379" v="10" actId="1076"/>
          <ac:spMkLst>
            <pc:docMk/>
            <pc:sldMk cId="132203643" sldId="286"/>
            <ac:spMk id="8" creationId="{F10F7286-4519-4B8D-A619-23EBCF0F210F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1:24.986" v="6" actId="1076"/>
        <pc:sldMkLst>
          <pc:docMk/>
          <pc:sldMk cId="798224240" sldId="287"/>
        </pc:sldMkLst>
        <pc:spChg chg="mod">
          <ac:chgData name="Antle, Rick" userId="S::rick.antle@yale.edu::c2afbbd2-30e4-4c8e-8af5-81913178ace3" providerId="AD" clId="Web-{752BFEA4-69F6-B665-3F2D-D30049E7BBBB}" dt="2020-02-20T19:31:24.986" v="6" actId="1076"/>
          <ac:spMkLst>
            <pc:docMk/>
            <pc:sldMk cId="798224240" sldId="287"/>
            <ac:spMk id="13" creationId="{D09F879E-FDAD-4FAC-BCCB-2366A676C584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1:32.299" v="7" actId="1076"/>
        <pc:sldMkLst>
          <pc:docMk/>
          <pc:sldMk cId="1611691824" sldId="288"/>
        </pc:sldMkLst>
        <pc:spChg chg="mod">
          <ac:chgData name="Antle, Rick" userId="S::rick.antle@yale.edu::c2afbbd2-30e4-4c8e-8af5-81913178ace3" providerId="AD" clId="Web-{752BFEA4-69F6-B665-3F2D-D30049E7BBBB}" dt="2020-02-20T19:31:32.299" v="7" actId="1076"/>
          <ac:spMkLst>
            <pc:docMk/>
            <pc:sldMk cId="1611691824" sldId="288"/>
            <ac:spMk id="19" creationId="{1DB978E7-58CD-4A62-97B6-2AEFBF0A66A2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1:43.315" v="8" actId="1076"/>
        <pc:sldMkLst>
          <pc:docMk/>
          <pc:sldMk cId="4145374485" sldId="289"/>
        </pc:sldMkLst>
        <pc:spChg chg="mod">
          <ac:chgData name="Antle, Rick" userId="S::rick.antle@yale.edu::c2afbbd2-30e4-4c8e-8af5-81913178ace3" providerId="AD" clId="Web-{752BFEA4-69F6-B665-3F2D-D30049E7BBBB}" dt="2020-02-20T19:31:43.315" v="8" actId="1076"/>
          <ac:spMkLst>
            <pc:docMk/>
            <pc:sldMk cId="4145374485" sldId="289"/>
            <ac:spMk id="35" creationId="{A42C2EE9-43E0-4CC2-8F04-B3F8A01A5E68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0:42.454" v="0" actId="1076"/>
        <pc:sldMkLst>
          <pc:docMk/>
          <pc:sldMk cId="86509749" sldId="290"/>
        </pc:sldMkLst>
        <pc:spChg chg="mod">
          <ac:chgData name="Antle, Rick" userId="S::rick.antle@yale.edu::c2afbbd2-30e4-4c8e-8af5-81913178ace3" providerId="AD" clId="Web-{752BFEA4-69F6-B665-3F2D-D30049E7BBBB}" dt="2020-02-20T19:30:42.454" v="0" actId="1076"/>
          <ac:spMkLst>
            <pc:docMk/>
            <pc:sldMk cId="86509749" sldId="290"/>
            <ac:spMk id="44" creationId="{0E9A1D84-BFE9-4D02-AC53-E7B1CE87A179}"/>
          </ac:spMkLst>
        </pc:spChg>
      </pc:sldChg>
      <pc:sldChg chg="modSp">
        <pc:chgData name="Antle, Rick" userId="S::rick.antle@yale.edu::c2afbbd2-30e4-4c8e-8af5-81913178ace3" providerId="AD" clId="Web-{752BFEA4-69F6-B665-3F2D-D30049E7BBBB}" dt="2020-02-20T19:31:54.441" v="9" actId="1076"/>
        <pc:sldMkLst>
          <pc:docMk/>
          <pc:sldMk cId="4062712377" sldId="291"/>
        </pc:sldMkLst>
        <pc:spChg chg="mod">
          <ac:chgData name="Antle, Rick" userId="S::rick.antle@yale.edu::c2afbbd2-30e4-4c8e-8af5-81913178ace3" providerId="AD" clId="Web-{752BFEA4-69F6-B665-3F2D-D30049E7BBBB}" dt="2020-02-20T19:31:54.441" v="9" actId="1076"/>
          <ac:spMkLst>
            <pc:docMk/>
            <pc:sldMk cId="4062712377" sldId="291"/>
            <ac:spMk id="44" creationId="{0E9A1D84-BFE9-4D02-AC53-E7B1CE87A179}"/>
          </ac:spMkLst>
        </pc:spChg>
      </pc:sldChg>
    </pc:docChg>
  </pc:docChgLst>
  <pc:docChgLst>
    <pc:chgData name="Reynolds, Matthew" userId="S::matthew.reynolds@yale.edu::2b490455-b4e6-4f98-8ada-f0fd89e17c13" providerId="AD" clId="Web-{E7632FDE-BFA4-396D-9DFE-14C5334F085C}"/>
    <pc:docChg chg="modSld">
      <pc:chgData name="Reynolds, Matthew" userId="S::matthew.reynolds@yale.edu::2b490455-b4e6-4f98-8ada-f0fd89e17c13" providerId="AD" clId="Web-{E7632FDE-BFA4-396D-9DFE-14C5334F085C}" dt="2020-02-14T14:44:21.920" v="381" actId="14100"/>
      <pc:docMkLst>
        <pc:docMk/>
      </pc:docMkLst>
      <pc:sldChg chg="modSp">
        <pc:chgData name="Reynolds, Matthew" userId="S::matthew.reynolds@yale.edu::2b490455-b4e6-4f98-8ada-f0fd89e17c13" providerId="AD" clId="Web-{E7632FDE-BFA4-396D-9DFE-14C5334F085C}" dt="2020-02-14T14:44:21.920" v="381" actId="14100"/>
        <pc:sldMkLst>
          <pc:docMk/>
          <pc:sldMk cId="771280463" sldId="257"/>
        </pc:sldMkLst>
        <pc:spChg chg="mod">
          <ac:chgData name="Reynolds, Matthew" userId="S::matthew.reynolds@yale.edu::2b490455-b4e6-4f98-8ada-f0fd89e17c13" providerId="AD" clId="Web-{E7632FDE-BFA4-396D-9DFE-14C5334F085C}" dt="2020-02-14T14:42:23.540" v="378" actId="1076"/>
          <ac:spMkLst>
            <pc:docMk/>
            <pc:sldMk cId="771280463" sldId="257"/>
            <ac:spMk id="71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4:21.920" v="381" actId="14100"/>
          <ac:spMkLst>
            <pc:docMk/>
            <pc:sldMk cId="771280463" sldId="257"/>
            <ac:spMk id="7193" creationId="{00000000-0000-0000-0000-000000000000}"/>
          </ac:spMkLst>
        </pc:spChg>
        <pc:grpChg chg="mod">
          <ac:chgData name="Reynolds, Matthew" userId="S::matthew.reynolds@yale.edu::2b490455-b4e6-4f98-8ada-f0fd89e17c13" providerId="AD" clId="Web-{E7632FDE-BFA4-396D-9DFE-14C5334F085C}" dt="2020-02-14T14:43:54.059" v="379" actId="1076"/>
          <ac:grpSpMkLst>
            <pc:docMk/>
            <pc:sldMk cId="771280463" sldId="257"/>
            <ac:grpSpMk id="2" creationId="{00000000-0000-0000-0000-000000000000}"/>
          </ac:grpSpMkLst>
        </pc:grpChg>
      </pc:sldChg>
      <pc:sldChg chg="addSp modSp addAnim">
        <pc:chgData name="Reynolds, Matthew" userId="S::matthew.reynolds@yale.edu::2b490455-b4e6-4f98-8ada-f0fd89e17c13" providerId="AD" clId="Web-{E7632FDE-BFA4-396D-9DFE-14C5334F085C}" dt="2020-02-14T14:42:15.118" v="377" actId="1076"/>
        <pc:sldMkLst>
          <pc:docMk/>
          <pc:sldMk cId="3141169091" sldId="269"/>
        </pc:sldMkLst>
        <pc:spChg chg="mod">
          <ac:chgData name="Reynolds, Matthew" userId="S::matthew.reynolds@yale.edu::2b490455-b4e6-4f98-8ada-f0fd89e17c13" providerId="AD" clId="Web-{E7632FDE-BFA4-396D-9DFE-14C5334F085C}" dt="2020-02-14T14:39:08.457" v="339" actId="1076"/>
          <ac:spMkLst>
            <pc:docMk/>
            <pc:sldMk cId="3141169091" sldId="269"/>
            <ac:spMk id="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8:38.781" v="331" actId="1076"/>
          <ac:spMkLst>
            <pc:docMk/>
            <pc:sldMk cId="3141169091" sldId="269"/>
            <ac:spMk id="1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26.804" v="369" actId="1076"/>
          <ac:spMkLst>
            <pc:docMk/>
            <pc:sldMk cId="3141169091" sldId="269"/>
            <ac:spMk id="1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5:20.680" v="287" actId="1076"/>
          <ac:spMkLst>
            <pc:docMk/>
            <pc:sldMk cId="3141169091" sldId="269"/>
            <ac:spMk id="1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9:22.142" v="343" actId="1076"/>
          <ac:spMkLst>
            <pc:docMk/>
            <pc:sldMk cId="3141169091" sldId="269"/>
            <ac:spMk id="1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0:15.848" v="354" actId="1076"/>
          <ac:spMkLst>
            <pc:docMk/>
            <pc:sldMk cId="3141169091" sldId="269"/>
            <ac:spMk id="1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5:27.821" v="290" actId="1076"/>
          <ac:spMkLst>
            <pc:docMk/>
            <pc:sldMk cId="3141169091" sldId="269"/>
            <ac:spMk id="1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8:34.484" v="330" actId="1076"/>
          <ac:spMkLst>
            <pc:docMk/>
            <pc:sldMk cId="3141169091" sldId="269"/>
            <ac:spMk id="1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29.850" v="370" actId="1076"/>
          <ac:spMkLst>
            <pc:docMk/>
            <pc:sldMk cId="3141169091" sldId="269"/>
            <ac:spMk id="6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7:44.264" v="322" actId="1076"/>
          <ac:spMkLst>
            <pc:docMk/>
            <pc:sldMk cId="3141169091" sldId="269"/>
            <ac:spMk id="7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9:35.784" v="346" actId="1076"/>
          <ac:spMkLst>
            <pc:docMk/>
            <pc:sldMk cId="3141169091" sldId="269"/>
            <ac:spMk id="7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5:09.461" v="285" actId="1076"/>
          <ac:spMkLst>
            <pc:docMk/>
            <pc:sldMk cId="3141169091" sldId="269"/>
            <ac:spMk id="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6:27.573" v="302" actId="1076"/>
          <ac:spMkLst>
            <pc:docMk/>
            <pc:sldMk cId="3141169091" sldId="269"/>
            <ac:spMk id="8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07.818" v="368" actId="688"/>
          <ac:spMkLst>
            <pc:docMk/>
            <pc:sldMk cId="3141169091" sldId="269"/>
            <ac:spMk id="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50.429" v="373" actId="1076"/>
          <ac:spMkLst>
            <pc:docMk/>
            <pc:sldMk cId="3141169091" sldId="269"/>
            <ac:spMk id="8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2:15.118" v="377" actId="1076"/>
          <ac:spMkLst>
            <pc:docMk/>
            <pc:sldMk cId="3141169091" sldId="269"/>
            <ac:spMk id="9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4:47.571" v="280" actId="1076"/>
          <ac:spMkLst>
            <pc:docMk/>
            <pc:sldMk cId="3141169091" sldId="269"/>
            <ac:spMk id="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38.382" v="371" actId="1076"/>
          <ac:spMkLst>
            <pc:docMk/>
            <pc:sldMk cId="3141169091" sldId="269"/>
            <ac:spMk id="9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7:29.138" v="318" actId="1076"/>
          <ac:spMkLst>
            <pc:docMk/>
            <pc:sldMk cId="3141169091" sldId="269"/>
            <ac:spMk id="9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6:22.651" v="301" actId="1076"/>
          <ac:spMkLst>
            <pc:docMk/>
            <pc:sldMk cId="3141169091" sldId="269"/>
            <ac:spMk id="9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4:58.351" v="283" actId="1076"/>
          <ac:spMkLst>
            <pc:docMk/>
            <pc:sldMk cId="3141169091" sldId="269"/>
            <ac:spMk id="97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7:39.795" v="321" actId="1076"/>
          <ac:spMkLst>
            <pc:docMk/>
            <pc:sldMk cId="3141169091" sldId="269"/>
            <ac:spMk id="9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9:57.972" v="350" actId="1076"/>
          <ac:spMkLst>
            <pc:docMk/>
            <pc:sldMk cId="3141169091" sldId="269"/>
            <ac:spMk id="9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2:06.369" v="375" actId="688"/>
          <ac:spMkLst>
            <pc:docMk/>
            <pc:sldMk cId="3141169091" sldId="269"/>
            <ac:spMk id="10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25:06.610" v="81" actId="688"/>
          <ac:spMkLst>
            <pc:docMk/>
            <pc:sldMk cId="3141169091" sldId="269"/>
            <ac:spMk id="10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41:02.787" v="366" actId="1076"/>
          <ac:spMkLst>
            <pc:docMk/>
            <pc:sldMk cId="3141169091" sldId="269"/>
            <ac:spMk id="10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38:55.313" v="334" actId="1076"/>
          <ac:spMkLst>
            <pc:docMk/>
            <pc:sldMk cId="3141169091" sldId="269"/>
            <ac:spMk id="10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E7632FDE-BFA4-396D-9DFE-14C5334F085C}" dt="2020-02-14T14:25:46.268" v="88" actId="1076"/>
          <ac:spMkLst>
            <pc:docMk/>
            <pc:sldMk cId="3141169091" sldId="269"/>
            <ac:spMk id="110" creationId="{00000000-0000-0000-0000-000000000000}"/>
          </ac:spMkLst>
        </pc:spChg>
        <pc:cxnChg chg="mod">
          <ac:chgData name="Reynolds, Matthew" userId="S::matthew.reynolds@yale.edu::2b490455-b4e6-4f98-8ada-f0fd89e17c13" providerId="AD" clId="Web-{E7632FDE-BFA4-396D-9DFE-14C5334F085C}" dt="2020-02-14T14:35:40.618" v="292" actId="1076"/>
          <ac:cxnSpMkLst>
            <pc:docMk/>
            <pc:sldMk cId="3141169091" sldId="269"/>
            <ac:cxnSpMk id="2" creationId="{C84C6623-3CD2-4192-BDF5-42D4BC37DCFD}"/>
          </ac:cxnSpMkLst>
        </pc:cxnChg>
        <pc:cxnChg chg="add mod">
          <ac:chgData name="Reynolds, Matthew" userId="S::matthew.reynolds@yale.edu::2b490455-b4e6-4f98-8ada-f0fd89e17c13" providerId="AD" clId="Web-{E7632FDE-BFA4-396D-9DFE-14C5334F085C}" dt="2020-02-14T14:38:01.764" v="326" actId="14100"/>
          <ac:cxnSpMkLst>
            <pc:docMk/>
            <pc:sldMk cId="3141169091" sldId="269"/>
            <ac:cxnSpMk id="3" creationId="{82B12744-ABE9-4DC1-811E-4490871FF23B}"/>
          </ac:cxnSpMkLst>
        </pc:cxnChg>
        <pc:cxnChg chg="add mod">
          <ac:chgData name="Reynolds, Matthew" userId="S::matthew.reynolds@yale.edu::2b490455-b4e6-4f98-8ada-f0fd89e17c13" providerId="AD" clId="Web-{E7632FDE-BFA4-396D-9DFE-14C5334F085C}" dt="2020-02-14T14:34:55.007" v="282" actId="14100"/>
          <ac:cxnSpMkLst>
            <pc:docMk/>
            <pc:sldMk cId="3141169091" sldId="269"/>
            <ac:cxnSpMk id="4" creationId="{A25FF418-FF5A-48A6-9069-03EB30C8C67D}"/>
          </ac:cxnSpMkLst>
        </pc:cxnChg>
        <pc:cxnChg chg="add mod">
          <ac:chgData name="Reynolds, Matthew" userId="S::matthew.reynolds@yale.edu::2b490455-b4e6-4f98-8ada-f0fd89e17c13" providerId="AD" clId="Web-{E7632FDE-BFA4-396D-9DFE-14C5334F085C}" dt="2020-02-14T14:39:31.924" v="345" actId="14100"/>
          <ac:cxnSpMkLst>
            <pc:docMk/>
            <pc:sldMk cId="3141169091" sldId="269"/>
            <ac:cxnSpMk id="6" creationId="{C9A15236-322C-42CD-A387-E19E3034B902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28:57.822" v="146" actId="1076"/>
          <ac:cxnSpMkLst>
            <pc:docMk/>
            <pc:sldMk cId="3141169091" sldId="269"/>
            <ac:cxnSpMk id="18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40:01.597" v="351" actId="1076"/>
          <ac:cxnSpMkLst>
            <pc:docMk/>
            <pc:sldMk cId="3141169091" sldId="269"/>
            <ac:cxnSpMk id="19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39:08.457" v="339" actId="1076"/>
          <ac:cxnSpMkLst>
            <pc:docMk/>
            <pc:sldMk cId="3141169091" sldId="269"/>
            <ac:cxnSpMk id="20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28:52.103" v="144" actId="1076"/>
          <ac:cxnSpMkLst>
            <pc:docMk/>
            <pc:sldMk cId="3141169091" sldId="269"/>
            <ac:cxnSpMk id="21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38:59.173" v="335" actId="1076"/>
          <ac:cxnSpMkLst>
            <pc:docMk/>
            <pc:sldMk cId="3141169091" sldId="269"/>
            <ac:cxnSpMk id="22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42:00.477" v="374" actId="14100"/>
          <ac:cxnSpMkLst>
            <pc:docMk/>
            <pc:sldMk cId="3141169091" sldId="269"/>
            <ac:cxnSpMk id="23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35:20.680" v="287" actId="1076"/>
          <ac:cxnSpMkLst>
            <pc:docMk/>
            <pc:sldMk cId="3141169091" sldId="269"/>
            <ac:cxnSpMk id="25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40:10.254" v="352" actId="1076"/>
          <ac:cxnSpMkLst>
            <pc:docMk/>
            <pc:sldMk cId="3141169091" sldId="269"/>
            <ac:cxnSpMk id="40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36:07.213" v="298" actId="14100"/>
          <ac:cxnSpMkLst>
            <pc:docMk/>
            <pc:sldMk cId="3141169091" sldId="269"/>
            <ac:cxnSpMk id="41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26:39.520" v="102" actId="14100"/>
          <ac:cxnSpMkLst>
            <pc:docMk/>
            <pc:sldMk cId="3141169091" sldId="269"/>
            <ac:cxnSpMk id="42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40:47.693" v="361" actId="14100"/>
          <ac:cxnSpMkLst>
            <pc:docMk/>
            <pc:sldMk cId="3141169091" sldId="269"/>
            <ac:cxnSpMk id="67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E7632FDE-BFA4-396D-9DFE-14C5334F085C}" dt="2020-02-14T14:40:38.536" v="359" actId="14100"/>
          <ac:cxnSpMkLst>
            <pc:docMk/>
            <pc:sldMk cId="3141169091" sldId="269"/>
            <ac:cxnSpMk id="73" creationId="{00000000-0000-0000-0000-000000000000}"/>
          </ac:cxnSpMkLst>
        </pc:cxnChg>
      </pc:sldChg>
    </pc:docChg>
  </pc:docChgLst>
  <pc:docChgLst>
    <pc:chgData name="Reynolds, Matthew" userId="S::matthew.reynolds@yale.edu::2b490455-b4e6-4f98-8ada-f0fd89e17c13" providerId="AD" clId="Web-{05B99468-BE5B-2FE3-9E85-02658E95F0DD}"/>
    <pc:docChg chg="modSld">
      <pc:chgData name="Reynolds, Matthew" userId="S::matthew.reynolds@yale.edu::2b490455-b4e6-4f98-8ada-f0fd89e17c13" providerId="AD" clId="Web-{05B99468-BE5B-2FE3-9E85-02658E95F0DD}" dt="2020-02-14T14:19:15.604" v="296"/>
      <pc:docMkLst>
        <pc:docMk/>
      </pc:docMkLst>
      <pc:sldChg chg="addSp delSp modSp delAnim">
        <pc:chgData name="Reynolds, Matthew" userId="S::matthew.reynolds@yale.edu::2b490455-b4e6-4f98-8ada-f0fd89e17c13" providerId="AD" clId="Web-{05B99468-BE5B-2FE3-9E85-02658E95F0DD}" dt="2020-02-14T14:14:39.038" v="173" actId="20577"/>
        <pc:sldMkLst>
          <pc:docMk/>
          <pc:sldMk cId="771280463" sldId="257"/>
        </pc:sldMkLst>
        <pc:spChg chg="add del mod ord">
          <ac:chgData name="Reynolds, Matthew" userId="S::matthew.reynolds@yale.edu::2b490455-b4e6-4f98-8ada-f0fd89e17c13" providerId="AD" clId="Web-{05B99468-BE5B-2FE3-9E85-02658E95F0DD}" dt="2020-02-14T14:10:47.629" v="122"/>
          <ac:spMkLst>
            <pc:docMk/>
            <pc:sldMk cId="771280463" sldId="257"/>
            <ac:spMk id="3" creationId="{532E7FBC-7ECD-48C6-8BA8-6647432BEF22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1:20.739" v="134" actId="1076"/>
          <ac:spMkLst>
            <pc:docMk/>
            <pc:sldMk cId="771280463" sldId="257"/>
            <ac:spMk id="26" creationId="{9FCB46BF-B218-4D8A-BE22-C5F5697D8BBE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1:25.942" v="136" actId="1076"/>
          <ac:spMkLst>
            <pc:docMk/>
            <pc:sldMk cId="771280463" sldId="257"/>
            <ac:spMk id="717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3:25.070" v="148" actId="1076"/>
          <ac:spMkLst>
            <pc:docMk/>
            <pc:sldMk cId="771280463" sldId="257"/>
            <ac:spMk id="71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1:20.707" v="131" actId="1076"/>
          <ac:spMkLst>
            <pc:docMk/>
            <pc:sldMk cId="771280463" sldId="257"/>
            <ac:spMk id="71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4:39.038" v="173" actId="20577"/>
          <ac:spMkLst>
            <pc:docMk/>
            <pc:sldMk cId="771280463" sldId="257"/>
            <ac:spMk id="7182" creationId="{00000000-0000-0000-0000-000000000000}"/>
          </ac:spMkLst>
        </pc:spChg>
        <pc:spChg chg="mod topLvl">
          <ac:chgData name="Reynolds, Matthew" userId="S::matthew.reynolds@yale.edu::2b490455-b4e6-4f98-8ada-f0fd89e17c13" providerId="AD" clId="Web-{05B99468-BE5B-2FE3-9E85-02658E95F0DD}" dt="2020-02-14T14:12:27.474" v="142"/>
          <ac:spMkLst>
            <pc:docMk/>
            <pc:sldMk cId="771280463" sldId="257"/>
            <ac:spMk id="7183" creationId="{00000000-0000-0000-0000-000000000000}"/>
          </ac:spMkLst>
        </pc:spChg>
        <pc:spChg chg="del mod topLvl">
          <ac:chgData name="Reynolds, Matthew" userId="S::matthew.reynolds@yale.edu::2b490455-b4e6-4f98-8ada-f0fd89e17c13" providerId="AD" clId="Web-{05B99468-BE5B-2FE3-9E85-02658E95F0DD}" dt="2020-02-14T14:12:27.474" v="142"/>
          <ac:spMkLst>
            <pc:docMk/>
            <pc:sldMk cId="771280463" sldId="257"/>
            <ac:spMk id="7184" creationId="{00000000-0000-0000-0000-000000000000}"/>
          </ac:spMkLst>
        </pc:spChg>
        <pc:spChg chg="mod topLvl">
          <ac:chgData name="Reynolds, Matthew" userId="S::matthew.reynolds@yale.edu::2b490455-b4e6-4f98-8ada-f0fd89e17c13" providerId="AD" clId="Web-{05B99468-BE5B-2FE3-9E85-02658E95F0DD}" dt="2020-02-14T14:12:24.787" v="141"/>
          <ac:spMkLst>
            <pc:docMk/>
            <pc:sldMk cId="771280463" sldId="257"/>
            <ac:spMk id="7185" creationId="{00000000-0000-0000-0000-000000000000}"/>
          </ac:spMkLst>
        </pc:spChg>
        <pc:spChg chg="del mod topLvl">
          <ac:chgData name="Reynolds, Matthew" userId="S::matthew.reynolds@yale.edu::2b490455-b4e6-4f98-8ada-f0fd89e17c13" providerId="AD" clId="Web-{05B99468-BE5B-2FE3-9E85-02658E95F0DD}" dt="2020-02-14T14:12:24.787" v="141"/>
          <ac:spMkLst>
            <pc:docMk/>
            <pc:sldMk cId="771280463" sldId="257"/>
            <ac:spMk id="7186" creationId="{00000000-0000-0000-0000-000000000000}"/>
          </ac:spMkLst>
        </pc:spChg>
        <pc:spChg chg="mod topLvl">
          <ac:chgData name="Reynolds, Matthew" userId="S::matthew.reynolds@yale.edu::2b490455-b4e6-4f98-8ada-f0fd89e17c13" providerId="AD" clId="Web-{05B99468-BE5B-2FE3-9E85-02658E95F0DD}" dt="2020-02-14T14:12:18.286" v="140"/>
          <ac:spMkLst>
            <pc:docMk/>
            <pc:sldMk cId="771280463" sldId="257"/>
            <ac:spMk id="7187" creationId="{00000000-0000-0000-0000-000000000000}"/>
          </ac:spMkLst>
        </pc:spChg>
        <pc:spChg chg="del mod topLvl">
          <ac:chgData name="Reynolds, Matthew" userId="S::matthew.reynolds@yale.edu::2b490455-b4e6-4f98-8ada-f0fd89e17c13" providerId="AD" clId="Web-{05B99468-BE5B-2FE3-9E85-02658E95F0DD}" dt="2020-02-14T14:12:18.286" v="140"/>
          <ac:spMkLst>
            <pc:docMk/>
            <pc:sldMk cId="771280463" sldId="257"/>
            <ac:spMk id="718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05:30.421" v="52" actId="1076"/>
          <ac:spMkLst>
            <pc:docMk/>
            <pc:sldMk cId="771280463" sldId="257"/>
            <ac:spMk id="718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02:21.809" v="1"/>
          <ac:spMkLst>
            <pc:docMk/>
            <pc:sldMk cId="771280463" sldId="257"/>
            <ac:spMk id="719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3:09.866" v="146" actId="1076"/>
          <ac:spMkLst>
            <pc:docMk/>
            <pc:sldMk cId="771280463" sldId="257"/>
            <ac:spMk id="719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3:35.772" v="149" actId="1076"/>
          <ac:spMkLst>
            <pc:docMk/>
            <pc:sldMk cId="771280463" sldId="257"/>
            <ac:spMk id="71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3:04.490" v="145" actId="1076"/>
          <ac:spMkLst>
            <pc:docMk/>
            <pc:sldMk cId="771280463" sldId="257"/>
            <ac:spMk id="7194" creationId="{00000000-0000-0000-0000-000000000000}"/>
          </ac:spMkLst>
        </pc:spChg>
        <pc:grpChg chg="mod">
          <ac:chgData name="Reynolds, Matthew" userId="S::matthew.reynolds@yale.edu::2b490455-b4e6-4f98-8ada-f0fd89e17c13" providerId="AD" clId="Web-{05B99468-BE5B-2FE3-9E85-02658E95F0DD}" dt="2020-02-14T14:12:40.318" v="143" actId="14100"/>
          <ac:grpSpMkLst>
            <pc:docMk/>
            <pc:sldMk cId="771280463" sldId="257"/>
            <ac:grpSpMk id="2" creationId="{00000000-0000-0000-0000-000000000000}"/>
          </ac:grpSpMkLst>
        </pc:grpChg>
        <pc:grpChg chg="del mod">
          <ac:chgData name="Reynolds, Matthew" userId="S::matthew.reynolds@yale.edu::2b490455-b4e6-4f98-8ada-f0fd89e17c13" providerId="AD" clId="Web-{05B99468-BE5B-2FE3-9E85-02658E95F0DD}" dt="2020-02-14T14:12:18.286" v="140"/>
          <ac:grpSpMkLst>
            <pc:docMk/>
            <pc:sldMk cId="771280463" sldId="257"/>
            <ac:grpSpMk id="4" creationId="{00000000-0000-0000-0000-000000000000}"/>
          </ac:grpSpMkLst>
        </pc:grpChg>
        <pc:grpChg chg="del mod">
          <ac:chgData name="Reynolds, Matthew" userId="S::matthew.reynolds@yale.edu::2b490455-b4e6-4f98-8ada-f0fd89e17c13" providerId="AD" clId="Web-{05B99468-BE5B-2FE3-9E85-02658E95F0DD}" dt="2020-02-14T14:12:24.787" v="141"/>
          <ac:grpSpMkLst>
            <pc:docMk/>
            <pc:sldMk cId="771280463" sldId="257"/>
            <ac:grpSpMk id="5" creationId="{00000000-0000-0000-0000-000000000000}"/>
          </ac:grpSpMkLst>
        </pc:grpChg>
        <pc:grpChg chg="del mod">
          <ac:chgData name="Reynolds, Matthew" userId="S::matthew.reynolds@yale.edu::2b490455-b4e6-4f98-8ada-f0fd89e17c13" providerId="AD" clId="Web-{05B99468-BE5B-2FE3-9E85-02658E95F0DD}" dt="2020-02-14T14:12:27.474" v="142"/>
          <ac:grpSpMkLst>
            <pc:docMk/>
            <pc:sldMk cId="771280463" sldId="257"/>
            <ac:grpSpMk id="6" creationId="{00000000-0000-0000-0000-000000000000}"/>
          </ac:grpSpMkLst>
        </pc:grpChg>
      </pc:sldChg>
      <pc:sldChg chg="modSp">
        <pc:chgData name="Reynolds, Matthew" userId="S::matthew.reynolds@yale.edu::2b490455-b4e6-4f98-8ada-f0fd89e17c13" providerId="AD" clId="Web-{05B99468-BE5B-2FE3-9E85-02658E95F0DD}" dt="2020-02-14T14:09:00.596" v="106" actId="1076"/>
        <pc:sldMkLst>
          <pc:docMk/>
          <pc:sldMk cId="557295040" sldId="258"/>
        </pc:sldMkLst>
        <pc:spChg chg="mod">
          <ac:chgData name="Reynolds, Matthew" userId="S::matthew.reynolds@yale.edu::2b490455-b4e6-4f98-8ada-f0fd89e17c13" providerId="AD" clId="Web-{05B99468-BE5B-2FE3-9E85-02658E95F0DD}" dt="2020-02-14T14:09:00.596" v="106" actId="1076"/>
          <ac:spMkLst>
            <pc:docMk/>
            <pc:sldMk cId="557295040" sldId="258"/>
            <ac:spMk id="2" creationId="{00000000-0000-0000-0000-000000000000}"/>
          </ac:spMkLst>
        </pc:spChg>
      </pc:sldChg>
      <pc:sldChg chg="addSp delSp modSp addAnim delAnim">
        <pc:chgData name="Reynolds, Matthew" userId="S::matthew.reynolds@yale.edu::2b490455-b4e6-4f98-8ada-f0fd89e17c13" providerId="AD" clId="Web-{05B99468-BE5B-2FE3-9E85-02658E95F0DD}" dt="2020-02-14T14:19:15.604" v="296"/>
        <pc:sldMkLst>
          <pc:docMk/>
          <pc:sldMk cId="3141169091" sldId="269"/>
        </pc:sldMkLst>
        <pc:spChg chg="mod">
          <ac:chgData name="Reynolds, Matthew" userId="S::matthew.reynolds@yale.edu::2b490455-b4e6-4f98-8ada-f0fd89e17c13" providerId="AD" clId="Web-{05B99468-BE5B-2FE3-9E85-02658E95F0DD}" dt="2020-02-14T14:17:38.775" v="269" actId="1076"/>
          <ac:spMkLst>
            <pc:docMk/>
            <pc:sldMk cId="3141169091" sldId="269"/>
            <ac:spMk id="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0.601" v="206"/>
          <ac:spMkLst>
            <pc:docMk/>
            <pc:sldMk cId="3141169091" sldId="269"/>
            <ac:spMk id="1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9:12.229" v="295" actId="1076"/>
          <ac:spMkLst>
            <pc:docMk/>
            <pc:sldMk cId="3141169091" sldId="269"/>
            <ac:spMk id="1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0.632" v="208"/>
          <ac:spMkLst>
            <pc:docMk/>
            <pc:sldMk cId="3141169091" sldId="269"/>
            <ac:spMk id="1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0.663" v="209"/>
          <ac:spMkLst>
            <pc:docMk/>
            <pc:sldMk cId="3141169091" sldId="269"/>
            <ac:spMk id="1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210" v="231"/>
          <ac:spMkLst>
            <pc:docMk/>
            <pc:sldMk cId="3141169091" sldId="269"/>
            <ac:spMk id="1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6:40.821" v="260" actId="1076"/>
          <ac:spMkLst>
            <pc:docMk/>
            <pc:sldMk cId="3141169091" sldId="269"/>
            <ac:spMk id="1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6:28.758" v="253" actId="1076"/>
          <ac:spMkLst>
            <pc:docMk/>
            <pc:sldMk cId="3141169091" sldId="269"/>
            <ac:spMk id="1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7:58.056" v="270" actId="1076"/>
          <ac:spMkLst>
            <pc:docMk/>
            <pc:sldMk cId="3141169091" sldId="269"/>
            <ac:spMk id="6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39.539" v="240" actId="1076"/>
          <ac:spMkLst>
            <pc:docMk/>
            <pc:sldMk cId="3141169091" sldId="269"/>
            <ac:spMk id="7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42.227" v="241" actId="1076"/>
          <ac:spMkLst>
            <pc:docMk/>
            <pc:sldMk cId="3141169091" sldId="269"/>
            <ac:spMk id="76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05B99468-BE5B-2FE3-9E85-02658E95F0DD}" dt="2020-02-14T14:15:50.727" v="246"/>
          <ac:spMkLst>
            <pc:docMk/>
            <pc:sldMk cId="3141169091" sldId="269"/>
            <ac:spMk id="77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05B99468-BE5B-2FE3-9E85-02658E95F0DD}" dt="2020-02-14T14:15:55.070" v="247"/>
          <ac:spMkLst>
            <pc:docMk/>
            <pc:sldMk cId="3141169091" sldId="269"/>
            <ac:spMk id="7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6:01.602" v="248" actId="1076"/>
          <ac:spMkLst>
            <pc:docMk/>
            <pc:sldMk cId="3141169091" sldId="269"/>
            <ac:spMk id="7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7:20.540" v="265" actId="1076"/>
          <ac:spMkLst>
            <pc:docMk/>
            <pc:sldMk cId="3141169091" sldId="269"/>
            <ac:spMk id="8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8:52.620" v="290" actId="688"/>
          <ac:spMkLst>
            <pc:docMk/>
            <pc:sldMk cId="3141169091" sldId="269"/>
            <ac:spMk id="81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35.836" v="239" actId="1076"/>
          <ac:spMkLst>
            <pc:docMk/>
            <pc:sldMk cId="3141169091" sldId="269"/>
            <ac:spMk id="8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17.945" v="236" actId="1076"/>
          <ac:spMkLst>
            <pc:docMk/>
            <pc:sldMk cId="3141169091" sldId="269"/>
            <ac:spMk id="90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6:11.652" v="249" actId="1076"/>
          <ac:spMkLst>
            <pc:docMk/>
            <pc:sldMk cId="3141169091" sldId="269"/>
            <ac:spMk id="9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0.976" v="222"/>
          <ac:spMkLst>
            <pc:docMk/>
            <pc:sldMk cId="3141169091" sldId="269"/>
            <ac:spMk id="94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8:55.354" v="291" actId="1076"/>
          <ac:spMkLst>
            <pc:docMk/>
            <pc:sldMk cId="3141169091" sldId="269"/>
            <ac:spMk id="9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6:45.087" v="261" actId="1076"/>
          <ac:spMkLst>
            <pc:docMk/>
            <pc:sldMk cId="3141169091" sldId="269"/>
            <ac:spMk id="9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038" v="225"/>
          <ac:spMkLst>
            <pc:docMk/>
            <pc:sldMk cId="3141169091" sldId="269"/>
            <ac:spMk id="97" creationId="{00000000-0000-0000-0000-000000000000}"/>
          </ac:spMkLst>
        </pc:spChg>
        <pc:spChg chg="add del mod">
          <ac:chgData name="Reynolds, Matthew" userId="S::matthew.reynolds@yale.edu::2b490455-b4e6-4f98-8ada-f0fd89e17c13" providerId="AD" clId="Web-{05B99468-BE5B-2FE3-9E85-02658E95F0DD}" dt="2020-02-14T14:18:46.510" v="288" actId="688"/>
          <ac:spMkLst>
            <pc:docMk/>
            <pc:sldMk cId="3141169091" sldId="269"/>
            <ac:spMk id="9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9.367" v="235" actId="1076"/>
          <ac:spMkLst>
            <pc:docMk/>
            <pc:sldMk cId="3141169091" sldId="269"/>
            <ac:spMk id="9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273" v="234"/>
          <ac:spMkLst>
            <pc:docMk/>
            <pc:sldMk cId="3141169091" sldId="269"/>
            <ac:spMk id="103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101" v="227"/>
          <ac:spMkLst>
            <pc:docMk/>
            <pc:sldMk cId="3141169091" sldId="269"/>
            <ac:spMk id="106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46.039" v="242" actId="1076"/>
          <ac:spMkLst>
            <pc:docMk/>
            <pc:sldMk cId="3141169091" sldId="269"/>
            <ac:spMk id="10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148" v="229"/>
          <ac:spMkLst>
            <pc:docMk/>
            <pc:sldMk cId="3141169091" sldId="269"/>
            <ac:spMk id="109" creationId="{00000000-0000-0000-0000-000000000000}"/>
          </ac:spMkLst>
        </pc:spChg>
        <pc:spChg chg="mod">
          <ac:chgData name="Reynolds, Matthew" userId="S::matthew.reynolds@yale.edu::2b490455-b4e6-4f98-8ada-f0fd89e17c13" providerId="AD" clId="Web-{05B99468-BE5B-2FE3-9E85-02658E95F0DD}" dt="2020-02-14T14:15:01.179" v="230"/>
          <ac:spMkLst>
            <pc:docMk/>
            <pc:sldMk cId="3141169091" sldId="269"/>
            <ac:spMk id="110" creationId="{00000000-0000-0000-0000-000000000000}"/>
          </ac:spMkLst>
        </pc:spChg>
        <pc:cxnChg chg="add mod">
          <ac:chgData name="Reynolds, Matthew" userId="S::matthew.reynolds@yale.edu::2b490455-b4e6-4f98-8ada-f0fd89e17c13" providerId="AD" clId="Web-{05B99468-BE5B-2FE3-9E85-02658E95F0DD}" dt="2020-02-14T14:17:32.931" v="268" actId="1076"/>
          <ac:cxnSpMkLst>
            <pc:docMk/>
            <pc:sldMk cId="3141169091" sldId="269"/>
            <ac:cxnSpMk id="2" creationId="{C84C6623-3CD2-4192-BDF5-42D4BC37DCFD}"/>
          </ac:cxnSpMkLst>
        </pc:cxnChg>
        <pc:cxnChg chg="mod">
          <ac:chgData name="Reynolds, Matthew" userId="S::matthew.reynolds@yale.edu::2b490455-b4e6-4f98-8ada-f0fd89e17c13" providerId="AD" clId="Web-{05B99468-BE5B-2FE3-9E85-02658E95F0DD}" dt="2020-02-14T14:17:38.775" v="269" actId="1076"/>
          <ac:cxnSpMkLst>
            <pc:docMk/>
            <pc:sldMk cId="3141169091" sldId="269"/>
            <ac:cxnSpMk id="20" creationId="{00000000-0000-0000-0000-000000000000}"/>
          </ac:cxnSpMkLst>
        </pc:cxnChg>
        <pc:cxnChg chg="del">
          <ac:chgData name="Reynolds, Matthew" userId="S::matthew.reynolds@yale.edu::2b490455-b4e6-4f98-8ada-f0fd89e17c13" providerId="AD" clId="Web-{05B99468-BE5B-2FE3-9E85-02658E95F0DD}" dt="2020-02-14T14:17:28.056" v="267"/>
          <ac:cxnSpMkLst>
            <pc:docMk/>
            <pc:sldMk cId="3141169091" sldId="269"/>
            <ac:cxnSpMk id="24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5B99468-BE5B-2FE3-9E85-02658E95F0DD}" dt="2020-02-14T14:16:50.087" v="262" actId="14100"/>
          <ac:cxnSpMkLst>
            <pc:docMk/>
            <pc:sldMk cId="3141169091" sldId="269"/>
            <ac:cxnSpMk id="41" creationId="{00000000-0000-0000-0000-000000000000}"/>
          </ac:cxnSpMkLst>
        </pc:cxnChg>
        <pc:cxnChg chg="del mod">
          <ac:chgData name="Reynolds, Matthew" userId="S::matthew.reynolds@yale.edu::2b490455-b4e6-4f98-8ada-f0fd89e17c13" providerId="AD" clId="Web-{05B99468-BE5B-2FE3-9E85-02658E95F0DD}" dt="2020-02-14T14:19:15.604" v="296"/>
          <ac:cxnSpMkLst>
            <pc:docMk/>
            <pc:sldMk cId="3141169091" sldId="269"/>
            <ac:cxnSpMk id="52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5B99468-BE5B-2FE3-9E85-02658E95F0DD}" dt="2020-02-14T14:18:09.494" v="272" actId="14100"/>
          <ac:cxnSpMkLst>
            <pc:docMk/>
            <pc:sldMk cId="3141169091" sldId="269"/>
            <ac:cxnSpMk id="67" creationId="{00000000-0000-0000-0000-000000000000}"/>
          </ac:cxnSpMkLst>
        </pc:cxnChg>
        <pc:cxnChg chg="mod">
          <ac:chgData name="Reynolds, Matthew" userId="S::matthew.reynolds@yale.edu::2b490455-b4e6-4f98-8ada-f0fd89e17c13" providerId="AD" clId="Web-{05B99468-BE5B-2FE3-9E85-02658E95F0DD}" dt="2020-02-14T14:18:12.682" v="273" actId="14100"/>
          <ac:cxnSpMkLst>
            <pc:docMk/>
            <pc:sldMk cId="3141169091" sldId="269"/>
            <ac:cxnSpMk id="73" creationId="{00000000-0000-0000-0000-000000000000}"/>
          </ac:cxnSpMkLst>
        </pc:cxnChg>
      </pc:sldChg>
    </pc:docChg>
  </pc:docChgLst>
  <pc:docChgLst>
    <pc:chgData name="Reynolds, Matthew" userId="S::matthew.reynolds@yale.edu::2b490455-b4e6-4f98-8ada-f0fd89e17c13" providerId="AD" clId="Web-{4AAED3C4-EC73-4D38-B435-A94557BCD826}"/>
    <pc:docChg chg="modSld">
      <pc:chgData name="Reynolds, Matthew" userId="S::matthew.reynolds@yale.edu::2b490455-b4e6-4f98-8ada-f0fd89e17c13" providerId="AD" clId="Web-{4AAED3C4-EC73-4D38-B435-A94557BCD826}" dt="2020-02-13T20:54:19.487" v="1" actId="1076"/>
      <pc:docMkLst>
        <pc:docMk/>
      </pc:docMkLst>
      <pc:sldChg chg="modSp">
        <pc:chgData name="Reynolds, Matthew" userId="S::matthew.reynolds@yale.edu::2b490455-b4e6-4f98-8ada-f0fd89e17c13" providerId="AD" clId="Web-{4AAED3C4-EC73-4D38-B435-A94557BCD826}" dt="2020-02-13T20:54:19.487" v="1" actId="1076"/>
        <pc:sldMkLst>
          <pc:docMk/>
          <pc:sldMk cId="3141169091" sldId="269"/>
        </pc:sldMkLst>
        <pc:spChg chg="mod">
          <ac:chgData name="Reynolds, Matthew" userId="S::matthew.reynolds@yale.edu::2b490455-b4e6-4f98-8ada-f0fd89e17c13" providerId="AD" clId="Web-{4AAED3C4-EC73-4D38-B435-A94557BCD826}" dt="2020-02-13T20:46:16.044" v="0" actId="1076"/>
          <ac:spMkLst>
            <pc:docMk/>
            <pc:sldMk cId="3141169091" sldId="269"/>
            <ac:spMk id="12" creationId="{00000000-0000-0000-0000-000000000000}"/>
          </ac:spMkLst>
        </pc:spChg>
        <pc:spChg chg="mod">
          <ac:chgData name="Reynolds, Matthew" userId="S::matthew.reynolds@yale.edu::2b490455-b4e6-4f98-8ada-f0fd89e17c13" providerId="AD" clId="Web-{4AAED3C4-EC73-4D38-B435-A94557BCD826}" dt="2020-02-13T20:54:19.487" v="1" actId="1076"/>
          <ac:spMkLst>
            <pc:docMk/>
            <pc:sldMk cId="3141169091" sldId="269"/>
            <ac:spMk id="99" creationId="{00000000-0000-0000-0000-000000000000}"/>
          </ac:spMkLst>
        </pc:spChg>
        <pc:cxnChg chg="mod">
          <ac:chgData name="Reynolds, Matthew" userId="S::matthew.reynolds@yale.edu::2b490455-b4e6-4f98-8ada-f0fd89e17c13" providerId="AD" clId="Web-{4AAED3C4-EC73-4D38-B435-A94557BCD826}" dt="2020-02-13T20:46:16.044" v="0" actId="1076"/>
          <ac:cxnSpMkLst>
            <pc:docMk/>
            <pc:sldMk cId="3141169091" sldId="269"/>
            <ac:cxnSpMk id="25" creationId="{00000000-0000-0000-0000-000000000000}"/>
          </ac:cxnSpMkLst>
        </pc:cxnChg>
      </pc:sldChg>
    </pc:docChg>
  </pc:docChgLst>
  <pc:docChgLst>
    <pc:chgData name="Antle, Rick" userId="S::rick.antle@yale.edu::c2afbbd2-30e4-4c8e-8af5-81913178ace3" providerId="AD" clId="Web-{EACFBBB1-7074-4AEF-F0A9-2E4E37C38C05}"/>
    <pc:docChg chg="modSld">
      <pc:chgData name="Antle, Rick" userId="S::rick.antle@yale.edu::c2afbbd2-30e4-4c8e-8af5-81913178ace3" providerId="AD" clId="Web-{EACFBBB1-7074-4AEF-F0A9-2E4E37C38C05}" dt="2020-02-14T18:48:23.636" v="11"/>
      <pc:docMkLst>
        <pc:docMk/>
      </pc:docMkLst>
      <pc:sldChg chg="addAnim modAnim">
        <pc:chgData name="Antle, Rick" userId="S::rick.antle@yale.edu::c2afbbd2-30e4-4c8e-8af5-81913178ace3" providerId="AD" clId="Web-{EACFBBB1-7074-4AEF-F0A9-2E4E37C38C05}" dt="2020-02-14T18:48:23.636" v="11"/>
        <pc:sldMkLst>
          <pc:docMk/>
          <pc:sldMk cId="557295040" sldId="258"/>
        </pc:sldMkLst>
      </pc:sldChg>
    </pc:docChg>
  </pc:docChgLst>
  <pc:docChgLst>
    <pc:chgData name="Reynolds, Matthew" userId="S::matthew.reynolds@yale.edu::2b490455-b4e6-4f98-8ada-f0fd89e17c13" providerId="AD" clId="Web-{AF125403-FADF-AF99-DC29-4AA24772C79F}"/>
    <pc:docChg chg="addSld modSld">
      <pc:chgData name="Reynolds, Matthew" userId="S::matthew.reynolds@yale.edu::2b490455-b4e6-4f98-8ada-f0fd89e17c13" providerId="AD" clId="Web-{AF125403-FADF-AF99-DC29-4AA24772C79F}" dt="2020-02-18T19:51:16.207" v="103"/>
      <pc:docMkLst>
        <pc:docMk/>
      </pc:docMkLst>
      <pc:sldChg chg="modSp">
        <pc:chgData name="Reynolds, Matthew" userId="S::matthew.reynolds@yale.edu::2b490455-b4e6-4f98-8ada-f0fd89e17c13" providerId="AD" clId="Web-{AF125403-FADF-AF99-DC29-4AA24772C79F}" dt="2020-02-18T19:48:23.142" v="82" actId="1076"/>
        <pc:sldMkLst>
          <pc:docMk/>
          <pc:sldMk cId="2792795059" sldId="272"/>
        </pc:sldMkLst>
        <pc:spChg chg="mod">
          <ac:chgData name="Reynolds, Matthew" userId="S::matthew.reynolds@yale.edu::2b490455-b4e6-4f98-8ada-f0fd89e17c13" providerId="AD" clId="Web-{AF125403-FADF-AF99-DC29-4AA24772C79F}" dt="2020-02-18T19:48:23.142" v="82" actId="1076"/>
          <ac:spMkLst>
            <pc:docMk/>
            <pc:sldMk cId="2792795059" sldId="272"/>
            <ac:spMk id="98" creationId="{00000000-0000-0000-0000-000000000000}"/>
          </ac:spMkLst>
        </pc:spChg>
      </pc:sldChg>
      <pc:sldChg chg="modSp">
        <pc:chgData name="Reynolds, Matthew" userId="S::matthew.reynolds@yale.edu::2b490455-b4e6-4f98-8ada-f0fd89e17c13" providerId="AD" clId="Web-{AF125403-FADF-AF99-DC29-4AA24772C79F}" dt="2020-02-18T19:46:28.500" v="73" actId="1076"/>
        <pc:sldMkLst>
          <pc:docMk/>
          <pc:sldMk cId="1164823392" sldId="276"/>
        </pc:sldMkLst>
        <pc:spChg chg="mod">
          <ac:chgData name="Reynolds, Matthew" userId="S::matthew.reynolds@yale.edu::2b490455-b4e6-4f98-8ada-f0fd89e17c13" providerId="AD" clId="Web-{AF125403-FADF-AF99-DC29-4AA24772C79F}" dt="2020-02-18T19:46:28.500" v="73" actId="1076"/>
          <ac:spMkLst>
            <pc:docMk/>
            <pc:sldMk cId="1164823392" sldId="276"/>
            <ac:spMk id="17" creationId="{6C1D5B45-B917-41EB-9AD9-BED49FBE396E}"/>
          </ac:spMkLst>
        </pc:spChg>
      </pc:sldChg>
      <pc:sldChg chg="addSp modSp">
        <pc:chgData name="Reynolds, Matthew" userId="S::matthew.reynolds@yale.edu::2b490455-b4e6-4f98-8ada-f0fd89e17c13" providerId="AD" clId="Web-{AF125403-FADF-AF99-DC29-4AA24772C79F}" dt="2020-02-18T19:39:15.072" v="2" actId="1076"/>
        <pc:sldMkLst>
          <pc:docMk/>
          <pc:sldMk cId="992819582" sldId="279"/>
        </pc:sldMkLst>
        <pc:spChg chg="add mod">
          <ac:chgData name="Reynolds, Matthew" userId="S::matthew.reynolds@yale.edu::2b490455-b4e6-4f98-8ada-f0fd89e17c13" providerId="AD" clId="Web-{AF125403-FADF-AF99-DC29-4AA24772C79F}" dt="2020-02-18T19:39:15.072" v="2" actId="1076"/>
          <ac:spMkLst>
            <pc:docMk/>
            <pc:sldMk cId="992819582" sldId="279"/>
            <ac:spMk id="2" creationId="{8CEF93F2-74D0-47AD-8104-894CFADE0A8D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38:59.978" v="0"/>
          <ac:spMkLst>
            <pc:docMk/>
            <pc:sldMk cId="992819582" sldId="279"/>
            <ac:spMk id="27" creationId="{84F27887-D82D-4E3D-8713-1499011F5FEB}"/>
          </ac:spMkLst>
        </pc:spChg>
      </pc:sldChg>
      <pc:sldChg chg="addSp delSp modSp add replId">
        <pc:chgData name="Reynolds, Matthew" userId="S::matthew.reynolds@yale.edu::2b490455-b4e6-4f98-8ada-f0fd89e17c13" providerId="AD" clId="Web-{AF125403-FADF-AF99-DC29-4AA24772C79F}" dt="2020-02-18T19:44:27.732" v="54" actId="1076"/>
        <pc:sldMkLst>
          <pc:docMk/>
          <pc:sldMk cId="3693428185" sldId="280"/>
        </pc:sldMkLst>
        <pc:spChg chg="add">
          <ac:chgData name="Reynolds, Matthew" userId="S::matthew.reynolds@yale.edu::2b490455-b4e6-4f98-8ada-f0fd89e17c13" providerId="AD" clId="Web-{AF125403-FADF-AF99-DC29-4AA24772C79F}" dt="2020-02-18T19:42:58.278" v="38"/>
          <ac:spMkLst>
            <pc:docMk/>
            <pc:sldMk cId="3693428185" sldId="280"/>
            <ac:spMk id="3" creationId="{3195BCFF-A0C5-4B71-AF73-25D0141266F1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3:37.497" v="46" actId="20577"/>
          <ac:spMkLst>
            <pc:docMk/>
            <pc:sldMk cId="3693428185" sldId="280"/>
            <ac:spMk id="4" creationId="{757D882E-50C2-4A2C-BDDE-F56CFDEDC5E2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2:35.215" v="32" actId="20577"/>
          <ac:spMkLst>
            <pc:docMk/>
            <pc:sldMk cId="3693428185" sldId="280"/>
            <ac:spMk id="6" creationId="{EE00A463-DB1F-4C56-AB94-F85CF0153002}"/>
          </ac:spMkLst>
        </pc:spChg>
        <pc:spChg chg="add del">
          <ac:chgData name="Reynolds, Matthew" userId="S::matthew.reynolds@yale.edu::2b490455-b4e6-4f98-8ada-f0fd89e17c13" providerId="AD" clId="Web-{AF125403-FADF-AF99-DC29-4AA24772C79F}" dt="2020-02-18T19:43:50.388" v="50"/>
          <ac:spMkLst>
            <pc:docMk/>
            <pc:sldMk cId="3693428185" sldId="280"/>
            <ac:spMk id="9" creationId="{E2F48C11-2DCE-4327-AA9F-BD689B3A1D30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3:11.528" v="41"/>
          <ac:spMkLst>
            <pc:docMk/>
            <pc:sldMk cId="3693428185" sldId="280"/>
            <ac:spMk id="12" creationId="{3EF9BD0A-CEFD-4DCF-AF08-56E79AF466AB}"/>
          </ac:spMkLst>
        </pc:spChg>
        <pc:spChg chg="add mod">
          <ac:chgData name="Reynolds, Matthew" userId="S::matthew.reynolds@yale.edu::2b490455-b4e6-4f98-8ada-f0fd89e17c13" providerId="AD" clId="Web-{AF125403-FADF-AF99-DC29-4AA24772C79F}" dt="2020-02-18T19:44:27.732" v="54" actId="1076"/>
          <ac:spMkLst>
            <pc:docMk/>
            <pc:sldMk cId="3693428185" sldId="280"/>
            <ac:spMk id="13" creationId="{8FDA8C06-D6A2-46B4-A56F-B4354CD07649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4:05.513" v="52" actId="1076"/>
          <ac:spMkLst>
            <pc:docMk/>
            <pc:sldMk cId="3693428185" sldId="280"/>
            <ac:spMk id="27" creationId="{84F27887-D82D-4E3D-8713-1499011F5FEB}"/>
          </ac:spMkLst>
        </pc:spChg>
        <pc:cxnChg chg="add">
          <ac:chgData name="Reynolds, Matthew" userId="S::matthew.reynolds@yale.edu::2b490455-b4e6-4f98-8ada-f0fd89e17c13" providerId="AD" clId="Web-{AF125403-FADF-AF99-DC29-4AA24772C79F}" dt="2020-02-18T19:43:04.575" v="39"/>
          <ac:cxnSpMkLst>
            <pc:docMk/>
            <pc:sldMk cId="3693428185" sldId="280"/>
            <ac:cxnSpMk id="10" creationId="{2E40F88A-68EC-4777-A72C-1FE371E8BA31}"/>
          </ac:cxnSpMkLst>
        </pc:cxnChg>
        <pc:cxnChg chg="add">
          <ac:chgData name="Reynolds, Matthew" userId="S::matthew.reynolds@yale.edu::2b490455-b4e6-4f98-8ada-f0fd89e17c13" providerId="AD" clId="Web-{AF125403-FADF-AF99-DC29-4AA24772C79F}" dt="2020-02-18T19:43:04.590" v="40"/>
          <ac:cxnSpMkLst>
            <pc:docMk/>
            <pc:sldMk cId="3693428185" sldId="280"/>
            <ac:cxnSpMk id="11" creationId="{7BD9B967-3F59-40DA-8225-D26BB9E21C5B}"/>
          </ac:cxnSpMkLst>
        </pc:cxnChg>
      </pc:sldChg>
      <pc:sldChg chg="addSp modSp add replId">
        <pc:chgData name="Reynolds, Matthew" userId="S::matthew.reynolds@yale.edu::2b490455-b4e6-4f98-8ada-f0fd89e17c13" providerId="AD" clId="Web-{AF125403-FADF-AF99-DC29-4AA24772C79F}" dt="2020-02-18T19:46:28.421" v="71" actId="20577"/>
        <pc:sldMkLst>
          <pc:docMk/>
          <pc:sldMk cId="2748539965" sldId="281"/>
        </pc:sldMkLst>
        <pc:spChg chg="mod">
          <ac:chgData name="Reynolds, Matthew" userId="S::matthew.reynolds@yale.edu::2b490455-b4e6-4f98-8ada-f0fd89e17c13" providerId="AD" clId="Web-{AF125403-FADF-AF99-DC29-4AA24772C79F}" dt="2020-02-18T19:46:28.421" v="71" actId="20577"/>
          <ac:spMkLst>
            <pc:docMk/>
            <pc:sldMk cId="2748539965" sldId="281"/>
            <ac:spMk id="3" creationId="{3195BCFF-A0C5-4B71-AF73-25D0141266F1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4:51.733" v="56"/>
          <ac:spMkLst>
            <pc:docMk/>
            <pc:sldMk cId="2748539965" sldId="281"/>
            <ac:spMk id="9" creationId="{B7F4F351-2038-4B2C-82D0-EAAB476465B3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5:55.421" v="67" actId="20577"/>
          <ac:spMkLst>
            <pc:docMk/>
            <pc:sldMk cId="2748539965" sldId="281"/>
            <ac:spMk id="12" creationId="{3EF9BD0A-CEFD-4DCF-AF08-56E79AF466AB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5:17.030" v="62" actId="1076"/>
          <ac:spMkLst>
            <pc:docMk/>
            <pc:sldMk cId="2748539965" sldId="281"/>
            <ac:spMk id="13" creationId="{8FDA8C06-D6A2-46B4-A56F-B4354CD07649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4:51.764" v="57"/>
          <ac:spMkLst>
            <pc:docMk/>
            <pc:sldMk cId="2748539965" sldId="281"/>
            <ac:spMk id="14" creationId="{08B1B855-4D42-43F8-998D-A174EC50B00E}"/>
          </ac:spMkLst>
        </pc:spChg>
        <pc:spChg chg="add mod">
          <ac:chgData name="Reynolds, Matthew" userId="S::matthew.reynolds@yale.edu::2b490455-b4e6-4f98-8ada-f0fd89e17c13" providerId="AD" clId="Web-{AF125403-FADF-AF99-DC29-4AA24772C79F}" dt="2020-02-18T19:45:04.718" v="61" actId="1076"/>
          <ac:spMkLst>
            <pc:docMk/>
            <pc:sldMk cId="2748539965" sldId="281"/>
            <ac:spMk id="28" creationId="{92F640A2-4FD7-4DEC-83FB-FC077B82A9A0}"/>
          </ac:spMkLst>
        </pc:spChg>
        <pc:cxnChg chg="add">
          <ac:chgData name="Reynolds, Matthew" userId="S::matthew.reynolds@yale.edu::2b490455-b4e6-4f98-8ada-f0fd89e17c13" providerId="AD" clId="Web-{AF125403-FADF-AF99-DC29-4AA24772C79F}" dt="2020-02-18T19:44:51.779" v="58"/>
          <ac:cxnSpMkLst>
            <pc:docMk/>
            <pc:sldMk cId="2748539965" sldId="281"/>
            <ac:cxnSpMk id="15" creationId="{A1218194-BE7E-4273-A819-9DD11A44003E}"/>
          </ac:cxnSpMkLst>
        </pc:cxnChg>
        <pc:cxnChg chg="add">
          <ac:chgData name="Reynolds, Matthew" userId="S::matthew.reynolds@yale.edu::2b490455-b4e6-4f98-8ada-f0fd89e17c13" providerId="AD" clId="Web-{AF125403-FADF-AF99-DC29-4AA24772C79F}" dt="2020-02-18T19:44:51.795" v="59"/>
          <ac:cxnSpMkLst>
            <pc:docMk/>
            <pc:sldMk cId="2748539965" sldId="281"/>
            <ac:cxnSpMk id="20" creationId="{071DAA99-5DEC-4350-8F4C-1A8320ECC8E7}"/>
          </ac:cxnSpMkLst>
        </pc:cxnChg>
      </pc:sldChg>
      <pc:sldChg chg="addSp modSp add replId">
        <pc:chgData name="Reynolds, Matthew" userId="S::matthew.reynolds@yale.edu::2b490455-b4e6-4f98-8ada-f0fd89e17c13" providerId="AD" clId="Web-{AF125403-FADF-AF99-DC29-4AA24772C79F}" dt="2020-02-18T19:48:38.501" v="87" actId="20577"/>
        <pc:sldMkLst>
          <pc:docMk/>
          <pc:sldMk cId="273415726" sldId="282"/>
        </pc:sldMkLst>
        <pc:spChg chg="mod">
          <ac:chgData name="Reynolds, Matthew" userId="S::matthew.reynolds@yale.edu::2b490455-b4e6-4f98-8ada-f0fd89e17c13" providerId="AD" clId="Web-{AF125403-FADF-AF99-DC29-4AA24772C79F}" dt="2020-02-18T19:48:38.501" v="87" actId="20577"/>
          <ac:spMkLst>
            <pc:docMk/>
            <pc:sldMk cId="273415726" sldId="282"/>
            <ac:spMk id="9" creationId="{B7F4F351-2038-4B2C-82D0-EAAB476465B3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48:33.048" v="84" actId="20577"/>
          <ac:spMkLst>
            <pc:docMk/>
            <pc:sldMk cId="273415726" sldId="282"/>
            <ac:spMk id="14" creationId="{08B1B855-4D42-43F8-998D-A174EC50B00E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8:00.782" v="76"/>
          <ac:spMkLst>
            <pc:docMk/>
            <pc:sldMk cId="273415726" sldId="282"/>
            <ac:spMk id="30" creationId="{B63FE671-5D73-4BEF-B60A-05F6135E3884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8:00.813" v="77"/>
          <ac:spMkLst>
            <pc:docMk/>
            <pc:sldMk cId="273415726" sldId="282"/>
            <ac:spMk id="31" creationId="{DC84091B-9899-4B84-A31E-558C0F027D36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48:00.829" v="78"/>
          <ac:spMkLst>
            <pc:docMk/>
            <pc:sldMk cId="273415726" sldId="282"/>
            <ac:spMk id="32" creationId="{33AAB294-C595-4A8A-B9F1-A3B034988D82}"/>
          </ac:spMkLst>
        </pc:spChg>
        <pc:cxnChg chg="add">
          <ac:chgData name="Reynolds, Matthew" userId="S::matthew.reynolds@yale.edu::2b490455-b4e6-4f98-8ada-f0fd89e17c13" providerId="AD" clId="Web-{AF125403-FADF-AF99-DC29-4AA24772C79F}" dt="2020-02-18T19:48:00.767" v="75"/>
          <ac:cxnSpMkLst>
            <pc:docMk/>
            <pc:sldMk cId="273415726" sldId="282"/>
            <ac:cxnSpMk id="29" creationId="{A5DFC6EA-175F-43DE-AA33-56FEF90E49F9}"/>
          </ac:cxnSpMkLst>
        </pc:cxnChg>
        <pc:cxnChg chg="add">
          <ac:chgData name="Reynolds, Matthew" userId="S::matthew.reynolds@yale.edu::2b490455-b4e6-4f98-8ada-f0fd89e17c13" providerId="AD" clId="Web-{AF125403-FADF-AF99-DC29-4AA24772C79F}" dt="2020-02-18T19:48:26.501" v="83"/>
          <ac:cxnSpMkLst>
            <pc:docMk/>
            <pc:sldMk cId="273415726" sldId="282"/>
            <ac:cxnSpMk id="33" creationId="{816838A6-3067-4D31-AC5D-CF597A28A988}"/>
          </ac:cxnSpMkLst>
        </pc:cxnChg>
      </pc:sldChg>
      <pc:sldChg chg="addSp modSp add replId">
        <pc:chgData name="Reynolds, Matthew" userId="S::matthew.reynolds@yale.edu::2b490455-b4e6-4f98-8ada-f0fd89e17c13" providerId="AD" clId="Web-{AF125403-FADF-AF99-DC29-4AA24772C79F}" dt="2020-02-18T19:51:16.207" v="103"/>
        <pc:sldMkLst>
          <pc:docMk/>
          <pc:sldMk cId="691816092" sldId="283"/>
        </pc:sldMkLst>
        <pc:spChg chg="mod">
          <ac:chgData name="Reynolds, Matthew" userId="S::matthew.reynolds@yale.edu::2b490455-b4e6-4f98-8ada-f0fd89e17c13" providerId="AD" clId="Web-{AF125403-FADF-AF99-DC29-4AA24772C79F}" dt="2020-02-18T19:51:03.582" v="100"/>
          <ac:spMkLst>
            <pc:docMk/>
            <pc:sldMk cId="691816092" sldId="283"/>
            <ac:spMk id="3" creationId="{3195BCFF-A0C5-4B71-AF73-25D0141266F1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535" v="97"/>
          <ac:spMkLst>
            <pc:docMk/>
            <pc:sldMk cId="691816092" sldId="283"/>
            <ac:spMk id="4" creationId="{757D882E-50C2-4A2C-BDDE-F56CFDEDC5E2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550" v="98"/>
          <ac:spMkLst>
            <pc:docMk/>
            <pc:sldMk cId="691816092" sldId="283"/>
            <ac:spMk id="6" creationId="{EE00A463-DB1F-4C56-AB94-F85CF0153002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16.191" v="102"/>
          <ac:spMkLst>
            <pc:docMk/>
            <pc:sldMk cId="691816092" sldId="283"/>
            <ac:spMk id="9" creationId="{B7F4F351-2038-4B2C-82D0-EAAB476465B3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16.160" v="101"/>
          <ac:spMkLst>
            <pc:docMk/>
            <pc:sldMk cId="691816092" sldId="283"/>
            <ac:spMk id="12" creationId="{3EF9BD0A-CEFD-4DCF-AF08-56E79AF466AB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16.207" v="103"/>
          <ac:spMkLst>
            <pc:docMk/>
            <pc:sldMk cId="691816092" sldId="283"/>
            <ac:spMk id="14" creationId="{08B1B855-4D42-43F8-998D-A174EC50B00E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457" v="93"/>
          <ac:spMkLst>
            <pc:docMk/>
            <pc:sldMk cId="691816092" sldId="283"/>
            <ac:spMk id="17" creationId="{6C1D5B45-B917-41EB-9AD9-BED49FBE396E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472" v="94"/>
          <ac:spMkLst>
            <pc:docMk/>
            <pc:sldMk cId="691816092" sldId="283"/>
            <ac:spMk id="19" creationId="{4ABDB609-1D8A-4308-A5E6-B931FA6A1605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488" v="95"/>
          <ac:spMkLst>
            <pc:docMk/>
            <pc:sldMk cId="691816092" sldId="283"/>
            <ac:spMk id="24" creationId="{F17F159B-F827-4A73-99D4-AC764859C7E2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519" v="96"/>
          <ac:spMkLst>
            <pc:docMk/>
            <pc:sldMk cId="691816092" sldId="283"/>
            <ac:spMk id="26" creationId="{12D8D785-C4B8-4757-80D2-206E4CE2A5BC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566" v="99"/>
          <ac:spMkLst>
            <pc:docMk/>
            <pc:sldMk cId="691816092" sldId="283"/>
            <ac:spMk id="27" creationId="{84F27887-D82D-4E3D-8713-1499011F5FEB}"/>
          </ac:spMkLst>
        </pc:spChg>
        <pc:spChg chg="add">
          <ac:chgData name="Reynolds, Matthew" userId="S::matthew.reynolds@yale.edu::2b490455-b4e6-4f98-8ada-f0fd89e17c13" providerId="AD" clId="Web-{AF125403-FADF-AF99-DC29-4AA24772C79F}" dt="2020-02-18T19:50:31.753" v="91"/>
          <ac:spMkLst>
            <pc:docMk/>
            <pc:sldMk cId="691816092" sldId="283"/>
            <ac:spMk id="34" creationId="{5B692216-4C40-4116-911D-5ED415306389}"/>
          </ac:spMkLst>
        </pc:spChg>
        <pc:spChg chg="mod">
          <ac:chgData name="Reynolds, Matthew" userId="S::matthew.reynolds@yale.edu::2b490455-b4e6-4f98-8ada-f0fd89e17c13" providerId="AD" clId="Web-{AF125403-FADF-AF99-DC29-4AA24772C79F}" dt="2020-02-18T19:51:03.425" v="92"/>
          <ac:spMkLst>
            <pc:docMk/>
            <pc:sldMk cId="691816092" sldId="283"/>
            <ac:spMk id="75" creationId="{00000000-0000-0000-0000-000000000000}"/>
          </ac:spMkLst>
        </pc:spChg>
      </pc:sldChg>
    </pc:docChg>
  </pc:docChgLst>
  <pc:docChgLst>
    <pc:chgData name="Reynolds, Matthew" userId="S::matthew.reynolds@yale.edu::2b490455-b4e6-4f98-8ada-f0fd89e17c13" providerId="AD" clId="Web-{D1542926-3CBE-61AE-8A78-31192E1E717C}"/>
    <pc:docChg chg="addSld delSld modSld sldOrd">
      <pc:chgData name="Reynolds, Matthew" userId="S::matthew.reynolds@yale.edu::2b490455-b4e6-4f98-8ada-f0fd89e17c13" providerId="AD" clId="Web-{D1542926-3CBE-61AE-8A78-31192E1E717C}" dt="2020-02-20T16:22:58.083" v="442"/>
      <pc:docMkLst>
        <pc:docMk/>
      </pc:docMkLst>
      <pc:sldChg chg="addSp delSp modSp addAnim delAnim">
        <pc:chgData name="Reynolds, Matthew" userId="S::matthew.reynolds@yale.edu::2b490455-b4e6-4f98-8ada-f0fd89e17c13" providerId="AD" clId="Web-{D1542926-3CBE-61AE-8A78-31192E1E717C}" dt="2020-02-20T16:19:11.121" v="331"/>
        <pc:sldMkLst>
          <pc:docMk/>
          <pc:sldMk cId="595522535" sldId="270"/>
        </pc:sldMkLst>
        <pc:spChg chg="add">
          <ac:chgData name="Reynolds, Matthew" userId="S::matthew.reynolds@yale.edu::2b490455-b4e6-4f98-8ada-f0fd89e17c13" providerId="AD" clId="Web-{D1542926-3CBE-61AE-8A78-31192E1E717C}" dt="2020-02-20T15:48:55.209" v="163"/>
          <ac:spMkLst>
            <pc:docMk/>
            <pc:sldMk cId="595522535" sldId="270"/>
            <ac:spMk id="2" creationId="{8C11C10B-9FD3-4BB7-A01F-AB94159D023F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1.121" v="331"/>
          <ac:spMkLst>
            <pc:docMk/>
            <pc:sldMk cId="595522535" sldId="270"/>
            <ac:spMk id="4" creationId="{8E1264D9-94C1-459E-9DE5-5F80FD911F4D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33:42.518" v="23" actId="1076"/>
          <ac:spMkLst>
            <pc:docMk/>
            <pc:sldMk cId="595522535" sldId="270"/>
            <ac:spMk id="43" creationId="{53DE92C2-C8F1-47DD-98FE-9DEDE2C81FA7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5:48:54.693" v="162"/>
          <ac:spMkLst>
            <pc:docMk/>
            <pc:sldMk cId="595522535" sldId="270"/>
            <ac:spMk id="44" creationId="{0E9A1D84-BFE9-4D02-AC53-E7B1CE87A179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33:20.004" v="18" actId="1076"/>
          <ac:spMkLst>
            <pc:docMk/>
            <pc:sldMk cId="595522535" sldId="270"/>
            <ac:spMk id="7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33:38.690" v="21" actId="1076"/>
          <ac:spMkLst>
            <pc:docMk/>
            <pc:sldMk cId="595522535" sldId="270"/>
            <ac:spMk id="10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33:38.705" v="22" actId="1076"/>
          <ac:spMkLst>
            <pc:docMk/>
            <pc:sldMk cId="595522535" sldId="270"/>
            <ac:spMk id="109" creationId="{00000000-0000-0000-0000-000000000000}"/>
          </ac:spMkLst>
        </pc:spChg>
        <pc:cxnChg chg="add mod">
          <ac:chgData name="Reynolds, Matthew" userId="S::matthew.reynolds@yale.edu::2b490455-b4e6-4f98-8ada-f0fd89e17c13" providerId="AD" clId="Web-{D1542926-3CBE-61AE-8A78-31192E1E717C}" dt="2020-02-20T16:18:51.933" v="330"/>
          <ac:cxnSpMkLst>
            <pc:docMk/>
            <pc:sldMk cId="595522535" sldId="270"/>
            <ac:cxnSpMk id="3" creationId="{56B83D41-37B8-4E68-A9B2-EC466C6BC138}"/>
          </ac:cxnSpMkLst>
        </pc:cxnChg>
        <pc:cxnChg chg="mod">
          <ac:chgData name="Reynolds, Matthew" userId="S::matthew.reynolds@yale.edu::2b490455-b4e6-4f98-8ada-f0fd89e17c13" providerId="AD" clId="Web-{D1542926-3CBE-61AE-8A78-31192E1E717C}" dt="2020-02-20T15:33:17.925" v="17" actId="14100"/>
          <ac:cxnSpMkLst>
            <pc:docMk/>
            <pc:sldMk cId="595522535" sldId="270"/>
            <ac:cxnSpMk id="18" creationId="{00000000-0000-0000-0000-000000000000}"/>
          </ac:cxnSpMkLst>
        </pc:cxnChg>
        <pc:cxnChg chg="del mod">
          <ac:chgData name="Reynolds, Matthew" userId="S::matthew.reynolds@yale.edu::2b490455-b4e6-4f98-8ada-f0fd89e17c13" providerId="AD" clId="Web-{D1542926-3CBE-61AE-8A78-31192E1E717C}" dt="2020-02-20T16:18:45.870" v="327"/>
          <ac:cxnSpMkLst>
            <pc:docMk/>
            <pc:sldMk cId="595522535" sldId="270"/>
            <ac:cxnSpMk id="21" creationId="{00000000-0000-0000-0000-000000000000}"/>
          </ac:cxnSpMkLst>
        </pc:cxnChg>
      </pc:sldChg>
      <pc:sldChg chg="addSp delSp modSp">
        <pc:chgData name="Reynolds, Matthew" userId="S::matthew.reynolds@yale.edu::2b490455-b4e6-4f98-8ada-f0fd89e17c13" providerId="AD" clId="Web-{D1542926-3CBE-61AE-8A78-31192E1E717C}" dt="2020-02-20T15:49:15.960" v="170"/>
        <pc:sldMkLst>
          <pc:docMk/>
          <pc:sldMk cId="3264022524" sldId="273"/>
        </pc:sldMkLst>
        <pc:spChg chg="add mod">
          <ac:chgData name="Reynolds, Matthew" userId="S::matthew.reynolds@yale.edu::2b490455-b4e6-4f98-8ada-f0fd89e17c13" providerId="AD" clId="Web-{D1542926-3CBE-61AE-8A78-31192E1E717C}" dt="2020-02-20T15:49:15.960" v="170"/>
          <ac:spMkLst>
            <pc:docMk/>
            <pc:sldMk cId="3264022524" sldId="273"/>
            <ac:spMk id="2" creationId="{40120246-3B0D-4A21-8033-DD454A53C337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9:08.194" v="168"/>
          <ac:spMkLst>
            <pc:docMk/>
            <pc:sldMk cId="3264022524" sldId="273"/>
            <ac:spMk id="3" creationId="{319CCFB6-CEB2-4AB9-A08D-56EA2A74BF99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5:49:02.850" v="166"/>
          <ac:spMkLst>
            <pc:docMk/>
            <pc:sldMk cId="3264022524" sldId="273"/>
            <ac:spMk id="43" creationId="{53DE92C2-C8F1-47DD-98FE-9DEDE2C81FA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5:49:07.928" v="167"/>
          <ac:spMkLst>
            <pc:docMk/>
            <pc:sldMk cId="3264022524" sldId="273"/>
            <ac:spMk id="44" creationId="{0E9A1D84-BFE9-4D02-AC53-E7B1CE87A179}"/>
          </ac:spMkLst>
        </pc:spChg>
      </pc:sldChg>
      <pc:sldChg chg="del ord">
        <pc:chgData name="Reynolds, Matthew" userId="S::matthew.reynolds@yale.edu::2b490455-b4e6-4f98-8ada-f0fd89e17c13" providerId="AD" clId="Web-{D1542926-3CBE-61AE-8A78-31192E1E717C}" dt="2020-02-20T15:36:27.134" v="27"/>
        <pc:sldMkLst>
          <pc:docMk/>
          <pc:sldMk cId="1164823392" sldId="276"/>
        </pc:sldMkLst>
      </pc:sldChg>
      <pc:sldChg chg="addSp delSp add del">
        <pc:chgData name="Reynolds, Matthew" userId="S::matthew.reynolds@yale.edu::2b490455-b4e6-4f98-8ada-f0fd89e17c13" providerId="AD" clId="Web-{D1542926-3CBE-61AE-8A78-31192E1E717C}" dt="2020-02-20T16:19:20.575" v="338"/>
        <pc:sldMkLst>
          <pc:docMk/>
          <pc:sldMk cId="992819582" sldId="279"/>
        </pc:sldMkLst>
        <pc:spChg chg="add">
          <ac:chgData name="Reynolds, Matthew" userId="S::matthew.reynolds@yale.edu::2b490455-b4e6-4f98-8ada-f0fd89e17c13" providerId="AD" clId="Web-{D1542926-3CBE-61AE-8A78-31192E1E717C}" dt="2020-02-20T16:19:20.575" v="338"/>
          <ac:spMkLst>
            <pc:docMk/>
            <pc:sldMk cId="992819582" sldId="279"/>
            <ac:spMk id="3" creationId="{5C28CF03-08A3-4B1C-BB94-56F1FAE318BF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38:29.748" v="44"/>
          <ac:spMkLst>
            <pc:docMk/>
            <pc:sldMk cId="992819582" sldId="279"/>
            <ac:spMk id="28" creationId="{09C3D6BD-B474-4A03-8506-5C0B9AA35A17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38:29.748" v="44"/>
          <ac:spMkLst>
            <pc:docMk/>
            <pc:sldMk cId="992819582" sldId="279"/>
            <ac:spMk id="31" creationId="{BF8C6509-B2D9-4663-ADFC-6A768D111E76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38:29.748" v="44"/>
          <ac:spMkLst>
            <pc:docMk/>
            <pc:sldMk cId="992819582" sldId="279"/>
            <ac:spMk id="32" creationId="{E30075FC-57A1-4C4A-9037-71B48FCF3674}"/>
          </ac:spMkLst>
        </pc:spChg>
        <pc:cxnChg chg="add del">
          <ac:chgData name="Reynolds, Matthew" userId="S::matthew.reynolds@yale.edu::2b490455-b4e6-4f98-8ada-f0fd89e17c13" providerId="AD" clId="Web-{D1542926-3CBE-61AE-8A78-31192E1E717C}" dt="2020-02-20T15:38:29.748" v="44"/>
          <ac:cxnSpMkLst>
            <pc:docMk/>
            <pc:sldMk cId="992819582" sldId="279"/>
            <ac:cxnSpMk id="29" creationId="{48E88C08-EB96-4672-AA61-F53C13D04D31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38:29.748" v="44"/>
          <ac:cxnSpMkLst>
            <pc:docMk/>
            <pc:sldMk cId="992819582" sldId="279"/>
            <ac:cxnSpMk id="30" creationId="{957A4FA6-FF07-44B4-8846-1887ECB4E026}"/>
          </ac:cxnSpMkLst>
        </pc:cxnChg>
      </pc:sldChg>
      <pc:sldChg chg="addSp">
        <pc:chgData name="Reynolds, Matthew" userId="S::matthew.reynolds@yale.edu::2b490455-b4e6-4f98-8ada-f0fd89e17c13" providerId="AD" clId="Web-{D1542926-3CBE-61AE-8A78-31192E1E717C}" dt="2020-02-20T16:19:24.684" v="339"/>
        <pc:sldMkLst>
          <pc:docMk/>
          <pc:sldMk cId="3693428185" sldId="280"/>
        </pc:sldMkLst>
        <pc:spChg chg="add">
          <ac:chgData name="Reynolds, Matthew" userId="S::matthew.reynolds@yale.edu::2b490455-b4e6-4f98-8ada-f0fd89e17c13" providerId="AD" clId="Web-{D1542926-3CBE-61AE-8A78-31192E1E717C}" dt="2020-02-20T16:19:24.684" v="339"/>
          <ac:spMkLst>
            <pc:docMk/>
            <pc:sldMk cId="3693428185" sldId="280"/>
            <ac:spMk id="9" creationId="{B17FCB62-2962-421B-AF82-7C1203DF92EB}"/>
          </ac:spMkLst>
        </pc:spChg>
      </pc:sldChg>
      <pc:sldChg chg="addSp del addAnim">
        <pc:chgData name="Reynolds, Matthew" userId="S::matthew.reynolds@yale.edu::2b490455-b4e6-4f98-8ada-f0fd89e17c13" providerId="AD" clId="Web-{D1542926-3CBE-61AE-8A78-31192E1E717C}" dt="2020-02-20T15:37:55.887" v="41"/>
        <pc:sldMkLst>
          <pc:docMk/>
          <pc:sldMk cId="371811617" sldId="284"/>
        </pc:sldMkLst>
        <pc:spChg chg="add">
          <ac:chgData name="Reynolds, Matthew" userId="S::matthew.reynolds@yale.edu::2b490455-b4e6-4f98-8ada-f0fd89e17c13" providerId="AD" clId="Web-{D1542926-3CBE-61AE-8A78-31192E1E717C}" dt="2020-02-20T15:37:05.401" v="29"/>
          <ac:spMkLst>
            <pc:docMk/>
            <pc:sldMk cId="371811617" sldId="284"/>
            <ac:spMk id="2" creationId="{F22A1CBA-AD5E-44AC-87D1-EB62DEB9798F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7:05.448" v="32"/>
          <ac:spMkLst>
            <pc:docMk/>
            <pc:sldMk cId="371811617" sldId="284"/>
            <ac:spMk id="6" creationId="{71C622E0-79C0-4C55-B606-2D7249F5CE5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7:05.479" v="33"/>
          <ac:spMkLst>
            <pc:docMk/>
            <pc:sldMk cId="371811617" sldId="284"/>
            <ac:spMk id="7" creationId="{82192F38-EC60-47D9-8EE2-5BE68A5D8592}"/>
          </ac:spMkLst>
        </pc:spChg>
        <pc:cxnChg chg="add">
          <ac:chgData name="Reynolds, Matthew" userId="S::matthew.reynolds@yale.edu::2b490455-b4e6-4f98-8ada-f0fd89e17c13" providerId="AD" clId="Web-{D1542926-3CBE-61AE-8A78-31192E1E717C}" dt="2020-02-20T15:37:05.416" v="30"/>
          <ac:cxnSpMkLst>
            <pc:docMk/>
            <pc:sldMk cId="371811617" sldId="284"/>
            <ac:cxnSpMk id="3" creationId="{5839D6B2-0C47-4846-A265-A6C9BB3B93D3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37:05.432" v="31"/>
          <ac:cxnSpMkLst>
            <pc:docMk/>
            <pc:sldMk cId="371811617" sldId="284"/>
            <ac:cxnSpMk id="4" creationId="{3173B839-9C87-4121-86AA-2B169BA14537}"/>
          </ac:cxnSpMkLst>
        </pc:cxnChg>
      </pc:sldChg>
      <pc:sldChg chg="add del replId">
        <pc:chgData name="Reynolds, Matthew" userId="S::matthew.reynolds@yale.edu::2b490455-b4e6-4f98-8ada-f0fd89e17c13" providerId="AD" clId="Web-{D1542926-3CBE-61AE-8A78-31192E1E717C}" dt="2020-02-20T15:39:34.281" v="51"/>
        <pc:sldMkLst>
          <pc:docMk/>
          <pc:sldMk cId="3357687297" sldId="285"/>
        </pc:sldMkLst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19:12.918" v="332"/>
        <pc:sldMkLst>
          <pc:docMk/>
          <pc:sldMk cId="132203643" sldId="286"/>
        </pc:sldMkLst>
        <pc:spChg chg="add">
          <ac:chgData name="Reynolds, Matthew" userId="S::matthew.reynolds@yale.edu::2b490455-b4e6-4f98-8ada-f0fd89e17c13" providerId="AD" clId="Web-{D1542926-3CBE-61AE-8A78-31192E1E717C}" dt="2020-02-20T15:37:19.933" v="34"/>
          <ac:spMkLst>
            <pc:docMk/>
            <pc:sldMk cId="132203643" sldId="286"/>
            <ac:spMk id="2" creationId="{07864241-992A-41AC-899A-F37C6FC9CCE7}"/>
          </ac:spMkLst>
        </pc:spChg>
        <pc:spChg chg="add del ord">
          <ac:chgData name="Reynolds, Matthew" userId="S::matthew.reynolds@yale.edu::2b490455-b4e6-4f98-8ada-f0fd89e17c13" providerId="AD" clId="Web-{D1542926-3CBE-61AE-8A78-31192E1E717C}" dt="2020-02-20T15:58:43.669" v="210"/>
          <ac:spMkLst>
            <pc:docMk/>
            <pc:sldMk cId="132203643" sldId="286"/>
            <ac:spMk id="5" creationId="{00000000-0000-0000-0000-00000000000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7:19.979" v="37"/>
          <ac:spMkLst>
            <pc:docMk/>
            <pc:sldMk cId="132203643" sldId="286"/>
            <ac:spMk id="6" creationId="{3C1D6AA6-77AE-4686-93A2-892E9AA6FED6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7:19.995" v="38"/>
          <ac:spMkLst>
            <pc:docMk/>
            <pc:sldMk cId="132203643" sldId="286"/>
            <ac:spMk id="7" creationId="{3BA50737-7F09-45C4-8F58-7678297D240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8:50.834" v="161"/>
          <ac:spMkLst>
            <pc:docMk/>
            <pc:sldMk cId="132203643" sldId="286"/>
            <ac:spMk id="8" creationId="{F10F7286-4519-4B8D-A619-23EBCF0F210F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2.918" v="332"/>
          <ac:spMkLst>
            <pc:docMk/>
            <pc:sldMk cId="132203643" sldId="286"/>
            <ac:spMk id="42" creationId="{0D98598B-14DC-4CCB-8469-74B53C01504C}"/>
          </ac:spMkLst>
        </pc:spChg>
        <pc:spChg chg="mod ord">
          <ac:chgData name="Reynolds, Matthew" userId="S::matthew.reynolds@yale.edu::2b490455-b4e6-4f98-8ada-f0fd89e17c13" providerId="AD" clId="Web-{D1542926-3CBE-61AE-8A78-31192E1E717C}" dt="2020-02-20T15:55:44.459" v="197"/>
          <ac:spMkLst>
            <pc:docMk/>
            <pc:sldMk cId="132203643" sldId="286"/>
            <ac:spMk id="43" creationId="{53DE92C2-C8F1-47DD-98FE-9DEDE2C81FA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5:48:50.600" v="160"/>
          <ac:spMkLst>
            <pc:docMk/>
            <pc:sldMk cId="132203643" sldId="286"/>
            <ac:spMk id="44" creationId="{0E9A1D84-BFE9-4D02-AC53-E7B1CE87A179}"/>
          </ac:spMkLst>
        </pc:spChg>
        <pc:spChg chg="add del mod ord">
          <ac:chgData name="Reynolds, Matthew" userId="S::matthew.reynolds@yale.edu::2b490455-b4e6-4f98-8ada-f0fd89e17c13" providerId="AD" clId="Web-{D1542926-3CBE-61AE-8A78-31192E1E717C}" dt="2020-02-20T15:55:52.459" v="198"/>
          <ac:spMkLst>
            <pc:docMk/>
            <pc:sldMk cId="132203643" sldId="286"/>
            <ac:spMk id="75" creationId="{00000000-0000-0000-0000-000000000000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50:46.901" v="172"/>
          <ac:spMkLst>
            <pc:docMk/>
            <pc:sldMk cId="132203643" sldId="286"/>
            <ac:spMk id="108" creationId="{00000000-0000-0000-0000-000000000000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50:46.916" v="173"/>
          <ac:spMkLst>
            <pc:docMk/>
            <pc:sldMk cId="132203643" sldId="286"/>
            <ac:spMk id="109" creationId="{00000000-0000-0000-0000-000000000000}"/>
          </ac:spMkLst>
        </pc:spChg>
        <pc:cxnChg chg="add">
          <ac:chgData name="Reynolds, Matthew" userId="S::matthew.reynolds@yale.edu::2b490455-b4e6-4f98-8ada-f0fd89e17c13" providerId="AD" clId="Web-{D1542926-3CBE-61AE-8A78-31192E1E717C}" dt="2020-02-20T15:37:19.948" v="35"/>
          <ac:cxnSpMkLst>
            <pc:docMk/>
            <pc:sldMk cId="132203643" sldId="286"/>
            <ac:cxnSpMk id="3" creationId="{CDD32F39-50F6-4F83-8A9D-27B0E8A87F0A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37:19.964" v="36"/>
          <ac:cxnSpMkLst>
            <pc:docMk/>
            <pc:sldMk cId="132203643" sldId="286"/>
            <ac:cxnSpMk id="4" creationId="{ECF4D6E7-3BAE-407D-A70F-038A66A4C78D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57:42.776" v="206"/>
          <ac:cxnSpMkLst>
            <pc:docMk/>
            <pc:sldMk cId="132203643" sldId="286"/>
            <ac:cxnSpMk id="9" creationId="{A4906B37-4C88-464E-B9CE-06F106CEE590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58:53.481" v="212"/>
          <ac:cxnSpMkLst>
            <pc:docMk/>
            <pc:sldMk cId="132203643" sldId="286"/>
            <ac:cxnSpMk id="10" creationId="{75C96AB7-B82C-4AD9-A139-65BCE8F31F6D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59:03.091" v="216"/>
          <ac:cxnSpMkLst>
            <pc:docMk/>
            <pc:sldMk cId="132203643" sldId="286"/>
            <ac:cxnSpMk id="11" creationId="{54A71653-AE00-42FA-8416-2BDF760F1B94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59:12.920" v="220"/>
          <ac:cxnSpMkLst>
            <pc:docMk/>
            <pc:sldMk cId="132203643" sldId="286"/>
            <ac:cxnSpMk id="12" creationId="{E30F6DA0-4D3F-4DFA-A849-ADBAD73684DE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59:10.263" v="219"/>
          <ac:cxnSpMkLst>
            <pc:docMk/>
            <pc:sldMk cId="132203643" sldId="286"/>
            <ac:cxnSpMk id="13" creationId="{3BAE5FF0-5CD9-4CA4-875F-EAA2EA297FE4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44.189" v="240"/>
          <ac:cxnSpMkLst>
            <pc:docMk/>
            <pc:sldMk cId="132203643" sldId="286"/>
            <ac:cxnSpMk id="14" creationId="{6AA87945-7193-4C39-814D-CF194278B63E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42.002" v="239"/>
          <ac:cxnSpMkLst>
            <pc:docMk/>
            <pc:sldMk cId="132203643" sldId="286"/>
            <ac:cxnSpMk id="16" creationId="{8C087BBC-F1C4-48CB-BE1E-EBE8E2956B23}"/>
          </ac:cxnSpMkLst>
        </pc:cxnChg>
        <pc:cxnChg chg="mod modVis">
          <ac:chgData name="Reynolds, Matthew" userId="S::matthew.reynolds@yale.edu::2b490455-b4e6-4f98-8ada-f0fd89e17c13" providerId="AD" clId="Web-{D1542926-3CBE-61AE-8A78-31192E1E717C}" dt="2020-02-20T16:02:57.913" v="250"/>
          <ac:cxnSpMkLst>
            <pc:docMk/>
            <pc:sldMk cId="132203643" sldId="286"/>
            <ac:cxnSpMk id="18" creationId="{00000000-0000-0000-0000-000000000000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39.767" v="238"/>
          <ac:cxnSpMkLst>
            <pc:docMk/>
            <pc:sldMk cId="132203643" sldId="286"/>
            <ac:cxnSpMk id="20" creationId="{8EE35CA4-8960-4FA4-84AC-1E669872FD9B}"/>
          </ac:cxnSpMkLst>
        </pc:cxnChg>
        <pc:cxnChg chg="add del mod">
          <ac:chgData name="Reynolds, Matthew" userId="S::matthew.reynolds@yale.edu::2b490455-b4e6-4f98-8ada-f0fd89e17c13" providerId="AD" clId="Web-{D1542926-3CBE-61AE-8A78-31192E1E717C}" dt="2020-02-20T16:18:34.870" v="326"/>
          <ac:cxnSpMkLst>
            <pc:docMk/>
            <pc:sldMk cId="132203643" sldId="286"/>
            <ac:cxnSpMk id="21" creationId="{00000000-0000-0000-0000-000000000000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37.548" v="237"/>
          <ac:cxnSpMkLst>
            <pc:docMk/>
            <pc:sldMk cId="132203643" sldId="286"/>
            <ac:cxnSpMk id="24" creationId="{4E963BEF-B376-433D-9A0A-613D13F521E3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35.110" v="236"/>
          <ac:cxnSpMkLst>
            <pc:docMk/>
            <pc:sldMk cId="132203643" sldId="286"/>
            <ac:cxnSpMk id="28" creationId="{FE0C54AD-7E76-428C-B9A2-EEE46128BE2F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32.611" v="235"/>
          <ac:cxnSpMkLst>
            <pc:docMk/>
            <pc:sldMk cId="132203643" sldId="286"/>
            <ac:cxnSpMk id="30" creationId="{A6DFDF53-6CB7-406D-B8F7-46F698E9E132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22" v="234"/>
          <ac:cxnSpMkLst>
            <pc:docMk/>
            <pc:sldMk cId="132203643" sldId="286"/>
            <ac:cxnSpMk id="32" creationId="{E96BAD36-E46C-4FA3-BB2A-B5CB18AC93D9}"/>
          </ac:cxnSpMkLst>
        </pc:cxnChg>
        <pc:cxnChg chg="add del mod">
          <ac:chgData name="Reynolds, Matthew" userId="S::matthew.reynolds@yale.edu::2b490455-b4e6-4f98-8ada-f0fd89e17c13" providerId="AD" clId="Web-{D1542926-3CBE-61AE-8A78-31192E1E717C}" dt="2020-02-20T16:00:04.609" v="233"/>
          <ac:cxnSpMkLst>
            <pc:docMk/>
            <pc:sldMk cId="132203643" sldId="286"/>
            <ac:cxnSpMk id="34" creationId="{ED5617F3-402E-4C7B-8198-4CDF45B07407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0:03.687" v="232"/>
          <ac:cxnSpMkLst>
            <pc:docMk/>
            <pc:sldMk cId="132203643" sldId="286"/>
            <ac:cxnSpMk id="36" creationId="{32989792-2AF6-4ED2-9B37-0DCE2D660B66}"/>
          </ac:cxnSpMkLst>
        </pc:cxnChg>
        <pc:cxnChg chg="add del mod">
          <ac:chgData name="Reynolds, Matthew" userId="S::matthew.reynolds@yale.edu::2b490455-b4e6-4f98-8ada-f0fd89e17c13" providerId="AD" clId="Web-{D1542926-3CBE-61AE-8A78-31192E1E717C}" dt="2020-02-20T16:01:15.987" v="246"/>
          <ac:cxnSpMkLst>
            <pc:docMk/>
            <pc:sldMk cId="132203643" sldId="286"/>
            <ac:cxnSpMk id="38" creationId="{B338A235-3F85-4F10-B34D-9A9363DC4D3F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7:56.549" v="324"/>
          <ac:cxnSpMkLst>
            <pc:docMk/>
            <pc:sldMk cId="132203643" sldId="286"/>
            <ac:cxnSpMk id="40" creationId="{62297CC1-FB91-4A98-B065-E712A09DC271}"/>
          </ac:cxnSpMkLst>
        </pc:cxnChg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20:26.312" v="363" actId="20577"/>
        <pc:sldMkLst>
          <pc:docMk/>
          <pc:sldMk cId="798224240" sldId="287"/>
        </pc:sldMkLst>
        <pc:spChg chg="mod">
          <ac:chgData name="Reynolds, Matthew" userId="S::matthew.reynolds@yale.edu::2b490455-b4e6-4f98-8ada-f0fd89e17c13" providerId="AD" clId="Web-{D1542926-3CBE-61AE-8A78-31192E1E717C}" dt="2020-02-20T16:20:26.312" v="363" actId="20577"/>
          <ac:spMkLst>
            <pc:docMk/>
            <pc:sldMk cId="798224240" sldId="287"/>
            <ac:spMk id="2" creationId="{07864241-992A-41AC-899A-F37C6FC9CCE7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6:20:22.874" v="360" actId="20577"/>
          <ac:spMkLst>
            <pc:docMk/>
            <pc:sldMk cId="798224240" sldId="287"/>
            <ac:spMk id="6" creationId="{3C1D6AA6-77AE-4686-93A2-892E9AA6FED6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6:20:11.780" v="357"/>
          <ac:spMkLst>
            <pc:docMk/>
            <pc:sldMk cId="798224240" sldId="287"/>
            <ac:spMk id="7" creationId="{3BA50737-7F09-45C4-8F58-7678297D240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9:10.155" v="45"/>
          <ac:spMkLst>
            <pc:docMk/>
            <pc:sldMk cId="798224240" sldId="287"/>
            <ac:spMk id="8" creationId="{E8D06724-F919-4F47-9B29-6F6F565F1921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9:10.202" v="48"/>
          <ac:spMkLst>
            <pc:docMk/>
            <pc:sldMk cId="798224240" sldId="287"/>
            <ac:spMk id="11" creationId="{87EFF43D-F5FA-4424-A2F7-E8BDB21F666A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39:10.218" v="49"/>
          <ac:spMkLst>
            <pc:docMk/>
            <pc:sldMk cId="798224240" sldId="287"/>
            <ac:spMk id="12" creationId="{33642658-8E67-44DD-BB82-BB230100B5E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8:47.849" v="159"/>
          <ac:spMkLst>
            <pc:docMk/>
            <pc:sldMk cId="798224240" sldId="287"/>
            <ac:spMk id="13" creationId="{D09F879E-FDAD-4FAC-BCCB-2366A676C584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6:03:34.070" v="263"/>
          <ac:spMkLst>
            <pc:docMk/>
            <pc:sldMk cId="798224240" sldId="287"/>
            <ac:spMk id="14" creationId="{C7C6428B-580E-4F40-AA34-656E44A4E047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6:03:34.055" v="260"/>
          <ac:spMkLst>
            <pc:docMk/>
            <pc:sldMk cId="798224240" sldId="287"/>
            <ac:spMk id="17" creationId="{9AEE9422-F707-4971-90C7-1C38DF250EED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6:03:34.055" v="259"/>
          <ac:spMkLst>
            <pc:docMk/>
            <pc:sldMk cId="798224240" sldId="287"/>
            <ac:spMk id="19" creationId="{5CA0C600-DA9F-40A6-A4BE-66D6B6D4996C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6:03:34.055" v="258"/>
          <ac:spMkLst>
            <pc:docMk/>
            <pc:sldMk cId="798224240" sldId="287"/>
            <ac:spMk id="23" creationId="{61042504-8EEE-4ABA-A818-CB2FF6CE1F9A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3:58.602" v="273"/>
          <ac:spMkLst>
            <pc:docMk/>
            <pc:sldMk cId="798224240" sldId="287"/>
            <ac:spMk id="27" creationId="{68D36097-41D3-4F3F-BBF3-DC4033931D73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3:58.649" v="276"/>
          <ac:spMkLst>
            <pc:docMk/>
            <pc:sldMk cId="798224240" sldId="287"/>
            <ac:spMk id="33" creationId="{2C9C69C9-AA5D-4ED1-88D5-9FB0476B9864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3:58.665" v="277"/>
          <ac:spMkLst>
            <pc:docMk/>
            <pc:sldMk cId="798224240" sldId="287"/>
            <ac:spMk id="35" creationId="{73FF88D0-4A1A-4765-AFFA-5778724164FB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3:58.680" v="278"/>
          <ac:spMkLst>
            <pc:docMk/>
            <pc:sldMk cId="798224240" sldId="287"/>
            <ac:spMk id="37" creationId="{6C76F4DB-CDFE-4939-A984-70D2244CBFDE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4.246" v="333"/>
          <ac:spMkLst>
            <pc:docMk/>
            <pc:sldMk cId="798224240" sldId="287"/>
            <ac:spMk id="39" creationId="{0245C55E-05F1-47B8-957C-F32A15ED2C8B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3:37.180" v="264"/>
          <ac:spMkLst>
            <pc:docMk/>
            <pc:sldMk cId="798224240" sldId="287"/>
            <ac:spMk id="43" creationId="{53DE92C2-C8F1-47DD-98FE-9DEDE2C81FA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5:48:47.630" v="158"/>
          <ac:spMkLst>
            <pc:docMk/>
            <pc:sldMk cId="798224240" sldId="287"/>
            <ac:spMk id="44" creationId="{0E9A1D84-BFE9-4D02-AC53-E7B1CE87A179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3:54.087" v="272"/>
          <ac:spMkLst>
            <pc:docMk/>
            <pc:sldMk cId="798224240" sldId="287"/>
            <ac:spMk id="75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3:42.852" v="269"/>
          <ac:spMkLst>
            <pc:docMk/>
            <pc:sldMk cId="798224240" sldId="287"/>
            <ac:spMk id="108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03:40.508" v="268"/>
          <ac:spMkLst>
            <pc:docMk/>
            <pc:sldMk cId="798224240" sldId="287"/>
            <ac:spMk id="109" creationId="{00000000-0000-0000-0000-000000000000}"/>
          </ac:spMkLst>
        </pc:spChg>
        <pc:cxnChg chg="mod">
          <ac:chgData name="Reynolds, Matthew" userId="S::matthew.reynolds@yale.edu::2b490455-b4e6-4f98-8ada-f0fd89e17c13" providerId="AD" clId="Web-{D1542926-3CBE-61AE-8A78-31192E1E717C}" dt="2020-02-20T16:20:16.827" v="358"/>
          <ac:cxnSpMkLst>
            <pc:docMk/>
            <pc:sldMk cId="798224240" sldId="287"/>
            <ac:cxnSpMk id="3" creationId="{CDD32F39-50F6-4F83-8A9D-27B0E8A87F0A}"/>
          </ac:cxnSpMkLst>
        </pc:cxnChg>
        <pc:cxnChg chg="mod">
          <ac:chgData name="Reynolds, Matthew" userId="S::matthew.reynolds@yale.edu::2b490455-b4e6-4f98-8ada-f0fd89e17c13" providerId="AD" clId="Web-{D1542926-3CBE-61AE-8A78-31192E1E717C}" dt="2020-02-20T16:20:16.843" v="359"/>
          <ac:cxnSpMkLst>
            <pc:docMk/>
            <pc:sldMk cId="798224240" sldId="287"/>
            <ac:cxnSpMk id="4" creationId="{ECF4D6E7-3BAE-407D-A70F-038A66A4C78D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39:10.171" v="46"/>
          <ac:cxnSpMkLst>
            <pc:docMk/>
            <pc:sldMk cId="798224240" sldId="287"/>
            <ac:cxnSpMk id="9" creationId="{96037B98-91B1-478E-A8C3-17F74761864B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39:10.187" v="47"/>
          <ac:cxnSpMkLst>
            <pc:docMk/>
            <pc:sldMk cId="798224240" sldId="287"/>
            <ac:cxnSpMk id="10" creationId="{28D5B7C1-C7D3-4013-9BC9-C1714A9581DA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3:34.055" v="262"/>
          <ac:cxnSpMkLst>
            <pc:docMk/>
            <pc:sldMk cId="798224240" sldId="287"/>
            <ac:cxnSpMk id="15" creationId="{10A621A5-2081-4844-BB4E-5CE01C1F821E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6:03:34.055" v="261"/>
          <ac:cxnSpMkLst>
            <pc:docMk/>
            <pc:sldMk cId="798224240" sldId="287"/>
            <ac:cxnSpMk id="16" creationId="{C61A0235-F144-4C37-9D7A-A09FE29FD802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3:52.399" v="271"/>
          <ac:cxnSpMkLst>
            <pc:docMk/>
            <pc:sldMk cId="798224240" sldId="287"/>
            <ac:cxnSpMk id="18" creationId="{00000000-0000-0000-0000-000000000000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3:44.430" v="270"/>
          <ac:cxnSpMkLst>
            <pc:docMk/>
            <pc:sldMk cId="798224240" sldId="287"/>
            <ac:cxnSpMk id="21" creationId="{00000000-0000-0000-0000-000000000000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3:58.618" v="274"/>
          <ac:cxnSpMkLst>
            <pc:docMk/>
            <pc:sldMk cId="798224240" sldId="287"/>
            <ac:cxnSpMk id="29" creationId="{6AE886FD-AE59-437B-9B6D-B8368C2DD910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3:58.618" v="275"/>
          <ac:cxnSpMkLst>
            <pc:docMk/>
            <pc:sldMk cId="798224240" sldId="287"/>
            <ac:cxnSpMk id="31" creationId="{4E221B39-17AC-4829-9EE1-72718F81E450}"/>
          </ac:cxnSpMkLst>
        </pc:cxnChg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22:02.253" v="417"/>
        <pc:sldMkLst>
          <pc:docMk/>
          <pc:sldMk cId="1611691824" sldId="288"/>
        </pc:sldMkLst>
        <pc:spChg chg="del mod">
          <ac:chgData name="Reynolds, Matthew" userId="S::matthew.reynolds@yale.edu::2b490455-b4e6-4f98-8ada-f0fd89e17c13" providerId="AD" clId="Web-{D1542926-3CBE-61AE-8A78-31192E1E717C}" dt="2020-02-20T16:20:52.766" v="373"/>
          <ac:spMkLst>
            <pc:docMk/>
            <pc:sldMk cId="1611691824" sldId="288"/>
            <ac:spMk id="2" creationId="{07864241-992A-41AC-899A-F37C6FC9CCE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0:46.703" v="368"/>
          <ac:spMkLst>
            <pc:docMk/>
            <pc:sldMk cId="1611691824" sldId="288"/>
            <ac:spMk id="6" creationId="{3C1D6AA6-77AE-4686-93A2-892E9AA6FED6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0:40.734" v="366"/>
          <ac:spMkLst>
            <pc:docMk/>
            <pc:sldMk cId="1611691824" sldId="288"/>
            <ac:spMk id="7" creationId="{3BA50737-7F09-45C4-8F58-7678297D2402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6:21:54.268" v="411" actId="20577"/>
          <ac:spMkLst>
            <pc:docMk/>
            <pc:sldMk cId="1611691824" sldId="288"/>
            <ac:spMk id="8" creationId="{E8D06724-F919-4F47-9B29-6F6F565F1921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6:21:50.909" v="408" actId="20577"/>
          <ac:spMkLst>
            <pc:docMk/>
            <pc:sldMk cId="1611691824" sldId="288"/>
            <ac:spMk id="11" creationId="{87EFF43D-F5FA-4424-A2F7-E8BDB21F666A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6:21:57.190" v="415"/>
          <ac:spMkLst>
            <pc:docMk/>
            <pc:sldMk cId="1611691824" sldId="288"/>
            <ac:spMk id="12" creationId="{33642658-8E67-44DD-BB82-BB230100B5E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0:13.220" v="52"/>
          <ac:spMkLst>
            <pc:docMk/>
            <pc:sldMk cId="1611691824" sldId="288"/>
            <ac:spMk id="13" creationId="{E1230DDF-4FEB-47E7-B4AA-6AAA305403A4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0:13.252" v="53"/>
          <ac:spMkLst>
            <pc:docMk/>
            <pc:sldMk cId="1611691824" sldId="288"/>
            <ac:spMk id="14" creationId="{0B2F4997-2DB0-4F18-A998-A3EB4B01D45F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0:13.298" v="56"/>
          <ac:spMkLst>
            <pc:docMk/>
            <pc:sldMk cId="1611691824" sldId="288"/>
            <ac:spMk id="17" creationId="{AC3BDA2E-485F-4273-967E-F9C46891065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5:48:43.146" v="156"/>
          <ac:spMkLst>
            <pc:docMk/>
            <pc:sldMk cId="1611691824" sldId="288"/>
            <ac:spMk id="19" creationId="{1DB978E7-58CD-4A62-97B6-2AEFBF0A66A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4:39.479" v="285"/>
          <ac:spMkLst>
            <pc:docMk/>
            <pc:sldMk cId="1611691824" sldId="288"/>
            <ac:spMk id="20" creationId="{66249E92-00DC-4C80-9B3E-48B4A517AB9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4:39.526" v="288"/>
          <ac:spMkLst>
            <pc:docMk/>
            <pc:sldMk cId="1611691824" sldId="288"/>
            <ac:spMk id="24" creationId="{71551895-80E8-444D-AA7D-C089E58EED7C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4:39.542" v="289"/>
          <ac:spMkLst>
            <pc:docMk/>
            <pc:sldMk cId="1611691824" sldId="288"/>
            <ac:spMk id="28" creationId="{A06E47B4-DA64-4DFF-A6CF-4D738A031C2B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4:39.573" v="290"/>
          <ac:spMkLst>
            <pc:docMk/>
            <pc:sldMk cId="1611691824" sldId="288"/>
            <ac:spMk id="30" creationId="{EF74C213-78DF-4EEA-83BF-DDA6EC24CA23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5.436" v="334"/>
          <ac:spMkLst>
            <pc:docMk/>
            <pc:sldMk cId="1611691824" sldId="288"/>
            <ac:spMk id="32" creationId="{418E810F-E908-4411-B6E1-FFD7F7CB49C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0:53.235" v="374"/>
          <ac:spMkLst>
            <pc:docMk/>
            <pc:sldMk cId="1611691824" sldId="288"/>
            <ac:spMk id="34" creationId="{6630E92F-DBC7-40F6-9DA8-5934BC09EAE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0:53.281" v="377"/>
          <ac:spMkLst>
            <pc:docMk/>
            <pc:sldMk cId="1611691824" sldId="288"/>
            <ac:spMk id="40" creationId="{7CF142C1-095D-4800-B182-1D1464112843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0:53.313" v="378"/>
          <ac:spMkLst>
            <pc:docMk/>
            <pc:sldMk cId="1611691824" sldId="288"/>
            <ac:spMk id="42" creationId="{3207AAA4-E952-4AF4-8D56-A971918FFCA8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4:20.806" v="280"/>
          <ac:spMkLst>
            <pc:docMk/>
            <pc:sldMk cId="1611691824" sldId="288"/>
            <ac:spMk id="43" creationId="{53DE92C2-C8F1-47DD-98FE-9DEDE2C81FA7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5:48:44.724" v="157"/>
          <ac:spMkLst>
            <pc:docMk/>
            <pc:sldMk cId="1611691824" sldId="288"/>
            <ac:spMk id="44" creationId="{0E9A1D84-BFE9-4D02-AC53-E7B1CE87A179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0:43.765" v="367"/>
          <ac:spMkLst>
            <pc:docMk/>
            <pc:sldMk cId="1611691824" sldId="288"/>
            <ac:spMk id="50" creationId="{1EAC0625-A291-4444-BF86-AAB9F2D58BB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4:38.167" v="284"/>
          <ac:spMkLst>
            <pc:docMk/>
            <pc:sldMk cId="1611691824" sldId="288"/>
            <ac:spMk id="75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4:22.931" v="281"/>
          <ac:spMkLst>
            <pc:docMk/>
            <pc:sldMk cId="1611691824" sldId="288"/>
            <ac:spMk id="108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4:19.150" v="279"/>
          <ac:spMkLst>
            <pc:docMk/>
            <pc:sldMk cId="1611691824" sldId="288"/>
            <ac:spMk id="109" creationId="{00000000-0000-0000-0000-000000000000}"/>
          </ac:spMkLst>
        </pc:spChg>
        <pc:cxnChg chg="del">
          <ac:chgData name="Reynolds, Matthew" userId="S::matthew.reynolds@yale.edu::2b490455-b4e6-4f98-8ada-f0fd89e17c13" providerId="AD" clId="Web-{D1542926-3CBE-61AE-8A78-31192E1E717C}" dt="2020-02-20T16:20:49.797" v="370"/>
          <ac:cxnSpMkLst>
            <pc:docMk/>
            <pc:sldMk cId="1611691824" sldId="288"/>
            <ac:cxnSpMk id="3" creationId="{CDD32F39-50F6-4F83-8A9D-27B0E8A87F0A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0:48.406" v="369"/>
          <ac:cxnSpMkLst>
            <pc:docMk/>
            <pc:sldMk cId="1611691824" sldId="288"/>
            <ac:cxnSpMk id="4" creationId="{ECF4D6E7-3BAE-407D-A70F-038A66A4C78D}"/>
          </ac:cxnSpMkLst>
        </pc:cxnChg>
        <pc:cxnChg chg="mod">
          <ac:chgData name="Reynolds, Matthew" userId="S::matthew.reynolds@yale.edu::2b490455-b4e6-4f98-8ada-f0fd89e17c13" providerId="AD" clId="Web-{D1542926-3CBE-61AE-8A78-31192E1E717C}" dt="2020-02-20T16:22:02.245" v="416"/>
          <ac:cxnSpMkLst>
            <pc:docMk/>
            <pc:sldMk cId="1611691824" sldId="288"/>
            <ac:cxnSpMk id="9" creationId="{96037B98-91B1-478E-A8C3-17F74761864B}"/>
          </ac:cxnSpMkLst>
        </pc:cxnChg>
        <pc:cxnChg chg="mod">
          <ac:chgData name="Reynolds, Matthew" userId="S::matthew.reynolds@yale.edu::2b490455-b4e6-4f98-8ada-f0fd89e17c13" providerId="AD" clId="Web-{D1542926-3CBE-61AE-8A78-31192E1E717C}" dt="2020-02-20T16:22:02.253" v="417"/>
          <ac:cxnSpMkLst>
            <pc:docMk/>
            <pc:sldMk cId="1611691824" sldId="288"/>
            <ac:cxnSpMk id="10" creationId="{28D5B7C1-C7D3-4013-9BC9-C1714A9581DA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40:13.267" v="54"/>
          <ac:cxnSpMkLst>
            <pc:docMk/>
            <pc:sldMk cId="1611691824" sldId="288"/>
            <ac:cxnSpMk id="15" creationId="{822CBECA-B099-4CDD-B73F-E90AEE32DD9A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5:40:13.283" v="55"/>
          <ac:cxnSpMkLst>
            <pc:docMk/>
            <pc:sldMk cId="1611691824" sldId="288"/>
            <ac:cxnSpMk id="16" creationId="{639A2327-E3A6-4B6D-887D-6B06F8F4D052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4:36.354" v="283"/>
          <ac:cxnSpMkLst>
            <pc:docMk/>
            <pc:sldMk cId="1611691824" sldId="288"/>
            <ac:cxnSpMk id="18" creationId="{00000000-0000-0000-0000-000000000000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4:24.447" v="282"/>
          <ac:cxnSpMkLst>
            <pc:docMk/>
            <pc:sldMk cId="1611691824" sldId="288"/>
            <ac:cxnSpMk id="21" creationId="{00000000-0000-0000-0000-000000000000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4:39.495" v="286"/>
          <ac:cxnSpMkLst>
            <pc:docMk/>
            <pc:sldMk cId="1611691824" sldId="288"/>
            <ac:cxnSpMk id="22" creationId="{D8FFB6C6-EF46-4774-A914-D603C1E3D532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4:39.510" v="287"/>
          <ac:cxnSpMkLst>
            <pc:docMk/>
            <pc:sldMk cId="1611691824" sldId="288"/>
            <ac:cxnSpMk id="23" creationId="{184E687F-23A8-43A5-B77F-D84FFBEF740D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0:53.250" v="375"/>
          <ac:cxnSpMkLst>
            <pc:docMk/>
            <pc:sldMk cId="1611691824" sldId="288"/>
            <ac:cxnSpMk id="36" creationId="{48F126F2-33CE-4B4D-889D-E2E1E6810191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0:53.266" v="376"/>
          <ac:cxnSpMkLst>
            <pc:docMk/>
            <pc:sldMk cId="1611691824" sldId="288"/>
            <ac:cxnSpMk id="38" creationId="{08CBF670-3EB3-4E29-A192-FC5DCB0340FA}"/>
          </ac:cxnSpMkLst>
        </pc:cxnChg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22:26.801" v="428"/>
        <pc:sldMkLst>
          <pc:docMk/>
          <pc:sldMk cId="4145374485" sldId="289"/>
        </pc:sldMkLst>
        <pc:spChg chg="del mod">
          <ac:chgData name="Reynolds, Matthew" userId="S::matthew.reynolds@yale.edu::2b490455-b4e6-4f98-8ada-f0fd89e17c13" providerId="AD" clId="Web-{D1542926-3CBE-61AE-8A78-31192E1E717C}" dt="2020-02-20T16:21:07.251" v="388"/>
          <ac:spMkLst>
            <pc:docMk/>
            <pc:sldMk cId="4145374485" sldId="289"/>
            <ac:spMk id="2" creationId="{07864241-992A-41AC-899A-F37C6FC9CCE7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21:02.329" v="383"/>
          <ac:spMkLst>
            <pc:docMk/>
            <pc:sldMk cId="4145374485" sldId="289"/>
            <ac:spMk id="6" creationId="{3C1D6AA6-77AE-4686-93A2-892E9AA6FED6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0:58.360" v="379"/>
          <ac:spMkLst>
            <pc:docMk/>
            <pc:sldMk cId="4145374485" sldId="289"/>
            <ac:spMk id="7" creationId="{3BA50737-7F09-45C4-8F58-7678297D2402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25.802" v="423"/>
          <ac:spMkLst>
            <pc:docMk/>
            <pc:sldMk cId="4145374485" sldId="289"/>
            <ac:spMk id="8" creationId="{E8D06724-F919-4F47-9B29-6F6F565F1921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21.707" v="422"/>
          <ac:spMkLst>
            <pc:docMk/>
            <pc:sldMk cId="4145374485" sldId="289"/>
            <ac:spMk id="11" creationId="{87EFF43D-F5FA-4424-A2F7-E8BDB21F666A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14.175" v="418"/>
          <ac:spMkLst>
            <pc:docMk/>
            <pc:sldMk cId="4145374485" sldId="289"/>
            <ac:spMk id="12" creationId="{33642658-8E67-44DD-BB82-BB230100B5E2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41:47.568" v="66"/>
          <ac:spMkLst>
            <pc:docMk/>
            <pc:sldMk cId="4145374485" sldId="289"/>
            <ac:spMk id="20" creationId="{00BEAB2A-12F5-4D33-BC1D-23F9D688B169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41:47.552" v="65"/>
          <ac:spMkLst>
            <pc:docMk/>
            <pc:sldMk cId="4145374485" sldId="289"/>
            <ac:spMk id="22" creationId="{A528B563-A853-4478-9B55-6B772CA4EA41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41:47.552" v="64"/>
          <ac:spMkLst>
            <pc:docMk/>
            <pc:sldMk cId="4145374485" sldId="289"/>
            <ac:spMk id="23" creationId="{E443463A-9F91-4248-BE13-8456583000F9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1:56.146" v="81" actId="1076"/>
          <ac:spMkLst>
            <pc:docMk/>
            <pc:sldMk cId="4145374485" sldId="289"/>
            <ac:spMk id="27" creationId="{6B6287AB-4FCC-499A-A231-63443B55FF82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1:56.130" v="80" actId="1076"/>
          <ac:spMkLst>
            <pc:docMk/>
            <pc:sldMk cId="4145374485" sldId="289"/>
            <ac:spMk id="28" creationId="{9B01F19D-FFB3-4CF8-945E-17E78CFF9235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2:04.209" v="83" actId="1076"/>
          <ac:spMkLst>
            <pc:docMk/>
            <pc:sldMk cId="4145374485" sldId="289"/>
            <ac:spMk id="29" creationId="{1F405A42-E726-4B85-8986-3BC1575CC5E4}"/>
          </ac:spMkLst>
        </pc:spChg>
        <pc:spChg chg="add del">
          <ac:chgData name="Reynolds, Matthew" userId="S::matthew.reynolds@yale.edu::2b490455-b4e6-4f98-8ada-f0fd89e17c13" providerId="AD" clId="Web-{D1542926-3CBE-61AE-8A78-31192E1E717C}" dt="2020-02-20T15:42:17.475" v="85"/>
          <ac:spMkLst>
            <pc:docMk/>
            <pc:sldMk cId="4145374485" sldId="289"/>
            <ac:spMk id="33" creationId="{495A68EE-7A05-41F5-8572-39C2AEA46BC0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8:34.661" v="154"/>
          <ac:spMkLst>
            <pc:docMk/>
            <pc:sldMk cId="4145374485" sldId="289"/>
            <ac:spMk id="35" creationId="{A42C2EE9-43E0-4CC2-8F04-B3F8A01A5E6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05.982" v="300"/>
          <ac:spMkLst>
            <pc:docMk/>
            <pc:sldMk cId="4145374485" sldId="289"/>
            <ac:spMk id="37" creationId="{88AD1B63-E44D-4219-8587-270A3114F1E9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5:26.184" v="292"/>
          <ac:spMkLst>
            <pc:docMk/>
            <pc:sldMk cId="4145374485" sldId="289"/>
            <ac:spMk id="43" creationId="{53DE92C2-C8F1-47DD-98FE-9DEDE2C81FA7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5:48:17.270" v="152"/>
          <ac:spMkLst>
            <pc:docMk/>
            <pc:sldMk cId="4145374485" sldId="289"/>
            <ac:spMk id="44" creationId="{0E9A1D84-BFE9-4D02-AC53-E7B1CE87A179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06.029" v="303"/>
          <ac:spMkLst>
            <pc:docMk/>
            <pc:sldMk cId="4145374485" sldId="289"/>
            <ac:spMk id="47" creationId="{7F745091-A2C2-405E-AC72-36F22E4465C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06.045" v="304"/>
          <ac:spMkLst>
            <pc:docMk/>
            <pc:sldMk cId="4145374485" sldId="289"/>
            <ac:spMk id="49" creationId="{6D56BA8A-8833-4D4F-8691-5C0F356F9822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0:59.547" v="380"/>
          <ac:spMkLst>
            <pc:docMk/>
            <pc:sldMk cId="4145374485" sldId="289"/>
            <ac:spMk id="50" creationId="{1EAC0625-A291-4444-BF86-AAB9F2D58BB7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06.076" v="305"/>
          <ac:spMkLst>
            <pc:docMk/>
            <pc:sldMk cId="4145374485" sldId="289"/>
            <ac:spMk id="53" creationId="{C993F20C-9A65-4765-8E96-75A0F5A7B7B2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6.903" v="335"/>
          <ac:spMkLst>
            <pc:docMk/>
            <pc:sldMk cId="4145374485" sldId="289"/>
            <ac:spMk id="55" creationId="{D02CE9B1-9A13-40D5-A75D-5689B3FB8A7E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07.908" v="389"/>
          <ac:spMkLst>
            <pc:docMk/>
            <pc:sldMk cId="4145374485" sldId="289"/>
            <ac:spMk id="57" creationId="{D6F50E9C-D97F-41B9-8420-78D2D9F3EE1E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18.847" v="421"/>
          <ac:spMkLst>
            <pc:docMk/>
            <pc:sldMk cId="4145374485" sldId="289"/>
            <ac:spMk id="59" creationId="{FB444828-91DF-432E-B628-95F8BE051F1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07.969" v="392"/>
          <ac:spMkLst>
            <pc:docMk/>
            <pc:sldMk cId="4145374485" sldId="289"/>
            <ac:spMk id="65" creationId="{A711A174-2075-4EEC-A034-172B6A54B88B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08.001" v="393"/>
          <ac:spMkLst>
            <pc:docMk/>
            <pc:sldMk cId="4145374485" sldId="289"/>
            <ac:spMk id="67" creationId="{F42E681B-4BB1-48A6-9ED1-15D480C01C4F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26.707" v="424"/>
          <ac:spMkLst>
            <pc:docMk/>
            <pc:sldMk cId="4145374485" sldId="289"/>
            <ac:spMk id="69" creationId="{9548580E-7911-485C-A028-F9E74A7AD0E8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6:05.779" v="294"/>
          <ac:spMkLst>
            <pc:docMk/>
            <pc:sldMk cId="4145374485" sldId="289"/>
            <ac:spMk id="75" creationId="{00000000-0000-0000-0000-00000000000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26.769" v="427"/>
          <ac:spMkLst>
            <pc:docMk/>
            <pc:sldMk cId="4145374485" sldId="289"/>
            <ac:spMk id="79" creationId="{97ABDF81-2588-48E9-9303-2B98F0E2EBB5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26.801" v="428"/>
          <ac:spMkLst>
            <pc:docMk/>
            <pc:sldMk cId="4145374485" sldId="289"/>
            <ac:spMk id="81" creationId="{29CEEF97-9D73-41FB-A0C7-BB69A056643F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06:05.920" v="299"/>
          <ac:spMkLst>
            <pc:docMk/>
            <pc:sldMk cId="4145374485" sldId="289"/>
            <ac:spMk id="108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6:05.842" v="296"/>
          <ac:spMkLst>
            <pc:docMk/>
            <pc:sldMk cId="4145374485" sldId="289"/>
            <ac:spMk id="109" creationId="{00000000-0000-0000-0000-000000000000}"/>
          </ac:spMkLst>
        </pc:spChg>
        <pc:cxnChg chg="del">
          <ac:chgData name="Reynolds, Matthew" userId="S::matthew.reynolds@yale.edu::2b490455-b4e6-4f98-8ada-f0fd89e17c13" providerId="AD" clId="Web-{D1542926-3CBE-61AE-8A78-31192E1E717C}" dt="2020-02-20T16:21:05.719" v="385"/>
          <ac:cxnSpMkLst>
            <pc:docMk/>
            <pc:sldMk cId="4145374485" sldId="289"/>
            <ac:cxnSpMk id="3" creationId="{CDD32F39-50F6-4F83-8A9D-27B0E8A87F0A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1:03.376" v="384"/>
          <ac:cxnSpMkLst>
            <pc:docMk/>
            <pc:sldMk cId="4145374485" sldId="289"/>
            <ac:cxnSpMk id="4" creationId="{ECF4D6E7-3BAE-407D-A70F-038A66A4C78D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2:15.941" v="419"/>
          <ac:cxnSpMkLst>
            <pc:docMk/>
            <pc:sldMk cId="4145374485" sldId="289"/>
            <ac:cxnSpMk id="9" creationId="{96037B98-91B1-478E-A8C3-17F74761864B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2:18.019" v="420"/>
          <ac:cxnSpMkLst>
            <pc:docMk/>
            <pc:sldMk cId="4145374485" sldId="289"/>
            <ac:cxnSpMk id="10" creationId="{28D5B7C1-C7D3-4013-9BC9-C1714A9581DA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6:05.810" v="295"/>
          <ac:cxnSpMkLst>
            <pc:docMk/>
            <pc:sldMk cId="4145374485" sldId="289"/>
            <ac:cxnSpMk id="18" creationId="{00000000-0000-0000-0000-000000000000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41:47.568" v="67"/>
          <ac:cxnSpMkLst>
            <pc:docMk/>
            <pc:sldMk cId="4145374485" sldId="289"/>
            <ac:cxnSpMk id="19" creationId="{C569BC7C-BA65-4A03-AE21-7AD2231B535D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5:26.231" v="293"/>
          <ac:cxnSpMkLst>
            <pc:docMk/>
            <pc:sldMk cId="4145374485" sldId="289"/>
            <ac:cxnSpMk id="21" creationId="{00000000-0000-0000-0000-000000000000}"/>
          </ac:cxnSpMkLst>
        </pc:cxnChg>
        <pc:cxnChg chg="add del">
          <ac:chgData name="Reynolds, Matthew" userId="S::matthew.reynolds@yale.edu::2b490455-b4e6-4f98-8ada-f0fd89e17c13" providerId="AD" clId="Web-{D1542926-3CBE-61AE-8A78-31192E1E717C}" dt="2020-02-20T15:41:47.552" v="63"/>
          <ac:cxnSpMkLst>
            <pc:docMk/>
            <pc:sldMk cId="4145374485" sldId="289"/>
            <ac:cxnSpMk id="24" creationId="{1BB4FF26-CD98-40D6-A283-2ACEDF8918A2}"/>
          </ac:cxnSpMkLst>
        </pc:cxnChg>
        <pc:cxnChg chg="add mod">
          <ac:chgData name="Reynolds, Matthew" userId="S::matthew.reynolds@yale.edu::2b490455-b4e6-4f98-8ada-f0fd89e17c13" providerId="AD" clId="Web-{D1542926-3CBE-61AE-8A78-31192E1E717C}" dt="2020-02-20T15:41:56.162" v="82" actId="1076"/>
          <ac:cxnSpMkLst>
            <pc:docMk/>
            <pc:sldMk cId="4145374485" sldId="289"/>
            <ac:cxnSpMk id="26" creationId="{5214699B-3877-4ED6-A857-5BC3EFD319F5}"/>
          </ac:cxnSpMkLst>
        </pc:cxnChg>
        <pc:cxnChg chg="add mod">
          <ac:chgData name="Reynolds, Matthew" userId="S::matthew.reynolds@yale.edu::2b490455-b4e6-4f98-8ada-f0fd89e17c13" providerId="AD" clId="Web-{D1542926-3CBE-61AE-8A78-31192E1E717C}" dt="2020-02-20T15:41:56.099" v="78" actId="1076"/>
          <ac:cxnSpMkLst>
            <pc:docMk/>
            <pc:sldMk cId="4145374485" sldId="289"/>
            <ac:cxnSpMk id="31" creationId="{71BB87F0-0ED0-4022-90DC-1D72250C9E81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6:05.998" v="301"/>
          <ac:cxnSpMkLst>
            <pc:docMk/>
            <pc:sldMk cId="4145374485" sldId="289"/>
            <ac:cxnSpMk id="39" creationId="{2DC3C459-691C-4A0D-9C27-21DC0A6E37FC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6:06.013" v="302"/>
          <ac:cxnSpMkLst>
            <pc:docMk/>
            <pc:sldMk cId="4145374485" sldId="289"/>
            <ac:cxnSpMk id="41" creationId="{197E06A8-590C-4138-81BC-F8EF14531FEE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1:07.923" v="390"/>
          <ac:cxnSpMkLst>
            <pc:docMk/>
            <pc:sldMk cId="4145374485" sldId="289"/>
            <ac:cxnSpMk id="61" creationId="{18FAF254-2C72-4D20-957E-84B2A6EB908F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1:07.939" v="391"/>
          <ac:cxnSpMkLst>
            <pc:docMk/>
            <pc:sldMk cId="4145374485" sldId="289"/>
            <ac:cxnSpMk id="63" creationId="{F559FAB4-E3A0-47A8-BDAA-0BFE98C99058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2:26.722" v="425"/>
          <ac:cxnSpMkLst>
            <pc:docMk/>
            <pc:sldMk cId="4145374485" sldId="289"/>
            <ac:cxnSpMk id="71" creationId="{32B9615A-76DE-4355-B1C1-76038ECD9179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2:26.754" v="426"/>
          <ac:cxnSpMkLst>
            <pc:docMk/>
            <pc:sldMk cId="4145374485" sldId="289"/>
            <ac:cxnSpMk id="77" creationId="{A202FE29-5FB1-41E1-9001-060161AA662C}"/>
          </ac:cxnSpMkLst>
        </pc:cxnChg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22:41.989" v="439"/>
        <pc:sldMkLst>
          <pc:docMk/>
          <pc:sldMk cId="86509749" sldId="290"/>
        </pc:sldMkLst>
        <pc:spChg chg="del mod">
          <ac:chgData name="Reynolds, Matthew" userId="S::matthew.reynolds@yale.edu::2b490455-b4e6-4f98-8ada-f0fd89e17c13" providerId="AD" clId="Web-{D1542926-3CBE-61AE-8A78-31192E1E717C}" dt="2020-02-20T16:21:21.329" v="402"/>
          <ac:spMkLst>
            <pc:docMk/>
            <pc:sldMk cId="86509749" sldId="290"/>
            <ac:spMk id="2" creationId="{07864241-992A-41AC-899A-F37C6FC9CCE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1:16.458" v="397"/>
          <ac:spMkLst>
            <pc:docMk/>
            <pc:sldMk cId="86509749" sldId="290"/>
            <ac:spMk id="6" creationId="{3C1D6AA6-77AE-4686-93A2-892E9AA6FED6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1:11.954" v="394"/>
          <ac:spMkLst>
            <pc:docMk/>
            <pc:sldMk cId="86509749" sldId="290"/>
            <ac:spMk id="7" creationId="{3BA50737-7F09-45C4-8F58-7678297D2402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32.379" v="429"/>
          <ac:spMkLst>
            <pc:docMk/>
            <pc:sldMk cId="86509749" sldId="290"/>
            <ac:spMk id="8" creationId="{E8D06724-F919-4F47-9B29-6F6F565F1921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37.051" v="432"/>
          <ac:spMkLst>
            <pc:docMk/>
            <pc:sldMk cId="86509749" sldId="290"/>
            <ac:spMk id="11" creationId="{87EFF43D-F5FA-4424-A2F7-E8BDB21F666A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38.067" v="433"/>
          <ac:spMkLst>
            <pc:docMk/>
            <pc:sldMk cId="86509749" sldId="290"/>
            <ac:spMk id="12" creationId="{33642658-8E67-44DD-BB82-BB230100B5E2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6:51.720" v="135" actId="14100"/>
          <ac:spMkLst>
            <pc:docMk/>
            <pc:sldMk cId="86509749" sldId="290"/>
            <ac:spMk id="20" creationId="{68555B9A-1A97-486F-9239-66FC51A479F3}"/>
          </ac:spMkLst>
        </pc:spChg>
        <pc:spChg chg="add mod">
          <ac:chgData name="Reynolds, Matthew" userId="S::matthew.reynolds@yale.edu::2b490455-b4e6-4f98-8ada-f0fd89e17c13" providerId="AD" clId="Web-{D1542926-3CBE-61AE-8A78-31192E1E717C}" dt="2020-02-20T15:47:59.785" v="147" actId="20577"/>
          <ac:spMkLst>
            <pc:docMk/>
            <pc:sldMk cId="86509749" sldId="290"/>
            <ac:spMk id="22" creationId="{86F10096-6ECB-44A9-BE53-C1BBF58137DE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56.078" v="316"/>
          <ac:spMkLst>
            <pc:docMk/>
            <pc:sldMk cId="86509749" sldId="290"/>
            <ac:spMk id="23" creationId="{6A6687DB-722C-4605-87A9-98A9DD192B2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56.140" v="319"/>
          <ac:spMkLst>
            <pc:docMk/>
            <pc:sldMk cId="86509749" sldId="290"/>
            <ac:spMk id="32" creationId="{21FF120A-58E2-41C7-A8EA-6F8E2ACAE450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56.172" v="320"/>
          <ac:spMkLst>
            <pc:docMk/>
            <pc:sldMk cId="86509749" sldId="290"/>
            <ac:spMk id="33" creationId="{ECEA987F-9E80-4CC3-9E12-977666D4D89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06:56.203" v="321"/>
          <ac:spMkLst>
            <pc:docMk/>
            <pc:sldMk cId="86509749" sldId="290"/>
            <ac:spMk id="34" creationId="{0437564A-09AB-48F4-8D99-AA8FE85A344A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19:17.934" v="336"/>
          <ac:spMkLst>
            <pc:docMk/>
            <pc:sldMk cId="86509749" sldId="290"/>
            <ac:spMk id="36" creationId="{C14A98FD-F13B-4AB1-A3F5-680786CA72AB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21.736" v="403"/>
          <ac:spMkLst>
            <pc:docMk/>
            <pc:sldMk cId="86509749" sldId="290"/>
            <ac:spMk id="40" creationId="{23C8FDD9-55A7-4FA9-BA2C-05E2927D5D05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6:06.217" v="306"/>
          <ac:spMkLst>
            <pc:docMk/>
            <pc:sldMk cId="86509749" sldId="290"/>
            <ac:spMk id="43" creationId="{53DE92C2-C8F1-47DD-98FE-9DEDE2C81FA7}"/>
          </ac:spMkLst>
        </pc:spChg>
        <pc:spChg chg="mod">
          <ac:chgData name="Reynolds, Matthew" userId="S::matthew.reynolds@yale.edu::2b490455-b4e6-4f98-8ada-f0fd89e17c13" providerId="AD" clId="Web-{D1542926-3CBE-61AE-8A78-31192E1E717C}" dt="2020-02-20T15:48:09.910" v="150" actId="1076"/>
          <ac:spMkLst>
            <pc:docMk/>
            <pc:sldMk cId="86509749" sldId="290"/>
            <ac:spMk id="44" creationId="{0E9A1D84-BFE9-4D02-AC53-E7B1CE87A179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21:14.907" v="396"/>
          <ac:spMkLst>
            <pc:docMk/>
            <pc:sldMk cId="86509749" sldId="290"/>
            <ac:spMk id="50" creationId="{1EAC0625-A291-4444-BF86-AAB9F2D58BB7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21.798" v="406"/>
          <ac:spMkLst>
            <pc:docMk/>
            <pc:sldMk cId="86509749" sldId="290"/>
            <ac:spMk id="52" creationId="{B297ABEC-50B6-421B-9894-DD0B0C2D387C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1:21.829" v="407"/>
          <ac:spMkLst>
            <pc:docMk/>
            <pc:sldMk cId="86509749" sldId="290"/>
            <ac:spMk id="54" creationId="{2890D46A-5D42-4392-AC73-FAEE4DA5DC46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41.879" v="435"/>
          <ac:spMkLst>
            <pc:docMk/>
            <pc:sldMk cId="86509749" sldId="290"/>
            <ac:spMk id="56" creationId="{AD0842BC-7DC4-424D-BFA8-35C80FA18D98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22:38.912" v="434"/>
          <ac:spMkLst>
            <pc:docMk/>
            <pc:sldMk cId="86509749" sldId="290"/>
            <ac:spMk id="59" creationId="{FB444828-91DF-432E-B628-95F8BE051F18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41.961" v="438"/>
          <ac:spMkLst>
            <pc:docMk/>
            <pc:sldMk cId="86509749" sldId="290"/>
            <ac:spMk id="64" creationId="{9D10F7A2-A86E-4868-B667-9F3431002D83}"/>
          </ac:spMkLst>
        </pc:spChg>
        <pc:spChg chg="add">
          <ac:chgData name="Reynolds, Matthew" userId="S::matthew.reynolds@yale.edu::2b490455-b4e6-4f98-8ada-f0fd89e17c13" providerId="AD" clId="Web-{D1542926-3CBE-61AE-8A78-31192E1E717C}" dt="2020-02-20T16:22:41.989" v="439"/>
          <ac:spMkLst>
            <pc:docMk/>
            <pc:sldMk cId="86509749" sldId="290"/>
            <ac:spMk id="66" creationId="{CBC237D7-3467-4833-8EC1-6AC230607556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06:06.310" v="309"/>
          <ac:spMkLst>
            <pc:docMk/>
            <pc:sldMk cId="86509749" sldId="290"/>
            <ac:spMk id="75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6:06:55.891" v="311"/>
          <ac:spMkLst>
            <pc:docMk/>
            <pc:sldMk cId="86509749" sldId="290"/>
            <ac:spMk id="108" creationId="{00000000-0000-0000-0000-000000000000}"/>
          </ac:spMkLst>
        </pc:spChg>
        <pc:spChg chg="del mod">
          <ac:chgData name="Reynolds, Matthew" userId="S::matthew.reynolds@yale.edu::2b490455-b4e6-4f98-8ada-f0fd89e17c13" providerId="AD" clId="Web-{D1542926-3CBE-61AE-8A78-31192E1E717C}" dt="2020-02-20T16:06:55.984" v="314"/>
          <ac:spMkLst>
            <pc:docMk/>
            <pc:sldMk cId="86509749" sldId="290"/>
            <ac:spMk id="109" creationId="{00000000-0000-0000-0000-000000000000}"/>
          </ac:spMkLst>
        </pc:spChg>
        <pc:cxnChg chg="del">
          <ac:chgData name="Reynolds, Matthew" userId="S::matthew.reynolds@yale.edu::2b490455-b4e6-4f98-8ada-f0fd89e17c13" providerId="AD" clId="Web-{D1542926-3CBE-61AE-8A78-31192E1E717C}" dt="2020-02-20T16:21:18.595" v="399"/>
          <ac:cxnSpMkLst>
            <pc:docMk/>
            <pc:sldMk cId="86509749" sldId="290"/>
            <ac:cxnSpMk id="3" creationId="{CDD32F39-50F6-4F83-8A9D-27B0E8A87F0A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1:17.470" v="398"/>
          <ac:cxnSpMkLst>
            <pc:docMk/>
            <pc:sldMk cId="86509749" sldId="290"/>
            <ac:cxnSpMk id="4" creationId="{ECF4D6E7-3BAE-407D-A70F-038A66A4C78D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2:35.082" v="431"/>
          <ac:cxnSpMkLst>
            <pc:docMk/>
            <pc:sldMk cId="86509749" sldId="290"/>
            <ac:cxnSpMk id="9" creationId="{96037B98-91B1-478E-A8C3-17F74761864B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22:33.801" v="430"/>
          <ac:cxnSpMkLst>
            <pc:docMk/>
            <pc:sldMk cId="86509749" sldId="290"/>
            <ac:cxnSpMk id="10" creationId="{28D5B7C1-C7D3-4013-9BC9-C1714A9581DA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6:56.031" v="315"/>
          <ac:cxnSpMkLst>
            <pc:docMk/>
            <pc:sldMk cId="86509749" sldId="290"/>
            <ac:cxnSpMk id="18" creationId="{00000000-0000-0000-0000-000000000000}"/>
          </ac:cxnSpMkLst>
        </pc:cxnChg>
        <pc:cxnChg chg="add mod">
          <ac:chgData name="Reynolds, Matthew" userId="S::matthew.reynolds@yale.edu::2b490455-b4e6-4f98-8ada-f0fd89e17c13" providerId="AD" clId="Web-{D1542926-3CBE-61AE-8A78-31192E1E717C}" dt="2020-02-20T15:46:56.251" v="136" actId="14100"/>
          <ac:cxnSpMkLst>
            <pc:docMk/>
            <pc:sldMk cId="86509749" sldId="290"/>
            <ac:cxnSpMk id="19" creationId="{7BC28C3C-46A1-4D0E-B11D-CBA1A242A5A6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6:06:06.420" v="310"/>
          <ac:cxnSpMkLst>
            <pc:docMk/>
            <pc:sldMk cId="86509749" sldId="290"/>
            <ac:cxnSpMk id="21" creationId="{00000000-0000-0000-0000-000000000000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6:56.109" v="317"/>
          <ac:cxnSpMkLst>
            <pc:docMk/>
            <pc:sldMk cId="86509749" sldId="290"/>
            <ac:cxnSpMk id="24" creationId="{203CDE19-2023-4948-9313-69371DD881AD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06:56.125" v="318"/>
          <ac:cxnSpMkLst>
            <pc:docMk/>
            <pc:sldMk cId="86509749" sldId="290"/>
            <ac:cxnSpMk id="30" creationId="{A2381D48-139A-45E2-AD16-B04985A3EA46}"/>
          </ac:cxnSpMkLst>
        </pc:cxnChg>
        <pc:cxnChg chg="add mod">
          <ac:chgData name="Reynolds, Matthew" userId="S::matthew.reynolds@yale.edu::2b490455-b4e6-4f98-8ada-f0fd89e17c13" providerId="AD" clId="Web-{D1542926-3CBE-61AE-8A78-31192E1E717C}" dt="2020-02-20T15:47:23.580" v="141" actId="14100"/>
          <ac:cxnSpMkLst>
            <pc:docMk/>
            <pc:sldMk cId="86509749" sldId="290"/>
            <ac:cxnSpMk id="37" creationId="{B55260E2-1FF1-46D7-8595-CFDD6776A612}"/>
          </ac:cxnSpMkLst>
        </pc:cxnChg>
        <pc:cxnChg chg="add del mod">
          <ac:chgData name="Reynolds, Matthew" userId="S::matthew.reynolds@yale.edu::2b490455-b4e6-4f98-8ada-f0fd89e17c13" providerId="AD" clId="Web-{D1542926-3CBE-61AE-8A78-31192E1E717C}" dt="2020-02-20T15:45:28.170" v="114"/>
          <ac:cxnSpMkLst>
            <pc:docMk/>
            <pc:sldMk cId="86509749" sldId="290"/>
            <ac:cxnSpMk id="38" creationId="{13D07977-76D1-47FB-B752-7E3E3230258E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1:21.751" v="404"/>
          <ac:cxnSpMkLst>
            <pc:docMk/>
            <pc:sldMk cId="86509749" sldId="290"/>
            <ac:cxnSpMk id="42" creationId="{93564522-9913-400C-B02E-482A433FBC03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1:21.783" v="405"/>
          <ac:cxnSpMkLst>
            <pc:docMk/>
            <pc:sldMk cId="86509749" sldId="290"/>
            <ac:cxnSpMk id="48" creationId="{3F39B4EC-25AC-4CAF-8536-6DCC985DF90F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2:41.911" v="436"/>
          <ac:cxnSpMkLst>
            <pc:docMk/>
            <pc:sldMk cId="86509749" sldId="290"/>
            <ac:cxnSpMk id="58" creationId="{9DA08EF2-418E-4DCE-A9F2-C9AFA331DCA6}"/>
          </ac:cxnSpMkLst>
        </pc:cxnChg>
        <pc:cxnChg chg="add">
          <ac:chgData name="Reynolds, Matthew" userId="S::matthew.reynolds@yale.edu::2b490455-b4e6-4f98-8ada-f0fd89e17c13" providerId="AD" clId="Web-{D1542926-3CBE-61AE-8A78-31192E1E717C}" dt="2020-02-20T16:22:41.926" v="437"/>
          <ac:cxnSpMkLst>
            <pc:docMk/>
            <pc:sldMk cId="86509749" sldId="290"/>
            <ac:cxnSpMk id="62" creationId="{953FF424-291F-453A-A1F1-1CB690FB6AD3}"/>
          </ac:cxnSpMkLst>
        </pc:cxnChg>
      </pc:sldChg>
      <pc:sldChg chg="delSp modSp add del replId delAnim">
        <pc:chgData name="Reynolds, Matthew" userId="S::matthew.reynolds@yale.edu::2b490455-b4e6-4f98-8ada-f0fd89e17c13" providerId="AD" clId="Web-{D1542926-3CBE-61AE-8A78-31192E1E717C}" dt="2020-02-20T16:03:15.929" v="251"/>
        <pc:sldMkLst>
          <pc:docMk/>
          <pc:sldMk cId="1840948472" sldId="291"/>
        </pc:sldMkLst>
        <pc:spChg chg="del">
          <ac:chgData name="Reynolds, Matthew" userId="S::matthew.reynolds@yale.edu::2b490455-b4e6-4f98-8ada-f0fd89e17c13" providerId="AD" clId="Web-{D1542926-3CBE-61AE-8A78-31192E1E717C}" dt="2020-02-20T15:57:18.275" v="202"/>
          <ac:spMkLst>
            <pc:docMk/>
            <pc:sldMk cId="1840948472" sldId="291"/>
            <ac:spMk id="5" creationId="{00000000-0000-0000-0000-000000000000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5:57:13.587" v="200"/>
          <ac:spMkLst>
            <pc:docMk/>
            <pc:sldMk cId="1840948472" sldId="291"/>
            <ac:spMk id="43" creationId="{53DE92C2-C8F1-47DD-98FE-9DEDE2C81FA7}"/>
          </ac:spMkLst>
        </pc:spChg>
        <pc:spChg chg="del">
          <ac:chgData name="Reynolds, Matthew" userId="S::matthew.reynolds@yale.edu::2b490455-b4e6-4f98-8ada-f0fd89e17c13" providerId="AD" clId="Web-{D1542926-3CBE-61AE-8A78-31192E1E717C}" dt="2020-02-20T15:57:14.903" v="201"/>
          <ac:spMkLst>
            <pc:docMk/>
            <pc:sldMk cId="1840948472" sldId="291"/>
            <ac:spMk id="75" creationId="{00000000-0000-0000-0000-000000000000}"/>
          </ac:spMkLst>
        </pc:spChg>
        <pc:cxnChg chg="mod">
          <ac:chgData name="Reynolds, Matthew" userId="S::matthew.reynolds@yale.edu::2b490455-b4e6-4f98-8ada-f0fd89e17c13" providerId="AD" clId="Web-{D1542926-3CBE-61AE-8A78-31192E1E717C}" dt="2020-02-20T15:57:34.135" v="204"/>
          <ac:cxnSpMkLst>
            <pc:docMk/>
            <pc:sldMk cId="1840948472" sldId="291"/>
            <ac:cxnSpMk id="18" creationId="{00000000-0000-0000-0000-000000000000}"/>
          </ac:cxnSpMkLst>
        </pc:cxnChg>
        <pc:cxnChg chg="del">
          <ac:chgData name="Reynolds, Matthew" userId="S::matthew.reynolds@yale.edu::2b490455-b4e6-4f98-8ada-f0fd89e17c13" providerId="AD" clId="Web-{D1542926-3CBE-61AE-8A78-31192E1E717C}" dt="2020-02-20T15:57:22.135" v="203"/>
          <ac:cxnSpMkLst>
            <pc:docMk/>
            <pc:sldMk cId="1840948472" sldId="291"/>
            <ac:cxnSpMk id="21" creationId="{00000000-0000-0000-0000-000000000000}"/>
          </ac:cxnSpMkLst>
        </pc:cxnChg>
      </pc:sldChg>
      <pc:sldChg chg="addSp delSp modSp add replId addAnim delAnim">
        <pc:chgData name="Reynolds, Matthew" userId="S::matthew.reynolds@yale.edu::2b490455-b4e6-4f98-8ada-f0fd89e17c13" providerId="AD" clId="Web-{D1542926-3CBE-61AE-8A78-31192E1E717C}" dt="2020-02-20T16:22:58.083" v="442"/>
        <pc:sldMkLst>
          <pc:docMk/>
          <pc:sldMk cId="4062712377" sldId="291"/>
        </pc:sldMkLst>
        <pc:spChg chg="add">
          <ac:chgData name="Reynolds, Matthew" userId="S::matthew.reynolds@yale.edu::2b490455-b4e6-4f98-8ada-f0fd89e17c13" providerId="AD" clId="Web-{D1542926-3CBE-61AE-8A78-31192E1E717C}" dt="2020-02-20T16:19:19.262" v="337"/>
          <ac:spMkLst>
            <pc:docMk/>
            <pc:sldMk cId="4062712377" sldId="291"/>
            <ac:spMk id="23" creationId="{651DDDCB-4F74-4F66-805C-C75A9E05B036}"/>
          </ac:spMkLst>
        </pc:spChg>
        <pc:cxnChg chg="del">
          <ac:chgData name="Reynolds, Matthew" userId="S::matthew.reynolds@yale.edu::2b490455-b4e6-4f98-8ada-f0fd89e17c13" providerId="AD" clId="Web-{D1542926-3CBE-61AE-8A78-31192E1E717C}" dt="2020-02-20T16:22:54.568" v="440"/>
          <ac:cxnSpMkLst>
            <pc:docMk/>
            <pc:sldMk cId="4062712377" sldId="291"/>
            <ac:cxnSpMk id="21" creationId="{00000000-0000-0000-0000-000000000000}"/>
          </ac:cxnSpMkLst>
        </pc:cxnChg>
        <pc:cxnChg chg="add mod">
          <ac:chgData name="Reynolds, Matthew" userId="S::matthew.reynolds@yale.edu::2b490455-b4e6-4f98-8ada-f0fd89e17c13" providerId="AD" clId="Web-{D1542926-3CBE-61AE-8A78-31192E1E717C}" dt="2020-02-20T16:22:58.083" v="442"/>
          <ac:cxnSpMkLst>
            <pc:docMk/>
            <pc:sldMk cId="4062712377" sldId="291"/>
            <ac:cxnSpMk id="24" creationId="{B535349F-E3FD-4C4F-BB2E-7C653BA21CE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Framework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Aspirations, Conventions and Context</a:t>
            </a:r>
          </a:p>
        </p:txBody>
      </p:sp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rgbClr val="000000"/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000000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000000"/>
                </a:solidFill>
                <a:latin typeface="Avenir Next LT Pro"/>
              </a:rPr>
              <a:t>OWNERS</a:t>
            </a:r>
            <a:endParaRPr lang="en-US" b="1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37822"/>
            <a:ext cx="110639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Managerial</a:t>
            </a:r>
          </a:p>
          <a:p>
            <a:r>
              <a:rPr lang="en-US">
                <a:solidFill>
                  <a:srgbClr val="000000"/>
                </a:solidFill>
              </a:rPr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40058"/>
            <a:ext cx="242367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Salary &amp; bonus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A463-DB1F-4C56-AB94-F85CF0153002}"/>
              </a:ext>
            </a:extLst>
          </p:cNvPr>
          <p:cNvSpPr txBox="1"/>
          <p:nvPr/>
        </p:nvSpPr>
        <p:spPr>
          <a:xfrm>
            <a:off x="8311213" y="4456450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066881" y="3855798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BCFF-A0C5-4B71-AF73-25D0141266F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0F88A-68EC-4777-A72C-1FE371E8BA31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B967-3F59-40DA-8225-D26BB9E21C5B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F9BD0A-CEFD-4DCF-AF08-56E79AF466AB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A8C06-D6A2-46B4-A56F-B4354CD07649}"/>
              </a:ext>
            </a:extLst>
          </p:cNvPr>
          <p:cNvSpPr/>
          <p:nvPr/>
        </p:nvSpPr>
        <p:spPr>
          <a:xfrm>
            <a:off x="1823574" y="5181773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F351-2038-4B2C-82D0-EAAB476465B3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1B855-4D42-43F8-998D-A174EC50B00E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218194-BE7E-4273-A819-9DD11A44003E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1DAA99-5DEC-4350-8F4C-1A8320ECC8E7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F640A2-4FD7-4DEC-83FB-FC077B82A9A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DFC6EA-175F-43DE-AA33-56FEF90E49F9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3FE671-5D73-4BEF-B60A-05F6135E3884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4091B-9899-4B84-A31E-558C0F027D36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AAB294-C595-4A8A-B9F1-A3B034988D82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6838A6-3067-4D31-AC5D-CF597A28A988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692216-4C40-4116-911D-5ED415306389}"/>
              </a:ext>
            </a:extLst>
          </p:cNvPr>
          <p:cNvSpPr txBox="1"/>
          <p:nvPr/>
        </p:nvSpPr>
        <p:spPr>
          <a:xfrm>
            <a:off x="8992236" y="145724"/>
            <a:ext cx="315834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>
                <a:solidFill>
                  <a:srgbClr val="483C46"/>
                </a:solidFill>
                <a:latin typeface="Avenir Next LT Pro"/>
              </a:rPr>
              <a:t>Accounting systems keep track of all this!!!</a:t>
            </a:r>
          </a:p>
        </p:txBody>
      </p:sp>
    </p:spTree>
    <p:extLst>
      <p:ext uri="{BB962C8B-B14F-4D97-AF65-F5344CB8AC3E}">
        <p14:creationId xmlns:p14="http://schemas.microsoft.com/office/powerpoint/2010/main" val="6918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 descr="A picture containing food&#10;&#10;Description generated with very high confidence">
            <a:extLst>
              <a:ext uri="{FF2B5EF4-FFF2-40B4-BE49-F238E27FC236}">
                <a16:creationId xmlns:a16="http://schemas.microsoft.com/office/drawing/2014/main" id="{C35DC992-9A41-486A-A972-B96A5AC9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03" y="4850798"/>
            <a:ext cx="1503680" cy="1524000"/>
          </a:xfrm>
          <a:prstGeom prst="rect">
            <a:avLst/>
          </a:prstGeom>
        </p:spPr>
      </p:pic>
      <p:pic>
        <p:nvPicPr>
          <p:cNvPr id="14" name="Picture 14" descr="A picture containing food, drawing&#10;&#10;Description generated with very high confidence">
            <a:extLst>
              <a:ext uri="{FF2B5EF4-FFF2-40B4-BE49-F238E27FC236}">
                <a16:creationId xmlns:a16="http://schemas.microsoft.com/office/drawing/2014/main" id="{B5142ACA-8648-409F-AA08-E14780467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13171"/>
            <a:ext cx="1503680" cy="152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" y="90805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483C46"/>
                </a:solidFill>
                <a:latin typeface="Avenir Next LT Pro"/>
              </a:rPr>
              <a:t>Keep these in </a:t>
            </a:r>
            <a:r>
              <a:rPr lang="en-US" dirty="0">
                <a:solidFill>
                  <a:srgbClr val="483C46"/>
                </a:solidFill>
                <a:latin typeface="Avenir Next LT Pro"/>
              </a:rPr>
              <a:t>mind about accounting</a:t>
            </a:r>
          </a:p>
        </p:txBody>
      </p:sp>
      <p:pic>
        <p:nvPicPr>
          <p:cNvPr id="9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4FCAA7C9-682E-440F-B3CC-1CBC17C88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15" y="1859049"/>
            <a:ext cx="1498600" cy="1529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6560" y="2213090"/>
            <a:ext cx="9652000" cy="1003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83C46"/>
                </a:solidFill>
                <a:latin typeface="Avenir Next LT Pro"/>
              </a:rPr>
              <a:t>Aspirations</a:t>
            </a:r>
            <a:r>
              <a:rPr lang="en-US">
                <a:solidFill>
                  <a:srgbClr val="483C46"/>
                </a:solidFill>
                <a:latin typeface="Avenir Next LT Pro"/>
              </a:rPr>
              <a:t>: Show value and how it changes.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95D58-2FA2-498B-9645-5A854DA97421}"/>
              </a:ext>
            </a:extLst>
          </p:cNvPr>
          <p:cNvSpPr txBox="1"/>
          <p:nvPr/>
        </p:nvSpPr>
        <p:spPr>
          <a:xfrm>
            <a:off x="1656080" y="5028276"/>
            <a:ext cx="96473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rgbClr val="483C46"/>
                </a:solidFill>
                <a:latin typeface="Avenir Next LT Pro"/>
              </a:rPr>
              <a:t>Context: </a:t>
            </a:r>
            <a:r>
              <a:rPr lang="en-US" sz="2800">
                <a:solidFill>
                  <a:srgbClr val="483C46"/>
                </a:solidFill>
                <a:latin typeface="Avenir Next LT Pro"/>
              </a:rPr>
              <a:t>Social/economic/political setting.​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347AF-A9BA-4FD8-99A5-14CA7C40531D}"/>
              </a:ext>
            </a:extLst>
          </p:cNvPr>
          <p:cNvSpPr txBox="1"/>
          <p:nvPr/>
        </p:nvSpPr>
        <p:spPr>
          <a:xfrm>
            <a:off x="1686560" y="3648678"/>
            <a:ext cx="101087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rgbClr val="483C46"/>
                </a:solidFill>
                <a:latin typeface="Avenir Next LT Pro"/>
              </a:rPr>
              <a:t>Conventions:</a:t>
            </a:r>
            <a:r>
              <a:rPr lang="en-US" sz="2800">
                <a:solidFill>
                  <a:srgbClr val="483C46"/>
                </a:solidFill>
                <a:latin typeface="Avenir Next LT Pro"/>
              </a:rPr>
              <a:t> Practical guides.​</a:t>
            </a:r>
          </a:p>
        </p:txBody>
      </p:sp>
    </p:spTree>
    <p:extLst>
      <p:ext uri="{BB962C8B-B14F-4D97-AF65-F5344CB8AC3E}">
        <p14:creationId xmlns:p14="http://schemas.microsoft.com/office/powerpoint/2010/main" val="5572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1" grpId="0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4</a:t>
            </a:fld>
            <a:endParaRPr lang="en-US" sz="1867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26" name="Text Box 45">
            <a:extLst>
              <a:ext uri="{FF2B5EF4-FFF2-40B4-BE49-F238E27FC236}">
                <a16:creationId xmlns:a16="http://schemas.microsoft.com/office/drawing/2014/main" id="{9FCB46BF-B218-4D8A-BE22-C5F5697D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742" y="5444541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2" y="4845160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919" y="4245779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24" name="Text Box 45">
            <a:extLst>
              <a:ext uri="{FF2B5EF4-FFF2-40B4-BE49-F238E27FC236}">
                <a16:creationId xmlns:a16="http://schemas.microsoft.com/office/drawing/2014/main" id="{57E822CA-44A5-4805-82CE-37EA5222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5447108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4837179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956" y="4227250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54B40-FCFB-4CF8-B627-41DFB17F9F33}"/>
              </a:ext>
            </a:extLst>
          </p:cNvPr>
          <p:cNvSpPr txBox="1"/>
          <p:nvPr/>
        </p:nvSpPr>
        <p:spPr>
          <a:xfrm>
            <a:off x="7776764" y="375039"/>
            <a:ext cx="4152675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/>
              <a:t>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77128046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5" grpId="0" animBg="1"/>
      <p:bldP spid="7183" grpId="0" animBg="1"/>
      <p:bldP spid="26" grpId="0"/>
      <p:bldP spid="3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5" grpId="0" animBg="1"/>
      <p:bldP spid="28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5</a:t>
            </a:fld>
            <a:endParaRPr lang="en-US" sz="1867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2" y="4845160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749" y="4266250"/>
            <a:ext cx="334058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4837179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349" y="4308867"/>
            <a:ext cx="353032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54B40-FCFB-4CF8-B627-41DFB17F9F33}"/>
              </a:ext>
            </a:extLst>
          </p:cNvPr>
          <p:cNvSpPr txBox="1"/>
          <p:nvPr/>
        </p:nvSpPr>
        <p:spPr>
          <a:xfrm>
            <a:off x="6660682" y="162337"/>
            <a:ext cx="5268757" cy="89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/>
              <a:t>Not-for-profit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61899181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7" grpId="0"/>
      <p:bldP spid="5" grpId="0" animBg="1"/>
      <p:bldP spid="28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7" ma:contentTypeDescription="Create a new document." ma:contentTypeScope="" ma:versionID="a94dcb7068accf2b99f2aee193947cae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441e276b2eb532472e6c16ee8cd6cffc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3A8ADC-86FA-4F29-B20F-3FFC8BDCD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E6EEE-FBDB-475D-B4B5-316AFBDF365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Calibri Light</vt:lpstr>
      <vt:lpstr>Times New Roman</vt:lpstr>
      <vt:lpstr>Office Theme</vt:lpstr>
      <vt:lpstr>Framework</vt:lpstr>
      <vt:lpstr>PowerPoint Presentation</vt:lpstr>
      <vt:lpstr>Keep these in mind about accounting</vt:lpstr>
      <vt:lpstr>Most Important Figure</vt:lpstr>
      <vt:lpstr>Most Important Figure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1</cp:revision>
  <dcterms:created xsi:type="dcterms:W3CDTF">2020-02-13T20:03:41Z</dcterms:created>
  <dcterms:modified xsi:type="dcterms:W3CDTF">2020-02-20T22:02:31Z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