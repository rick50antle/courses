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5" r:id="rId3"/>
    <p:sldId id="270" r:id="rId4"/>
    <p:sldId id="273" r:id="rId5"/>
    <p:sldId id="272" r:id="rId6"/>
    <p:sldId id="271" r:id="rId7"/>
    <p:sldId id="276" r:id="rId8"/>
    <p:sldId id="277" r:id="rId9"/>
    <p:sldId id="269" r:id="rId10"/>
    <p:sldId id="268" r:id="rId11"/>
    <p:sldId id="266" r:id="rId12"/>
    <p:sldId id="267" r:id="rId13"/>
    <p:sldId id="278" r:id="rId14"/>
    <p:sldId id="265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8F641-1D6E-4F91-9E30-83F2DC89F906}" v="2" dt="2024-04-10T15:13:49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9" autoAdjust="0"/>
    <p:restoredTop sz="94410"/>
  </p:normalViewPr>
  <p:slideViewPr>
    <p:cSldViewPr>
      <p:cViewPr varScale="1">
        <p:scale>
          <a:sx n="104" d="100"/>
          <a:sy n="104" d="100"/>
        </p:scale>
        <p:origin x="91" y="1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AAF8F641-1D6E-4F91-9E30-83F2DC89F906}"/>
    <pc:docChg chg="undo custSel addSld modSld">
      <pc:chgData name="Antle, Rick" userId="c2afbbd2-30e4-4c8e-8af5-81913178ace3" providerId="ADAL" clId="{AAF8F641-1D6E-4F91-9E30-83F2DC89F906}" dt="2024-04-10T15:13:49.916" v="361"/>
      <pc:docMkLst>
        <pc:docMk/>
      </pc:docMkLst>
      <pc:sldChg chg="modSp mod">
        <pc:chgData name="Antle, Rick" userId="c2afbbd2-30e4-4c8e-8af5-81913178ace3" providerId="ADAL" clId="{AAF8F641-1D6E-4F91-9E30-83F2DC89F906}" dt="2024-04-07T21:27:18.401" v="338" actId="20577"/>
        <pc:sldMkLst>
          <pc:docMk/>
          <pc:sldMk cId="2464952412" sldId="256"/>
        </pc:sldMkLst>
        <pc:spChg chg="mod">
          <ac:chgData name="Antle, Rick" userId="c2afbbd2-30e4-4c8e-8af5-81913178ace3" providerId="ADAL" clId="{AAF8F641-1D6E-4F91-9E30-83F2DC89F906}" dt="2024-04-07T21:27:18.401" v="338" actId="20577"/>
          <ac:spMkLst>
            <pc:docMk/>
            <pc:sldMk cId="2464952412" sldId="256"/>
            <ac:spMk id="3" creationId="{00000000-0000-0000-0000-000000000000}"/>
          </ac:spMkLst>
        </pc:spChg>
      </pc:sldChg>
      <pc:sldChg chg="modSp mod">
        <pc:chgData name="Antle, Rick" userId="c2afbbd2-30e4-4c8e-8af5-81913178ace3" providerId="ADAL" clId="{AAF8F641-1D6E-4F91-9E30-83F2DC89F906}" dt="2024-04-07T21:26:34.121" v="277" actId="20577"/>
        <pc:sldMkLst>
          <pc:docMk/>
          <pc:sldMk cId="3192996875" sldId="265"/>
        </pc:sldMkLst>
        <pc:spChg chg="mod">
          <ac:chgData name="Antle, Rick" userId="c2afbbd2-30e4-4c8e-8af5-81913178ace3" providerId="ADAL" clId="{AAF8F641-1D6E-4F91-9E30-83F2DC89F906}" dt="2024-04-07T21:26:34.121" v="277" actId="20577"/>
          <ac:spMkLst>
            <pc:docMk/>
            <pc:sldMk cId="3192996875" sldId="265"/>
            <ac:spMk id="2" creationId="{00000000-0000-0000-0000-000000000000}"/>
          </ac:spMkLst>
        </pc:spChg>
        <pc:spChg chg="mod">
          <ac:chgData name="Antle, Rick" userId="c2afbbd2-30e4-4c8e-8af5-81913178ace3" providerId="ADAL" clId="{AAF8F641-1D6E-4F91-9E30-83F2DC89F906}" dt="2024-04-07T21:26:23.612" v="266" actId="20577"/>
          <ac:spMkLst>
            <pc:docMk/>
            <pc:sldMk cId="3192996875" sldId="265"/>
            <ac:spMk id="3" creationId="{00000000-0000-0000-0000-000000000000}"/>
          </ac:spMkLst>
        </pc:spChg>
      </pc:sldChg>
      <pc:sldChg chg="addSp modSp mod modAnim">
        <pc:chgData name="Antle, Rick" userId="c2afbbd2-30e4-4c8e-8af5-81913178ace3" providerId="ADAL" clId="{AAF8F641-1D6E-4F91-9E30-83F2DC89F906}" dt="2024-04-07T21:20:38.527" v="11" actId="1038"/>
        <pc:sldMkLst>
          <pc:docMk/>
          <pc:sldMk cId="74963849" sldId="267"/>
        </pc:sldMkLst>
        <pc:spChg chg="add mod">
          <ac:chgData name="Antle, Rick" userId="c2afbbd2-30e4-4c8e-8af5-81913178ace3" providerId="ADAL" clId="{AAF8F641-1D6E-4F91-9E30-83F2DC89F906}" dt="2024-04-07T21:20:38.527" v="11" actId="1038"/>
          <ac:spMkLst>
            <pc:docMk/>
            <pc:sldMk cId="74963849" sldId="267"/>
            <ac:spMk id="5" creationId="{03774FFA-D761-F7E6-2450-B09DD20EAC38}"/>
          </ac:spMkLst>
        </pc:spChg>
        <pc:cxnChg chg="add mod">
          <ac:chgData name="Antle, Rick" userId="c2afbbd2-30e4-4c8e-8af5-81913178ace3" providerId="ADAL" clId="{AAF8F641-1D6E-4F91-9E30-83F2DC89F906}" dt="2024-04-07T21:20:31.142" v="5" actId="14100"/>
          <ac:cxnSpMkLst>
            <pc:docMk/>
            <pc:sldMk cId="74963849" sldId="267"/>
            <ac:cxnSpMk id="4" creationId="{1ABBF12A-65B3-4A34-1CC5-4C516473C10C}"/>
          </ac:cxnSpMkLst>
        </pc:cxnChg>
      </pc:sldChg>
      <pc:sldChg chg="addSp modSp modAnim">
        <pc:chgData name="Antle, Rick" userId="c2afbbd2-30e4-4c8e-8af5-81913178ace3" providerId="ADAL" clId="{AAF8F641-1D6E-4F91-9E30-83F2DC89F906}" dt="2024-04-10T15:13:49.916" v="361"/>
        <pc:sldMkLst>
          <pc:docMk/>
          <pc:sldMk cId="3779886847" sldId="273"/>
        </pc:sldMkLst>
        <pc:cxnChg chg="add mod">
          <ac:chgData name="Antle, Rick" userId="c2afbbd2-30e4-4c8e-8af5-81913178ace3" providerId="ADAL" clId="{AAF8F641-1D6E-4F91-9E30-83F2DC89F906}" dt="2024-04-10T15:13:49.916" v="361"/>
          <ac:cxnSpMkLst>
            <pc:docMk/>
            <pc:sldMk cId="3779886847" sldId="273"/>
            <ac:cxnSpMk id="2" creationId="{9A799AA1-7095-9302-AE13-83D351E81376}"/>
          </ac:cxnSpMkLst>
        </pc:cxnChg>
      </pc:sldChg>
      <pc:sldChg chg="modSp mod">
        <pc:chgData name="Antle, Rick" userId="c2afbbd2-30e4-4c8e-8af5-81913178ace3" providerId="ADAL" clId="{AAF8F641-1D6E-4F91-9E30-83F2DC89F906}" dt="2024-04-07T21:27:44.679" v="360" actId="20577"/>
        <pc:sldMkLst>
          <pc:docMk/>
          <pc:sldMk cId="1532106759" sldId="275"/>
        </pc:sldMkLst>
        <pc:spChg chg="mod">
          <ac:chgData name="Antle, Rick" userId="c2afbbd2-30e4-4c8e-8af5-81913178ace3" providerId="ADAL" clId="{AAF8F641-1D6E-4F91-9E30-83F2DC89F906}" dt="2024-04-07T21:27:44.679" v="360" actId="20577"/>
          <ac:spMkLst>
            <pc:docMk/>
            <pc:sldMk cId="1532106759" sldId="275"/>
            <ac:spMk id="3" creationId="{53474304-87C4-6061-E89D-D457631396D1}"/>
          </ac:spMkLst>
        </pc:spChg>
      </pc:sldChg>
      <pc:sldChg chg="addSp modSp new mod">
        <pc:chgData name="Antle, Rick" userId="c2afbbd2-30e4-4c8e-8af5-81913178ace3" providerId="ADAL" clId="{AAF8F641-1D6E-4F91-9E30-83F2DC89F906}" dt="2024-04-07T21:25:48.166" v="215" actId="20577"/>
        <pc:sldMkLst>
          <pc:docMk/>
          <pc:sldMk cId="2513849756" sldId="278"/>
        </pc:sldMkLst>
        <pc:spChg chg="mod">
          <ac:chgData name="Antle, Rick" userId="c2afbbd2-30e4-4c8e-8af5-81913178ace3" providerId="ADAL" clId="{AAF8F641-1D6E-4F91-9E30-83F2DC89F906}" dt="2024-04-07T21:21:31.020" v="47" actId="20577"/>
          <ac:spMkLst>
            <pc:docMk/>
            <pc:sldMk cId="2513849756" sldId="278"/>
            <ac:spMk id="2" creationId="{62A44FCA-3D81-520C-034A-1AEF24C09234}"/>
          </ac:spMkLst>
        </pc:spChg>
        <pc:graphicFrameChg chg="add mod modGraphic">
          <ac:chgData name="Antle, Rick" userId="c2afbbd2-30e4-4c8e-8af5-81913178ace3" providerId="ADAL" clId="{AAF8F641-1D6E-4F91-9E30-83F2DC89F906}" dt="2024-04-07T21:25:48.166" v="215" actId="20577"/>
          <ac:graphicFrameMkLst>
            <pc:docMk/>
            <pc:sldMk cId="2513849756" sldId="278"/>
            <ac:graphicFrameMk id="3" creationId="{17BEE91B-1E59-BBDF-25E0-B55EC05B40A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" y="3978862"/>
            <a:ext cx="304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Accounting</a:t>
            </a:r>
            <a:br>
              <a:rPr lang="en-US" dirty="0"/>
            </a:br>
            <a:r>
              <a:rPr lang="en-US" dirty="0"/>
              <a:t>LAW 21474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Session 21: Financial Accounting for Income Taxes – Berkshire Hathaway’s Deferred Taxes in FY 2023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2AA5-15EC-B1B8-D76F-998291CB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Berkshire Hathaway Inc.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74304-87C4-6061-E89D-D45763139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Statement for year ended 12/31/2023 </a:t>
            </a:r>
            <a:r>
              <a:rPr lang="en-US"/>
              <a:t>excerpts from 10-K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10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DAE72B-64EA-E801-E23A-2C90FD02B6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73"/>
          <a:stretch/>
        </p:blipFill>
        <p:spPr>
          <a:xfrm>
            <a:off x="838200" y="209550"/>
            <a:ext cx="7597202" cy="481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1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A82E63-ABFF-CD9D-B8B9-4EFA2038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170"/>
            <a:ext cx="7162800" cy="502533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B7E5D1-9376-A1B9-0A5D-0DB6F4C715BA}"/>
              </a:ext>
            </a:extLst>
          </p:cNvPr>
          <p:cNvCxnSpPr>
            <a:cxnSpLocks/>
          </p:cNvCxnSpPr>
          <p:nvPr/>
        </p:nvCxnSpPr>
        <p:spPr>
          <a:xfrm>
            <a:off x="990600" y="3105150"/>
            <a:ext cx="1905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A3999F-905F-C9A9-6C4B-768623B16AD7}"/>
              </a:ext>
            </a:extLst>
          </p:cNvPr>
          <p:cNvSpPr/>
          <p:nvPr/>
        </p:nvSpPr>
        <p:spPr>
          <a:xfrm>
            <a:off x="6248400" y="2844594"/>
            <a:ext cx="7620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A799AA1-7095-9302-AE13-83D351E81376}"/>
              </a:ext>
            </a:extLst>
          </p:cNvPr>
          <p:cNvCxnSpPr>
            <a:cxnSpLocks/>
          </p:cNvCxnSpPr>
          <p:nvPr/>
        </p:nvCxnSpPr>
        <p:spPr>
          <a:xfrm>
            <a:off x="1143000" y="3257550"/>
            <a:ext cx="1905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88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01E13C-CE7D-B3F6-6751-C37B149E7B9C}"/>
              </a:ext>
            </a:extLst>
          </p:cNvPr>
          <p:cNvSpPr/>
          <p:nvPr/>
        </p:nvSpPr>
        <p:spPr>
          <a:xfrm>
            <a:off x="914400" y="3943350"/>
            <a:ext cx="47244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E3D22-FE7E-A91D-C7EC-BA52331A3C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44"/>
          <a:stretch/>
        </p:blipFill>
        <p:spPr>
          <a:xfrm>
            <a:off x="1905000" y="0"/>
            <a:ext cx="5181600" cy="512753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65CC06-5E75-5CE6-92FF-42E06CC39DF9}"/>
              </a:ext>
            </a:extLst>
          </p:cNvPr>
          <p:cNvSpPr/>
          <p:nvPr/>
        </p:nvSpPr>
        <p:spPr>
          <a:xfrm>
            <a:off x="1828800" y="4095750"/>
            <a:ext cx="5334000" cy="685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2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29186-A78A-3366-0AF2-A077ED26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5" y="1909670"/>
            <a:ext cx="8983329" cy="13241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13F554-C615-15A8-E0DD-B19F561FADD4}"/>
              </a:ext>
            </a:extLst>
          </p:cNvPr>
          <p:cNvCxnSpPr>
            <a:cxnSpLocks/>
          </p:cNvCxnSpPr>
          <p:nvPr/>
        </p:nvCxnSpPr>
        <p:spPr>
          <a:xfrm>
            <a:off x="304800" y="2343150"/>
            <a:ext cx="2133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C36B31-8593-9E95-EB3F-7D486BD9EACC}"/>
              </a:ext>
            </a:extLst>
          </p:cNvPr>
          <p:cNvSpPr/>
          <p:nvPr/>
        </p:nvSpPr>
        <p:spPr>
          <a:xfrm>
            <a:off x="5791200" y="2067846"/>
            <a:ext cx="7620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8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A79E5B-A32E-13BC-77F1-6283B865D5FC}"/>
              </a:ext>
            </a:extLst>
          </p:cNvPr>
          <p:cNvSpPr/>
          <p:nvPr/>
        </p:nvSpPr>
        <p:spPr>
          <a:xfrm>
            <a:off x="914400" y="3943350"/>
            <a:ext cx="47244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939625-0EDB-8DCC-5890-145B73AE8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10" y="0"/>
            <a:ext cx="5095179" cy="51435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1392DA-DC6F-BAFC-E9B5-A1B3B478AD30}"/>
              </a:ext>
            </a:extLst>
          </p:cNvPr>
          <p:cNvSpPr/>
          <p:nvPr/>
        </p:nvSpPr>
        <p:spPr>
          <a:xfrm>
            <a:off x="1828800" y="133350"/>
            <a:ext cx="5334000" cy="19812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32C3A-F941-7BB6-9C7C-2FACBC4D35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577"/>
          <a:stretch/>
        </p:blipFill>
        <p:spPr>
          <a:xfrm>
            <a:off x="152400" y="514350"/>
            <a:ext cx="8840516" cy="3429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EC2C03-5177-6376-B2A1-5EB4F0BC0CB4}"/>
              </a:ext>
            </a:extLst>
          </p:cNvPr>
          <p:cNvCxnSpPr/>
          <p:nvPr/>
        </p:nvCxnSpPr>
        <p:spPr>
          <a:xfrm>
            <a:off x="609600" y="1657350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1125A9-D004-315A-E1C1-AC04790C11FD}"/>
              </a:ext>
            </a:extLst>
          </p:cNvPr>
          <p:cNvSpPr/>
          <p:nvPr/>
        </p:nvSpPr>
        <p:spPr>
          <a:xfrm>
            <a:off x="6248400" y="1428750"/>
            <a:ext cx="7620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E2E69C-ED18-6BA8-6861-909E442BE9AF}"/>
              </a:ext>
            </a:extLst>
          </p:cNvPr>
          <p:cNvCxnSpPr/>
          <p:nvPr/>
        </p:nvCxnSpPr>
        <p:spPr>
          <a:xfrm>
            <a:off x="609600" y="3751620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05BBFF-581A-E1E3-486D-F5817E3A4A06}"/>
              </a:ext>
            </a:extLst>
          </p:cNvPr>
          <p:cNvSpPr/>
          <p:nvPr/>
        </p:nvSpPr>
        <p:spPr>
          <a:xfrm>
            <a:off x="6172200" y="3486150"/>
            <a:ext cx="7620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5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42536F-9889-43A0-19CA-835F6E730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" y="1304748"/>
            <a:ext cx="9107171" cy="253400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4FA28C-4DDB-687C-5693-C55E5865B3B4}"/>
              </a:ext>
            </a:extLst>
          </p:cNvPr>
          <p:cNvSpPr/>
          <p:nvPr/>
        </p:nvSpPr>
        <p:spPr>
          <a:xfrm>
            <a:off x="76200" y="1200150"/>
            <a:ext cx="3429000" cy="4572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A118CC-4C1E-65C5-6B98-5F4C35B51312}"/>
              </a:ext>
            </a:extLst>
          </p:cNvPr>
          <p:cNvCxnSpPr>
            <a:cxnSpLocks/>
          </p:cNvCxnSpPr>
          <p:nvPr/>
        </p:nvCxnSpPr>
        <p:spPr>
          <a:xfrm>
            <a:off x="335280" y="2527506"/>
            <a:ext cx="9601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5B083D-0983-EFDC-F16E-80B60C6D275F}"/>
              </a:ext>
            </a:extLst>
          </p:cNvPr>
          <p:cNvSpPr/>
          <p:nvPr/>
        </p:nvSpPr>
        <p:spPr>
          <a:xfrm>
            <a:off x="6096000" y="2266950"/>
            <a:ext cx="9906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68751-260F-EBB3-5D2A-D228D6539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" y="1438117"/>
            <a:ext cx="9050013" cy="226726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B16279-FC84-4AE6-8897-E3663FFEA580}"/>
              </a:ext>
            </a:extLst>
          </p:cNvPr>
          <p:cNvSpPr/>
          <p:nvPr/>
        </p:nvSpPr>
        <p:spPr>
          <a:xfrm>
            <a:off x="27039" y="1733550"/>
            <a:ext cx="1649361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991715-0466-D51E-7470-C2C16A4B656E}"/>
              </a:ext>
            </a:extLst>
          </p:cNvPr>
          <p:cNvCxnSpPr>
            <a:cxnSpLocks/>
          </p:cNvCxnSpPr>
          <p:nvPr/>
        </p:nvCxnSpPr>
        <p:spPr>
          <a:xfrm>
            <a:off x="152400" y="3181350"/>
            <a:ext cx="6858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2E9D66-4AF0-720A-6802-95A6D5AB4C57}"/>
              </a:ext>
            </a:extLst>
          </p:cNvPr>
          <p:cNvSpPr/>
          <p:nvPr/>
        </p:nvSpPr>
        <p:spPr>
          <a:xfrm>
            <a:off x="6553200" y="2898672"/>
            <a:ext cx="9906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5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C8FC6-8FC7-8987-E9D5-CDD223B2F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0550"/>
            <a:ext cx="7705873" cy="368647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62A6EC-0C65-1220-03F2-C4AD57F3F483}"/>
              </a:ext>
            </a:extLst>
          </p:cNvPr>
          <p:cNvCxnSpPr>
            <a:cxnSpLocks/>
          </p:cNvCxnSpPr>
          <p:nvPr/>
        </p:nvCxnSpPr>
        <p:spPr>
          <a:xfrm>
            <a:off x="762000" y="4226028"/>
            <a:ext cx="1905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179609-C728-0E59-32CF-C8766953EF4D}"/>
              </a:ext>
            </a:extLst>
          </p:cNvPr>
          <p:cNvSpPr/>
          <p:nvPr/>
        </p:nvSpPr>
        <p:spPr>
          <a:xfrm>
            <a:off x="6172200" y="3943350"/>
            <a:ext cx="9906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F86774-29AA-6B58-5141-2BB1B285BD8F}"/>
              </a:ext>
            </a:extLst>
          </p:cNvPr>
          <p:cNvCxnSpPr>
            <a:cxnSpLocks/>
          </p:cNvCxnSpPr>
          <p:nvPr/>
        </p:nvCxnSpPr>
        <p:spPr>
          <a:xfrm>
            <a:off x="914400" y="1733550"/>
            <a:ext cx="2819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8BB573-9F4F-6294-EC14-F4196F27E10B}"/>
              </a:ext>
            </a:extLst>
          </p:cNvPr>
          <p:cNvSpPr/>
          <p:nvPr/>
        </p:nvSpPr>
        <p:spPr>
          <a:xfrm>
            <a:off x="6096000" y="1504950"/>
            <a:ext cx="990600" cy="2286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993CAB-3435-7109-56B7-9F389E12127E}"/>
              </a:ext>
            </a:extLst>
          </p:cNvPr>
          <p:cNvCxnSpPr>
            <a:cxnSpLocks/>
          </p:cNvCxnSpPr>
          <p:nvPr/>
        </p:nvCxnSpPr>
        <p:spPr>
          <a:xfrm>
            <a:off x="914400" y="2114550"/>
            <a:ext cx="3657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B58F03-1981-8A9C-B585-A8402A38AACC}"/>
              </a:ext>
            </a:extLst>
          </p:cNvPr>
          <p:cNvSpPr/>
          <p:nvPr/>
        </p:nvSpPr>
        <p:spPr>
          <a:xfrm>
            <a:off x="6096000" y="1871202"/>
            <a:ext cx="990600" cy="2286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6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032AE-AADE-DACD-BA4D-CDE5C97AA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4" y="1323801"/>
            <a:ext cx="8926171" cy="249589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BBF12A-65B3-4A34-1CC5-4C516473C10C}"/>
              </a:ext>
            </a:extLst>
          </p:cNvPr>
          <p:cNvCxnSpPr>
            <a:cxnSpLocks/>
          </p:cNvCxnSpPr>
          <p:nvPr/>
        </p:nvCxnSpPr>
        <p:spPr>
          <a:xfrm>
            <a:off x="145026" y="3493524"/>
            <a:ext cx="61697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774FFA-D761-F7E6-2450-B09DD20EAC38}"/>
              </a:ext>
            </a:extLst>
          </p:cNvPr>
          <p:cNvSpPr/>
          <p:nvPr/>
        </p:nvSpPr>
        <p:spPr>
          <a:xfrm>
            <a:off x="5181600" y="3257550"/>
            <a:ext cx="990600" cy="3048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4FCA-3D81-520C-034A-1AEF24C0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Entry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BEE91B-1E59-BBDF-25E0-B55EC05B4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94759"/>
              </p:ext>
            </p:extLst>
          </p:nvPr>
        </p:nvGraphicFramePr>
        <p:xfrm>
          <a:off x="304800" y="1123950"/>
          <a:ext cx="85344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3864083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2381325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1166977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05378279"/>
                    </a:ext>
                  </a:extLst>
                </a:gridCol>
              </a:tblGrid>
              <a:tr h="335280">
                <a:tc gridSpan="4">
                  <a:txBody>
                    <a:bodyPr/>
                    <a:lstStyle/>
                    <a:p>
                      <a:r>
                        <a:rPr lang="en-US" dirty="0"/>
                        <a:t>To record Income Tax Expense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442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Income Tax 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23,019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5389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 Taxes Payable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7,642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1844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Deferred Income 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15,377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94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849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lot of big numbers for deferred taxes.</a:t>
            </a:r>
          </a:p>
        </p:txBody>
      </p:sp>
    </p:spTree>
    <p:extLst>
      <p:ext uri="{BB962C8B-B14F-4D97-AF65-F5344CB8AC3E}">
        <p14:creationId xmlns:p14="http://schemas.microsoft.com/office/powerpoint/2010/main" val="3192996875"/>
      </p:ext>
    </p:extLst>
  </p:cSld>
  <p:clrMapOvr>
    <a:masterClrMapping/>
  </p:clrMapOvr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64D2DB-B5B2-41B7-845B-C156AD5402AB}" vid="{0AE66E48-DB66-4E7E-8A79-CE1E3DDDA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LAW21474</Template>
  <TotalTime>1097</TotalTime>
  <Words>63</Words>
  <Application>Microsoft Office PowerPoint</Application>
  <PresentationFormat>On-screen Show (16:9)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YLS-Class-White-Wide</vt:lpstr>
      <vt:lpstr>Financial Accounting LAW 21474 </vt:lpstr>
      <vt:lpstr>Berkshire Hathaway Inc.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Aggregate Entry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LAW 21474 </dc:title>
  <dc:creator>Antle, Rick</dc:creator>
  <cp:lastModifiedBy>Antle, Rick</cp:lastModifiedBy>
  <cp:revision>1</cp:revision>
  <dcterms:created xsi:type="dcterms:W3CDTF">2024-04-07T20:43:47Z</dcterms:created>
  <dcterms:modified xsi:type="dcterms:W3CDTF">2024-04-10T15:13:58Z</dcterms:modified>
</cp:coreProperties>
</file>