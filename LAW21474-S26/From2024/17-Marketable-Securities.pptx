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8" r:id="rId3"/>
    <p:sldId id="259" r:id="rId4"/>
    <p:sldId id="284" r:id="rId5"/>
    <p:sldId id="286" r:id="rId6"/>
    <p:sldId id="285" r:id="rId7"/>
    <p:sldId id="292" r:id="rId8"/>
    <p:sldId id="275" r:id="rId9"/>
    <p:sldId id="274" r:id="rId10"/>
    <p:sldId id="260" r:id="rId11"/>
    <p:sldId id="261" r:id="rId12"/>
    <p:sldId id="264" r:id="rId13"/>
    <p:sldId id="267" r:id="rId14"/>
    <p:sldId id="268" r:id="rId15"/>
    <p:sldId id="269" r:id="rId16"/>
    <p:sldId id="295" r:id="rId17"/>
    <p:sldId id="293" r:id="rId18"/>
    <p:sldId id="257" r:id="rId19"/>
    <p:sldId id="308" r:id="rId20"/>
    <p:sldId id="307" r:id="rId21"/>
    <p:sldId id="306" r:id="rId22"/>
    <p:sldId id="305" r:id="rId23"/>
    <p:sldId id="262" r:id="rId24"/>
    <p:sldId id="263" r:id="rId25"/>
    <p:sldId id="304" r:id="rId26"/>
    <p:sldId id="303" r:id="rId27"/>
    <p:sldId id="302" r:id="rId28"/>
    <p:sldId id="265" r:id="rId29"/>
    <p:sldId id="282" r:id="rId30"/>
    <p:sldId id="266" r:id="rId31"/>
    <p:sldId id="301" r:id="rId32"/>
    <p:sldId id="270" r:id="rId33"/>
    <p:sldId id="300" r:id="rId34"/>
    <p:sldId id="299" r:id="rId35"/>
    <p:sldId id="298" r:id="rId36"/>
    <p:sldId id="297" r:id="rId37"/>
    <p:sldId id="296" r:id="rId38"/>
    <p:sldId id="276" r:id="rId39"/>
    <p:sldId id="277" r:id="rId40"/>
    <p:sldId id="278" r:id="rId41"/>
    <p:sldId id="279" r:id="rId42"/>
    <p:sldId id="280" r:id="rId43"/>
    <p:sldId id="271" r:id="rId44"/>
    <p:sldId id="272" r:id="rId45"/>
    <p:sldId id="281" r:id="rId46"/>
    <p:sldId id="273" r:id="rId4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FBF0B-A676-1637-19C4-1204074D06F2}" v="78" dt="2024-03-25T15:40:11.723"/>
    <p1510:client id="{AB46CEC6-189E-0A27-CA1F-857D07FBF148}" v="175" dt="2024-03-25T15:21:23.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410"/>
  </p:normalViewPr>
  <p:slideViewPr>
    <p:cSldViewPr>
      <p:cViewPr varScale="1">
        <p:scale>
          <a:sx n="113" d="100"/>
          <a:sy n="113" d="100"/>
        </p:scale>
        <p:origin x="86" y="3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le, Rick" userId="c2afbbd2-30e4-4c8e-8af5-81913178ace3" providerId="ADAL" clId="{DC5B3EC6-4212-4A43-9EAF-0F5E7134D9B7}"/>
    <pc:docChg chg="undo redo custSel delSld modSld modMainMaster">
      <pc:chgData name="Antle, Rick" userId="c2afbbd2-30e4-4c8e-8af5-81913178ace3" providerId="ADAL" clId="{DC5B3EC6-4212-4A43-9EAF-0F5E7134D9B7}" dt="2021-03-31T19:56:06.424" v="367" actId="5793"/>
      <pc:docMkLst>
        <pc:docMk/>
      </pc:docMkLst>
      <pc:sldChg chg="modSp mod">
        <pc:chgData name="Antle, Rick" userId="c2afbbd2-30e4-4c8e-8af5-81913178ace3" providerId="ADAL" clId="{DC5B3EC6-4212-4A43-9EAF-0F5E7134D9B7}" dt="2021-03-31T19:11:37.756" v="30" actId="20577"/>
        <pc:sldMkLst>
          <pc:docMk/>
          <pc:sldMk cId="2273430038" sldId="258"/>
        </pc:sldMkLst>
        <pc:spChg chg="mod">
          <ac:chgData name="Antle, Rick" userId="c2afbbd2-30e4-4c8e-8af5-81913178ace3" providerId="ADAL" clId="{DC5B3EC6-4212-4A43-9EAF-0F5E7134D9B7}" dt="2021-03-31T19:11:37.756" v="30" actId="20577"/>
          <ac:spMkLst>
            <pc:docMk/>
            <pc:sldMk cId="2273430038" sldId="258"/>
            <ac:spMk id="37891" creationId="{00000000-0000-0000-0000-000000000000}"/>
          </ac:spMkLst>
        </pc:spChg>
      </pc:sldChg>
      <pc:sldChg chg="del">
        <pc:chgData name="Antle, Rick" userId="c2afbbd2-30e4-4c8e-8af5-81913178ace3" providerId="ADAL" clId="{DC5B3EC6-4212-4A43-9EAF-0F5E7134D9B7}" dt="2021-03-31T19:12:41.727" v="31" actId="47"/>
        <pc:sldMkLst>
          <pc:docMk/>
          <pc:sldMk cId="336713175" sldId="266"/>
        </pc:sldMkLst>
      </pc:sldChg>
      <pc:sldChg chg="modSp mod">
        <pc:chgData name="Antle, Rick" userId="c2afbbd2-30e4-4c8e-8af5-81913178ace3" providerId="ADAL" clId="{DC5B3EC6-4212-4A43-9EAF-0F5E7134D9B7}" dt="2021-03-31T19:52:36.835" v="213" actId="20577"/>
        <pc:sldMkLst>
          <pc:docMk/>
          <pc:sldMk cId="462709051" sldId="268"/>
        </pc:sldMkLst>
        <pc:spChg chg="mod">
          <ac:chgData name="Antle, Rick" userId="c2afbbd2-30e4-4c8e-8af5-81913178ace3" providerId="ADAL" clId="{DC5B3EC6-4212-4A43-9EAF-0F5E7134D9B7}" dt="2021-03-31T19:52:36.835" v="213" actId="20577"/>
          <ac:spMkLst>
            <pc:docMk/>
            <pc:sldMk cId="462709051" sldId="268"/>
            <ac:spMk id="60419" creationId="{00000000-0000-0000-0000-000000000000}"/>
          </ac:spMkLst>
        </pc:spChg>
      </pc:sldChg>
      <pc:sldChg chg="addSp modSp mod modClrScheme chgLayout">
        <pc:chgData name="Antle, Rick" userId="c2afbbd2-30e4-4c8e-8af5-81913178ace3" providerId="ADAL" clId="{DC5B3EC6-4212-4A43-9EAF-0F5E7134D9B7}" dt="2021-03-31T19:56:06.424" v="367" actId="5793"/>
        <pc:sldMkLst>
          <pc:docMk/>
          <pc:sldMk cId="2368379820" sldId="271"/>
        </pc:sldMkLst>
        <pc:spChg chg="mod ord">
          <ac:chgData name="Antle, Rick" userId="c2afbbd2-30e4-4c8e-8af5-81913178ace3" providerId="ADAL" clId="{DC5B3EC6-4212-4A43-9EAF-0F5E7134D9B7}" dt="2021-03-31T19:53:40.355" v="214" actId="700"/>
          <ac:spMkLst>
            <pc:docMk/>
            <pc:sldMk cId="2368379820" sldId="271"/>
            <ac:spMk id="2" creationId="{00000000-0000-0000-0000-000000000000}"/>
          </ac:spMkLst>
        </pc:spChg>
        <pc:spChg chg="add mod ord">
          <ac:chgData name="Antle, Rick" userId="c2afbbd2-30e4-4c8e-8af5-81913178ace3" providerId="ADAL" clId="{DC5B3EC6-4212-4A43-9EAF-0F5E7134D9B7}" dt="2021-03-31T19:56:06.424" v="367" actId="5793"/>
          <ac:spMkLst>
            <pc:docMk/>
            <pc:sldMk cId="2368379820" sldId="271"/>
            <ac:spMk id="3" creationId="{2CBBF4A3-D897-4C69-8CCF-BEDC6CF013CC}"/>
          </ac:spMkLst>
        </pc:spChg>
        <pc:spChg chg="mod ord">
          <ac:chgData name="Antle, Rick" userId="c2afbbd2-30e4-4c8e-8af5-81913178ace3" providerId="ADAL" clId="{DC5B3EC6-4212-4A43-9EAF-0F5E7134D9B7}" dt="2021-03-31T19:53:40.355" v="214" actId="700"/>
          <ac:spMkLst>
            <pc:docMk/>
            <pc:sldMk cId="2368379820" sldId="271"/>
            <ac:spMk id="7" creationId="{00000000-0000-0000-0000-000000000000}"/>
          </ac:spMkLst>
        </pc:spChg>
      </pc:sldChg>
      <pc:sldChg chg="addSp delSp modSp mod modClrScheme delAnim modAnim chgLayout">
        <pc:chgData name="Antle, Rick" userId="c2afbbd2-30e4-4c8e-8af5-81913178ace3" providerId="ADAL" clId="{DC5B3EC6-4212-4A43-9EAF-0F5E7134D9B7}" dt="2021-03-31T19:50:30.106" v="172" actId="1038"/>
        <pc:sldMkLst>
          <pc:docMk/>
          <pc:sldMk cId="1486566522" sldId="272"/>
        </pc:sldMkLst>
        <pc:spChg chg="del">
          <ac:chgData name="Antle, Rick" userId="c2afbbd2-30e4-4c8e-8af5-81913178ace3" providerId="ADAL" clId="{DC5B3EC6-4212-4A43-9EAF-0F5E7134D9B7}" dt="2021-03-31T19:13:28.048" v="54" actId="478"/>
          <ac:spMkLst>
            <pc:docMk/>
            <pc:sldMk cId="1486566522" sldId="272"/>
            <ac:spMk id="2" creationId="{00000000-0000-0000-0000-000000000000}"/>
          </ac:spMkLst>
        </pc:spChg>
        <pc:spChg chg="mod ord">
          <ac:chgData name="Antle, Rick" userId="c2afbbd2-30e4-4c8e-8af5-81913178ace3" providerId="ADAL" clId="{DC5B3EC6-4212-4A43-9EAF-0F5E7134D9B7}" dt="2021-03-31T19:13:32.662" v="55" actId="700"/>
          <ac:spMkLst>
            <pc:docMk/>
            <pc:sldMk cId="1486566522" sldId="272"/>
            <ac:spMk id="3" creationId="{00000000-0000-0000-0000-000000000000}"/>
          </ac:spMkLst>
        </pc:spChg>
        <pc:spChg chg="add del mod">
          <ac:chgData name="Antle, Rick" userId="c2afbbd2-30e4-4c8e-8af5-81913178ace3" providerId="ADAL" clId="{DC5B3EC6-4212-4A43-9EAF-0F5E7134D9B7}" dt="2021-03-31T19:13:32.662" v="55" actId="700"/>
          <ac:spMkLst>
            <pc:docMk/>
            <pc:sldMk cId="1486566522" sldId="272"/>
            <ac:spMk id="5" creationId="{5C22CD4F-AF2F-495D-AF44-7E18C9C7E574}"/>
          </ac:spMkLst>
        </pc:spChg>
        <pc:spChg chg="add del mod">
          <ac:chgData name="Antle, Rick" userId="c2afbbd2-30e4-4c8e-8af5-81913178ace3" providerId="ADAL" clId="{DC5B3EC6-4212-4A43-9EAF-0F5E7134D9B7}" dt="2021-03-31T19:13:32.662" v="55" actId="700"/>
          <ac:spMkLst>
            <pc:docMk/>
            <pc:sldMk cId="1486566522" sldId="272"/>
            <ac:spMk id="8" creationId="{CFE792A3-1254-4BAB-9F2F-5BEAFBC1933C}"/>
          </ac:spMkLst>
        </pc:spChg>
        <pc:spChg chg="add del">
          <ac:chgData name="Antle, Rick" userId="c2afbbd2-30e4-4c8e-8af5-81913178ace3" providerId="ADAL" clId="{DC5B3EC6-4212-4A43-9EAF-0F5E7134D9B7}" dt="2021-03-31T19:25:27.323" v="61" actId="478"/>
          <ac:spMkLst>
            <pc:docMk/>
            <pc:sldMk cId="1486566522" sldId="272"/>
            <ac:spMk id="11" creationId="{F2C1C65A-BB8E-4633-BF6B-0B5D924C18AB}"/>
          </ac:spMkLst>
        </pc:spChg>
        <pc:spChg chg="add del mod">
          <ac:chgData name="Antle, Rick" userId="c2afbbd2-30e4-4c8e-8af5-81913178ace3" providerId="ADAL" clId="{DC5B3EC6-4212-4A43-9EAF-0F5E7134D9B7}" dt="2021-03-31T19:28:10.195" v="90" actId="478"/>
          <ac:spMkLst>
            <pc:docMk/>
            <pc:sldMk cId="1486566522" sldId="272"/>
            <ac:spMk id="13" creationId="{539F0643-F7C2-424A-B7A1-4179C98C5B22}"/>
          </ac:spMkLst>
        </pc:spChg>
        <pc:spChg chg="add del mod">
          <ac:chgData name="Antle, Rick" userId="c2afbbd2-30e4-4c8e-8af5-81913178ace3" providerId="ADAL" clId="{DC5B3EC6-4212-4A43-9EAF-0F5E7134D9B7}" dt="2021-03-31T19:28:06.388" v="89" actId="478"/>
          <ac:spMkLst>
            <pc:docMk/>
            <pc:sldMk cId="1486566522" sldId="272"/>
            <ac:spMk id="16" creationId="{6FAB4E12-FFB7-4AB9-BC58-2AC414C85513}"/>
          </ac:spMkLst>
        </pc:spChg>
        <pc:spChg chg="add mod">
          <ac:chgData name="Antle, Rick" userId="c2afbbd2-30e4-4c8e-8af5-81913178ace3" providerId="ADAL" clId="{DC5B3EC6-4212-4A43-9EAF-0F5E7134D9B7}" dt="2021-03-31T19:29:07.717" v="105" actId="692"/>
          <ac:spMkLst>
            <pc:docMk/>
            <pc:sldMk cId="1486566522" sldId="272"/>
            <ac:spMk id="17" creationId="{02CC7494-0704-4A57-9BED-7684F7F66509}"/>
          </ac:spMkLst>
        </pc:spChg>
        <pc:spChg chg="add mod">
          <ac:chgData name="Antle, Rick" userId="c2afbbd2-30e4-4c8e-8af5-81913178ace3" providerId="ADAL" clId="{DC5B3EC6-4212-4A43-9EAF-0F5E7134D9B7}" dt="2021-03-31T19:29:34.938" v="109" actId="14100"/>
          <ac:spMkLst>
            <pc:docMk/>
            <pc:sldMk cId="1486566522" sldId="272"/>
            <ac:spMk id="18" creationId="{2EABBCA8-69B1-42D5-ACA5-3074F5EC288C}"/>
          </ac:spMkLst>
        </pc:spChg>
        <pc:spChg chg="add mod">
          <ac:chgData name="Antle, Rick" userId="c2afbbd2-30e4-4c8e-8af5-81913178ace3" providerId="ADAL" clId="{DC5B3EC6-4212-4A43-9EAF-0F5E7134D9B7}" dt="2021-03-31T19:33:31.290" v="164" actId="1076"/>
          <ac:spMkLst>
            <pc:docMk/>
            <pc:sldMk cId="1486566522" sldId="272"/>
            <ac:spMk id="21" creationId="{CC169214-BF4B-40F8-8978-BCD8C664D9C3}"/>
          </ac:spMkLst>
        </pc:spChg>
        <pc:graphicFrameChg chg="del modGraphic">
          <ac:chgData name="Antle, Rick" userId="c2afbbd2-30e4-4c8e-8af5-81913178ace3" providerId="ADAL" clId="{DC5B3EC6-4212-4A43-9EAF-0F5E7134D9B7}" dt="2021-03-31T19:13:19.854" v="53" actId="478"/>
          <ac:graphicFrameMkLst>
            <pc:docMk/>
            <pc:sldMk cId="1486566522" sldId="272"/>
            <ac:graphicFrameMk id="6" creationId="{00000000-0000-0000-0000-000000000000}"/>
          </ac:graphicFrameMkLst>
        </pc:graphicFrameChg>
        <pc:picChg chg="add mod">
          <ac:chgData name="Antle, Rick" userId="c2afbbd2-30e4-4c8e-8af5-81913178ace3" providerId="ADAL" clId="{DC5B3EC6-4212-4A43-9EAF-0F5E7134D9B7}" dt="2021-03-31T19:14:21.274" v="59" actId="1076"/>
          <ac:picMkLst>
            <pc:docMk/>
            <pc:sldMk cId="1486566522" sldId="272"/>
            <ac:picMk id="10" creationId="{D8AD8668-F6DF-49D3-828D-F3B0570C0103}"/>
          </ac:picMkLst>
        </pc:picChg>
        <pc:cxnChg chg="add mod">
          <ac:chgData name="Antle, Rick" userId="c2afbbd2-30e4-4c8e-8af5-81913178ace3" providerId="ADAL" clId="{DC5B3EC6-4212-4A43-9EAF-0F5E7134D9B7}" dt="2021-03-31T19:50:30.106" v="172" actId="1038"/>
          <ac:cxnSpMkLst>
            <pc:docMk/>
            <pc:sldMk cId="1486566522" sldId="272"/>
            <ac:cxnSpMk id="12" creationId="{BA54EBA7-3A06-491D-97F5-DA66CDFBEBD6}"/>
          </ac:cxnSpMkLst>
        </pc:cxnChg>
        <pc:cxnChg chg="add mod">
          <ac:chgData name="Antle, Rick" userId="c2afbbd2-30e4-4c8e-8af5-81913178ace3" providerId="ADAL" clId="{DC5B3EC6-4212-4A43-9EAF-0F5E7134D9B7}" dt="2021-03-31T19:27:17.433" v="79" actId="1037"/>
          <ac:cxnSpMkLst>
            <pc:docMk/>
            <pc:sldMk cId="1486566522" sldId="272"/>
            <ac:cxnSpMk id="14" creationId="{37865C62-4986-494E-8FEA-FFFFA8363F5C}"/>
          </ac:cxnSpMkLst>
        </pc:cxnChg>
        <pc:cxnChg chg="add mod">
          <ac:chgData name="Antle, Rick" userId="c2afbbd2-30e4-4c8e-8af5-81913178ace3" providerId="ADAL" clId="{DC5B3EC6-4212-4A43-9EAF-0F5E7134D9B7}" dt="2021-03-31T19:33:16.067" v="162" actId="14100"/>
          <ac:cxnSpMkLst>
            <pc:docMk/>
            <pc:sldMk cId="1486566522" sldId="272"/>
            <ac:cxnSpMk id="19" creationId="{C45F1B80-8C4B-45F0-B88C-6E0CFD06874D}"/>
          </ac:cxnSpMkLst>
        </pc:cxnChg>
      </pc:sldChg>
      <pc:sldMasterChg chg="modSp">
        <pc:chgData name="Antle, Rick" userId="c2afbbd2-30e4-4c8e-8af5-81913178ace3" providerId="ADAL" clId="{DC5B3EC6-4212-4A43-9EAF-0F5E7134D9B7}" dt="2021-03-31T19:11:09.935" v="3" actId="732"/>
        <pc:sldMasterMkLst>
          <pc:docMk/>
          <pc:sldMasterMk cId="1501029186" sldId="2147483648"/>
        </pc:sldMasterMkLst>
        <pc:picChg chg="mod">
          <ac:chgData name="Antle, Rick" userId="c2afbbd2-30e4-4c8e-8af5-81913178ace3" providerId="ADAL" clId="{DC5B3EC6-4212-4A43-9EAF-0F5E7134D9B7}" dt="2021-03-31T19:11:09.935" v="3" actId="732"/>
          <ac:picMkLst>
            <pc:docMk/>
            <pc:sldMasterMk cId="1501029186" sldId="2147483648"/>
            <ac:picMk id="7" creationId="{00000000-0000-0000-0000-000000000000}"/>
          </ac:picMkLst>
        </pc:picChg>
      </pc:sldMasterChg>
    </pc:docChg>
  </pc:docChgLst>
  <pc:docChgLst>
    <pc:chgData name="Antle, Rick" userId="S::rick.antle@yale.edu::c2afbbd2-30e4-4c8e-8af5-81913178ace3" providerId="AD" clId="Web-{1BEFBF0B-A676-1637-19C4-1204074D06F2}"/>
    <pc:docChg chg="addSld delSld modSld sldOrd">
      <pc:chgData name="Antle, Rick" userId="S::rick.antle@yale.edu::c2afbbd2-30e4-4c8e-8af5-81913178ace3" providerId="AD" clId="Web-{1BEFBF0B-A676-1637-19C4-1204074D06F2}" dt="2024-03-25T15:40:11.723" v="72"/>
      <pc:docMkLst>
        <pc:docMk/>
      </pc:docMkLst>
      <pc:sldChg chg="add">
        <pc:chgData name="Antle, Rick" userId="S::rick.antle@yale.edu::c2afbbd2-30e4-4c8e-8af5-81913178ace3" providerId="AD" clId="Web-{1BEFBF0B-A676-1637-19C4-1204074D06F2}" dt="2024-03-25T15:35:13.259" v="25"/>
        <pc:sldMkLst>
          <pc:docMk/>
          <pc:sldMk cId="1796025726" sldId="257"/>
        </pc:sldMkLst>
      </pc:sldChg>
      <pc:sldChg chg="add del ord">
        <pc:chgData name="Antle, Rick" userId="S::rick.antle@yale.edu::c2afbbd2-30e4-4c8e-8af5-81913178ace3" providerId="AD" clId="Web-{1BEFBF0B-A676-1637-19C4-1204074D06F2}" dt="2024-03-25T15:38:36.626" v="47"/>
        <pc:sldMkLst>
          <pc:docMk/>
          <pc:sldMk cId="3789814950" sldId="260"/>
        </pc:sldMkLst>
      </pc:sldChg>
      <pc:sldChg chg="add del ord">
        <pc:chgData name="Antle, Rick" userId="S::rick.antle@yale.edu::c2afbbd2-30e4-4c8e-8af5-81913178ace3" providerId="AD" clId="Web-{1BEFBF0B-A676-1637-19C4-1204074D06F2}" dt="2024-03-25T15:38:36.626" v="46"/>
        <pc:sldMkLst>
          <pc:docMk/>
          <pc:sldMk cId="237080449" sldId="261"/>
        </pc:sldMkLst>
      </pc:sldChg>
      <pc:sldChg chg="add">
        <pc:chgData name="Antle, Rick" userId="S::rick.antle@yale.edu::c2afbbd2-30e4-4c8e-8af5-81913178ace3" providerId="AD" clId="Web-{1BEFBF0B-A676-1637-19C4-1204074D06F2}" dt="2024-03-25T15:35:11.337" v="20"/>
        <pc:sldMkLst>
          <pc:docMk/>
          <pc:sldMk cId="2921265499" sldId="262"/>
        </pc:sldMkLst>
      </pc:sldChg>
      <pc:sldChg chg="add">
        <pc:chgData name="Antle, Rick" userId="S::rick.antle@yale.edu::c2afbbd2-30e4-4c8e-8af5-81913178ace3" providerId="AD" clId="Web-{1BEFBF0B-A676-1637-19C4-1204074D06F2}" dt="2024-03-25T15:35:11.071" v="19"/>
        <pc:sldMkLst>
          <pc:docMk/>
          <pc:sldMk cId="4065344626" sldId="263"/>
        </pc:sldMkLst>
      </pc:sldChg>
      <pc:sldChg chg="add del ord">
        <pc:chgData name="Antle, Rick" userId="S::rick.antle@yale.edu::c2afbbd2-30e4-4c8e-8af5-81913178ace3" providerId="AD" clId="Web-{1BEFBF0B-A676-1637-19C4-1204074D06F2}" dt="2024-03-25T15:38:36.626" v="45"/>
        <pc:sldMkLst>
          <pc:docMk/>
          <pc:sldMk cId="1700341866" sldId="264"/>
        </pc:sldMkLst>
      </pc:sldChg>
      <pc:sldChg chg="add">
        <pc:chgData name="Antle, Rick" userId="S::rick.antle@yale.edu::c2afbbd2-30e4-4c8e-8af5-81913178ace3" providerId="AD" clId="Web-{1BEFBF0B-A676-1637-19C4-1204074D06F2}" dt="2024-03-25T15:35:09.602" v="15"/>
        <pc:sldMkLst>
          <pc:docMk/>
          <pc:sldMk cId="450416612" sldId="265"/>
        </pc:sldMkLst>
      </pc:sldChg>
      <pc:sldChg chg="add">
        <pc:chgData name="Antle, Rick" userId="S::rick.antle@yale.edu::c2afbbd2-30e4-4c8e-8af5-81913178ace3" providerId="AD" clId="Web-{1BEFBF0B-A676-1637-19C4-1204074D06F2}" dt="2024-03-25T15:35:09.305" v="13"/>
        <pc:sldMkLst>
          <pc:docMk/>
          <pc:sldMk cId="950392210" sldId="266"/>
        </pc:sldMkLst>
      </pc:sldChg>
      <pc:sldChg chg="add del ord">
        <pc:chgData name="Antle, Rick" userId="S::rick.antle@yale.edu::c2afbbd2-30e4-4c8e-8af5-81913178ace3" providerId="AD" clId="Web-{1BEFBF0B-A676-1637-19C4-1204074D06F2}" dt="2024-03-25T15:38:36.626" v="44"/>
        <pc:sldMkLst>
          <pc:docMk/>
          <pc:sldMk cId="458335239" sldId="267"/>
        </pc:sldMkLst>
      </pc:sldChg>
      <pc:sldChg chg="add del ord">
        <pc:chgData name="Antle, Rick" userId="S::rick.antle@yale.edu::c2afbbd2-30e4-4c8e-8af5-81913178ace3" providerId="AD" clId="Web-{1BEFBF0B-A676-1637-19C4-1204074D06F2}" dt="2024-03-25T15:38:36.610" v="43"/>
        <pc:sldMkLst>
          <pc:docMk/>
          <pc:sldMk cId="462709051" sldId="268"/>
        </pc:sldMkLst>
      </pc:sldChg>
      <pc:sldChg chg="add del ord">
        <pc:chgData name="Antle, Rick" userId="S::rick.antle@yale.edu::c2afbbd2-30e4-4c8e-8af5-81913178ace3" providerId="AD" clId="Web-{1BEFBF0B-A676-1637-19C4-1204074D06F2}" dt="2024-03-25T15:38:36.610" v="42"/>
        <pc:sldMkLst>
          <pc:docMk/>
          <pc:sldMk cId="280608136" sldId="269"/>
        </pc:sldMkLst>
      </pc:sldChg>
      <pc:sldChg chg="add">
        <pc:chgData name="Antle, Rick" userId="S::rick.antle@yale.edu::c2afbbd2-30e4-4c8e-8af5-81913178ace3" providerId="AD" clId="Web-{1BEFBF0B-A676-1637-19C4-1204074D06F2}" dt="2024-03-25T15:35:08.696" v="11"/>
        <pc:sldMkLst>
          <pc:docMk/>
          <pc:sldMk cId="3605543480" sldId="270"/>
        </pc:sldMkLst>
      </pc:sldChg>
      <pc:sldChg chg="modSp">
        <pc:chgData name="Antle, Rick" userId="S::rick.antle@yale.edu::c2afbbd2-30e4-4c8e-8af5-81913178ace3" providerId="AD" clId="Web-{1BEFBF0B-A676-1637-19C4-1204074D06F2}" dt="2024-03-25T15:40:00.192" v="71" actId="20577"/>
        <pc:sldMkLst>
          <pc:docMk/>
          <pc:sldMk cId="2368379820" sldId="271"/>
        </pc:sldMkLst>
        <pc:spChg chg="mod">
          <ac:chgData name="Antle, Rick" userId="S::rick.antle@yale.edu::c2afbbd2-30e4-4c8e-8af5-81913178ace3" providerId="AD" clId="Web-{1BEFBF0B-A676-1637-19C4-1204074D06F2}" dt="2024-03-25T15:40:00.192" v="71" actId="20577"/>
          <ac:spMkLst>
            <pc:docMk/>
            <pc:sldMk cId="2368379820" sldId="271"/>
            <ac:spMk id="2" creationId="{00000000-0000-0000-0000-000000000000}"/>
          </ac:spMkLst>
        </pc:spChg>
      </pc:sldChg>
      <pc:sldChg chg="add del ord">
        <pc:chgData name="Antle, Rick" userId="S::rick.antle@yale.edu::c2afbbd2-30e4-4c8e-8af5-81913178ace3" providerId="AD" clId="Web-{1BEFBF0B-A676-1637-19C4-1204074D06F2}" dt="2024-03-25T15:38:36.626" v="48"/>
        <pc:sldMkLst>
          <pc:docMk/>
          <pc:sldMk cId="1034963809" sldId="274"/>
        </pc:sldMkLst>
      </pc:sldChg>
      <pc:sldChg chg="add del ord">
        <pc:chgData name="Antle, Rick" userId="S::rick.antle@yale.edu::c2afbbd2-30e4-4c8e-8af5-81913178ace3" providerId="AD" clId="Web-{1BEFBF0B-A676-1637-19C4-1204074D06F2}" dt="2024-03-25T15:38:36.626" v="49"/>
        <pc:sldMkLst>
          <pc:docMk/>
          <pc:sldMk cId="438793588" sldId="275"/>
        </pc:sldMkLst>
      </pc:sldChg>
      <pc:sldChg chg="add">
        <pc:chgData name="Antle, Rick" userId="S::rick.antle@yale.edu::c2afbbd2-30e4-4c8e-8af5-81913178ace3" providerId="AD" clId="Web-{1BEFBF0B-A676-1637-19C4-1204074D06F2}" dt="2024-03-25T15:35:06.962" v="5"/>
        <pc:sldMkLst>
          <pc:docMk/>
          <pc:sldMk cId="3799449927" sldId="276"/>
        </pc:sldMkLst>
      </pc:sldChg>
      <pc:sldChg chg="add">
        <pc:chgData name="Antle, Rick" userId="S::rick.antle@yale.edu::c2afbbd2-30e4-4c8e-8af5-81913178ace3" providerId="AD" clId="Web-{1BEFBF0B-A676-1637-19C4-1204074D06F2}" dt="2024-03-25T15:35:06.696" v="4"/>
        <pc:sldMkLst>
          <pc:docMk/>
          <pc:sldMk cId="2257127461" sldId="277"/>
        </pc:sldMkLst>
      </pc:sldChg>
      <pc:sldChg chg="add">
        <pc:chgData name="Antle, Rick" userId="S::rick.antle@yale.edu::c2afbbd2-30e4-4c8e-8af5-81913178ace3" providerId="AD" clId="Web-{1BEFBF0B-A676-1637-19C4-1204074D06F2}" dt="2024-03-25T15:35:06.384" v="3"/>
        <pc:sldMkLst>
          <pc:docMk/>
          <pc:sldMk cId="4199626407" sldId="278"/>
        </pc:sldMkLst>
      </pc:sldChg>
      <pc:sldChg chg="add">
        <pc:chgData name="Antle, Rick" userId="S::rick.antle@yale.edu::c2afbbd2-30e4-4c8e-8af5-81913178ace3" providerId="AD" clId="Web-{1BEFBF0B-A676-1637-19C4-1204074D06F2}" dt="2024-03-25T15:35:06.149" v="2"/>
        <pc:sldMkLst>
          <pc:docMk/>
          <pc:sldMk cId="423755168" sldId="279"/>
        </pc:sldMkLst>
      </pc:sldChg>
      <pc:sldChg chg="add">
        <pc:chgData name="Antle, Rick" userId="S::rick.antle@yale.edu::c2afbbd2-30e4-4c8e-8af5-81913178ace3" providerId="AD" clId="Web-{1BEFBF0B-A676-1637-19C4-1204074D06F2}" dt="2024-03-25T15:35:05.899" v="1"/>
        <pc:sldMkLst>
          <pc:docMk/>
          <pc:sldMk cId="4267767663" sldId="280"/>
        </pc:sldMkLst>
      </pc:sldChg>
      <pc:sldChg chg="modSp add ord">
        <pc:chgData name="Antle, Rick" userId="S::rick.antle@yale.edu::c2afbbd2-30e4-4c8e-8af5-81913178ace3" providerId="AD" clId="Web-{1BEFBF0B-A676-1637-19C4-1204074D06F2}" dt="2024-03-25T15:40:11.723" v="72"/>
        <pc:sldMkLst>
          <pc:docMk/>
          <pc:sldMk cId="1859729739" sldId="281"/>
        </pc:sldMkLst>
        <pc:spChg chg="mod">
          <ac:chgData name="Antle, Rick" userId="S::rick.antle@yale.edu::c2afbbd2-30e4-4c8e-8af5-81913178ace3" providerId="AD" clId="Web-{1BEFBF0B-A676-1637-19C4-1204074D06F2}" dt="2024-03-25T15:39:17.190" v="55" actId="20577"/>
          <ac:spMkLst>
            <pc:docMk/>
            <pc:sldMk cId="1859729739" sldId="281"/>
            <ac:spMk id="2" creationId="{28889243-9F5C-A582-44B2-860B6F32A880}"/>
          </ac:spMkLst>
        </pc:spChg>
      </pc:sldChg>
      <pc:sldChg chg="add">
        <pc:chgData name="Antle, Rick" userId="S::rick.antle@yale.edu::c2afbbd2-30e4-4c8e-8af5-81913178ace3" providerId="AD" clId="Web-{1BEFBF0B-A676-1637-19C4-1204074D06F2}" dt="2024-03-25T15:35:09.430" v="14"/>
        <pc:sldMkLst>
          <pc:docMk/>
          <pc:sldMk cId="2866630271" sldId="282"/>
        </pc:sldMkLst>
      </pc:sldChg>
      <pc:sldChg chg="add">
        <pc:chgData name="Antle, Rick" userId="S::rick.antle@yale.edu::c2afbbd2-30e4-4c8e-8af5-81913178ace3" providerId="AD" clId="Web-{1BEFBF0B-A676-1637-19C4-1204074D06F2}" dt="2024-03-25T15:35:07.196" v="6"/>
        <pc:sldMkLst>
          <pc:docMk/>
          <pc:sldMk cId="1997929962" sldId="296"/>
        </pc:sldMkLst>
      </pc:sldChg>
      <pc:sldChg chg="add">
        <pc:chgData name="Antle, Rick" userId="S::rick.antle@yale.edu::c2afbbd2-30e4-4c8e-8af5-81913178ace3" providerId="AD" clId="Web-{1BEFBF0B-A676-1637-19C4-1204074D06F2}" dt="2024-03-25T15:35:07.555" v="7"/>
        <pc:sldMkLst>
          <pc:docMk/>
          <pc:sldMk cId="2694597057" sldId="297"/>
        </pc:sldMkLst>
      </pc:sldChg>
      <pc:sldChg chg="add">
        <pc:chgData name="Antle, Rick" userId="S::rick.antle@yale.edu::c2afbbd2-30e4-4c8e-8af5-81913178ace3" providerId="AD" clId="Web-{1BEFBF0B-A676-1637-19C4-1204074D06F2}" dt="2024-03-25T15:35:07.852" v="8"/>
        <pc:sldMkLst>
          <pc:docMk/>
          <pc:sldMk cId="2194721267" sldId="298"/>
        </pc:sldMkLst>
      </pc:sldChg>
      <pc:sldChg chg="add">
        <pc:chgData name="Antle, Rick" userId="S::rick.antle@yale.edu::c2afbbd2-30e4-4c8e-8af5-81913178ace3" providerId="AD" clId="Web-{1BEFBF0B-A676-1637-19C4-1204074D06F2}" dt="2024-03-25T15:35:08.041" v="9"/>
        <pc:sldMkLst>
          <pc:docMk/>
          <pc:sldMk cId="2621777905" sldId="299"/>
        </pc:sldMkLst>
      </pc:sldChg>
      <pc:sldChg chg="add">
        <pc:chgData name="Antle, Rick" userId="S::rick.antle@yale.edu::c2afbbd2-30e4-4c8e-8af5-81913178ace3" providerId="AD" clId="Web-{1BEFBF0B-A676-1637-19C4-1204074D06F2}" dt="2024-03-25T15:35:08.337" v="10"/>
        <pc:sldMkLst>
          <pc:docMk/>
          <pc:sldMk cId="347182575" sldId="300"/>
        </pc:sldMkLst>
      </pc:sldChg>
      <pc:sldChg chg="add">
        <pc:chgData name="Antle, Rick" userId="S::rick.antle@yale.edu::c2afbbd2-30e4-4c8e-8af5-81913178ace3" providerId="AD" clId="Web-{1BEFBF0B-A676-1637-19C4-1204074D06F2}" dt="2024-03-25T15:35:08.946" v="12"/>
        <pc:sldMkLst>
          <pc:docMk/>
          <pc:sldMk cId="1710670430" sldId="301"/>
        </pc:sldMkLst>
      </pc:sldChg>
      <pc:sldChg chg="add">
        <pc:chgData name="Antle, Rick" userId="S::rick.antle@yale.edu::c2afbbd2-30e4-4c8e-8af5-81913178ace3" providerId="AD" clId="Web-{1BEFBF0B-A676-1637-19C4-1204074D06F2}" dt="2024-03-25T15:35:10.009" v="16"/>
        <pc:sldMkLst>
          <pc:docMk/>
          <pc:sldMk cId="2610855499" sldId="302"/>
        </pc:sldMkLst>
      </pc:sldChg>
      <pc:sldChg chg="add">
        <pc:chgData name="Antle, Rick" userId="S::rick.antle@yale.edu::c2afbbd2-30e4-4c8e-8af5-81913178ace3" providerId="AD" clId="Web-{1BEFBF0B-A676-1637-19C4-1204074D06F2}" dt="2024-03-25T15:35:10.305" v="17"/>
        <pc:sldMkLst>
          <pc:docMk/>
          <pc:sldMk cId="2737662203" sldId="303"/>
        </pc:sldMkLst>
      </pc:sldChg>
      <pc:sldChg chg="add">
        <pc:chgData name="Antle, Rick" userId="S::rick.antle@yale.edu::c2afbbd2-30e4-4c8e-8af5-81913178ace3" providerId="AD" clId="Web-{1BEFBF0B-A676-1637-19C4-1204074D06F2}" dt="2024-03-25T15:35:10.696" v="18"/>
        <pc:sldMkLst>
          <pc:docMk/>
          <pc:sldMk cId="1307265133" sldId="304"/>
        </pc:sldMkLst>
      </pc:sldChg>
      <pc:sldChg chg="add">
        <pc:chgData name="Antle, Rick" userId="S::rick.antle@yale.edu::c2afbbd2-30e4-4c8e-8af5-81913178ace3" providerId="AD" clId="Web-{1BEFBF0B-A676-1637-19C4-1204074D06F2}" dt="2024-03-25T15:35:11.680" v="21"/>
        <pc:sldMkLst>
          <pc:docMk/>
          <pc:sldMk cId="191526217" sldId="305"/>
        </pc:sldMkLst>
      </pc:sldChg>
      <pc:sldChg chg="add">
        <pc:chgData name="Antle, Rick" userId="S::rick.antle@yale.edu::c2afbbd2-30e4-4c8e-8af5-81913178ace3" providerId="AD" clId="Web-{1BEFBF0B-A676-1637-19C4-1204074D06F2}" dt="2024-03-25T15:35:12.165" v="22"/>
        <pc:sldMkLst>
          <pc:docMk/>
          <pc:sldMk cId="2758714765" sldId="306"/>
        </pc:sldMkLst>
      </pc:sldChg>
      <pc:sldChg chg="add">
        <pc:chgData name="Antle, Rick" userId="S::rick.antle@yale.edu::c2afbbd2-30e4-4c8e-8af5-81913178ace3" providerId="AD" clId="Web-{1BEFBF0B-A676-1637-19C4-1204074D06F2}" dt="2024-03-25T15:35:12.509" v="23"/>
        <pc:sldMkLst>
          <pc:docMk/>
          <pc:sldMk cId="2845572631" sldId="307"/>
        </pc:sldMkLst>
      </pc:sldChg>
      <pc:sldChg chg="add">
        <pc:chgData name="Antle, Rick" userId="S::rick.antle@yale.edu::c2afbbd2-30e4-4c8e-8af5-81913178ace3" providerId="AD" clId="Web-{1BEFBF0B-A676-1637-19C4-1204074D06F2}" dt="2024-03-25T15:35:12.869" v="24"/>
        <pc:sldMkLst>
          <pc:docMk/>
          <pc:sldMk cId="964510519" sldId="308"/>
        </pc:sldMkLst>
      </pc:sldChg>
    </pc:docChg>
  </pc:docChgLst>
  <pc:docChgLst>
    <pc:chgData name="Antle, Rick" userId="c2afbbd2-30e4-4c8e-8af5-81913178ace3" providerId="ADAL" clId="{C9BE6EBA-472F-4741-9A9D-593E7BDF96B7}"/>
    <pc:docChg chg="delSld">
      <pc:chgData name="Antle, Rick" userId="c2afbbd2-30e4-4c8e-8af5-81913178ace3" providerId="ADAL" clId="{C9BE6EBA-472F-4741-9A9D-593E7BDF96B7}" dt="2022-04-01T19:29:23.019" v="0" actId="47"/>
      <pc:docMkLst>
        <pc:docMk/>
      </pc:docMkLst>
      <pc:sldChg chg="del">
        <pc:chgData name="Antle, Rick" userId="c2afbbd2-30e4-4c8e-8af5-81913178ace3" providerId="ADAL" clId="{C9BE6EBA-472F-4741-9A9D-593E7BDF96B7}" dt="2022-04-01T19:29:23.019" v="0" actId="47"/>
        <pc:sldMkLst>
          <pc:docMk/>
          <pc:sldMk cId="2177211698" sldId="262"/>
        </pc:sldMkLst>
      </pc:sldChg>
      <pc:sldChg chg="del">
        <pc:chgData name="Antle, Rick" userId="c2afbbd2-30e4-4c8e-8af5-81913178ace3" providerId="ADAL" clId="{C9BE6EBA-472F-4741-9A9D-593E7BDF96B7}" dt="2022-04-01T19:29:23.019" v="0" actId="47"/>
        <pc:sldMkLst>
          <pc:docMk/>
          <pc:sldMk cId="2786857020" sldId="263"/>
        </pc:sldMkLst>
      </pc:sldChg>
      <pc:sldChg chg="del">
        <pc:chgData name="Antle, Rick" userId="c2afbbd2-30e4-4c8e-8af5-81913178ace3" providerId="ADAL" clId="{C9BE6EBA-472F-4741-9A9D-593E7BDF96B7}" dt="2022-04-01T19:29:23.019" v="0" actId="47"/>
        <pc:sldMkLst>
          <pc:docMk/>
          <pc:sldMk cId="249044193" sldId="265"/>
        </pc:sldMkLst>
      </pc:sldChg>
      <pc:sldChg chg="del">
        <pc:chgData name="Antle, Rick" userId="c2afbbd2-30e4-4c8e-8af5-81913178ace3" providerId="ADAL" clId="{C9BE6EBA-472F-4741-9A9D-593E7BDF96B7}" dt="2022-04-01T19:29:23.019" v="0" actId="47"/>
        <pc:sldMkLst>
          <pc:docMk/>
          <pc:sldMk cId="2098608358" sldId="270"/>
        </pc:sldMkLst>
      </pc:sldChg>
      <pc:sldMasterChg chg="delSldLayout">
        <pc:chgData name="Antle, Rick" userId="c2afbbd2-30e4-4c8e-8af5-81913178ace3" providerId="ADAL" clId="{C9BE6EBA-472F-4741-9A9D-593E7BDF96B7}" dt="2022-04-01T19:29:23.019" v="0" actId="47"/>
        <pc:sldMasterMkLst>
          <pc:docMk/>
          <pc:sldMasterMk cId="1501029186" sldId="2147483648"/>
        </pc:sldMasterMkLst>
        <pc:sldLayoutChg chg="del">
          <pc:chgData name="Antle, Rick" userId="c2afbbd2-30e4-4c8e-8af5-81913178ace3" providerId="ADAL" clId="{C9BE6EBA-472F-4741-9A9D-593E7BDF96B7}" dt="2022-04-01T19:29:23.019" v="0" actId="47"/>
          <pc:sldLayoutMkLst>
            <pc:docMk/>
            <pc:sldMasterMk cId="1501029186" sldId="2147483648"/>
            <pc:sldLayoutMk cId="1564351154" sldId="2147483660"/>
          </pc:sldLayoutMkLst>
        </pc:sldLayoutChg>
      </pc:sldMasterChg>
    </pc:docChg>
  </pc:docChgLst>
  <pc:docChgLst>
    <pc:chgData name="Antle, Rick" userId="c2afbbd2-30e4-4c8e-8af5-81913178ace3" providerId="ADAL" clId="{5ADD72F3-7FCE-40D1-A8B9-0B104C89296B}"/>
    <pc:docChg chg="custSel addSld modSld">
      <pc:chgData name="Antle, Rick" userId="c2afbbd2-30e4-4c8e-8af5-81913178ace3" providerId="ADAL" clId="{5ADD72F3-7FCE-40D1-A8B9-0B104C89296B}" dt="2022-10-21T15:26:59.824" v="711" actId="113"/>
      <pc:docMkLst>
        <pc:docMk/>
      </pc:docMkLst>
      <pc:sldChg chg="modSp mod">
        <pc:chgData name="Antle, Rick" userId="c2afbbd2-30e4-4c8e-8af5-81913178ace3" providerId="ADAL" clId="{5ADD72F3-7FCE-40D1-A8B9-0B104C89296B}" dt="2022-10-21T15:02:53.649" v="4" actId="20577"/>
        <pc:sldMkLst>
          <pc:docMk/>
          <pc:sldMk cId="2464952412" sldId="256"/>
        </pc:sldMkLst>
        <pc:spChg chg="mod">
          <ac:chgData name="Antle, Rick" userId="c2afbbd2-30e4-4c8e-8af5-81913178ace3" providerId="ADAL" clId="{5ADD72F3-7FCE-40D1-A8B9-0B104C89296B}" dt="2022-10-21T15:02:50.235" v="3" actId="20577"/>
          <ac:spMkLst>
            <pc:docMk/>
            <pc:sldMk cId="2464952412" sldId="256"/>
            <ac:spMk id="2" creationId="{00000000-0000-0000-0000-000000000000}"/>
          </ac:spMkLst>
        </pc:spChg>
        <pc:spChg chg="mod">
          <ac:chgData name="Antle, Rick" userId="c2afbbd2-30e4-4c8e-8af5-81913178ace3" providerId="ADAL" clId="{5ADD72F3-7FCE-40D1-A8B9-0B104C89296B}" dt="2022-10-21T15:02:53.649" v="4" actId="20577"/>
          <ac:spMkLst>
            <pc:docMk/>
            <pc:sldMk cId="2464952412" sldId="256"/>
            <ac:spMk id="3" creationId="{00000000-0000-0000-0000-000000000000}"/>
          </ac:spMkLst>
        </pc:spChg>
      </pc:sldChg>
      <pc:sldChg chg="modSp mod">
        <pc:chgData name="Antle, Rick" userId="c2afbbd2-30e4-4c8e-8af5-81913178ace3" providerId="ADAL" clId="{5ADD72F3-7FCE-40D1-A8B9-0B104C89296B}" dt="2022-10-21T15:22:52.176" v="592" actId="20577"/>
        <pc:sldMkLst>
          <pc:docMk/>
          <pc:sldMk cId="3789814950" sldId="260"/>
        </pc:sldMkLst>
        <pc:spChg chg="mod">
          <ac:chgData name="Antle, Rick" userId="c2afbbd2-30e4-4c8e-8af5-81913178ace3" providerId="ADAL" clId="{5ADD72F3-7FCE-40D1-A8B9-0B104C89296B}" dt="2022-10-21T15:22:52.176" v="592" actId="20577"/>
          <ac:spMkLst>
            <pc:docMk/>
            <pc:sldMk cId="3789814950" sldId="260"/>
            <ac:spMk id="39938" creationId="{00000000-0000-0000-0000-000000000000}"/>
          </ac:spMkLst>
        </pc:spChg>
      </pc:sldChg>
      <pc:sldChg chg="modSp mod">
        <pc:chgData name="Antle, Rick" userId="c2afbbd2-30e4-4c8e-8af5-81913178ace3" providerId="ADAL" clId="{5ADD72F3-7FCE-40D1-A8B9-0B104C89296B}" dt="2022-10-21T15:25:08.691" v="657" actId="6549"/>
        <pc:sldMkLst>
          <pc:docMk/>
          <pc:sldMk cId="1700341866" sldId="264"/>
        </pc:sldMkLst>
        <pc:spChg chg="mod">
          <ac:chgData name="Antle, Rick" userId="c2afbbd2-30e4-4c8e-8af5-81913178ace3" providerId="ADAL" clId="{5ADD72F3-7FCE-40D1-A8B9-0B104C89296B}" dt="2022-10-21T15:25:08.691" v="657" actId="6549"/>
          <ac:spMkLst>
            <pc:docMk/>
            <pc:sldMk cId="1700341866" sldId="264"/>
            <ac:spMk id="49155" creationId="{00000000-0000-0000-0000-000000000000}"/>
          </ac:spMkLst>
        </pc:spChg>
      </pc:sldChg>
      <pc:sldChg chg="modSp mod">
        <pc:chgData name="Antle, Rick" userId="c2afbbd2-30e4-4c8e-8af5-81913178ace3" providerId="ADAL" clId="{5ADD72F3-7FCE-40D1-A8B9-0B104C89296B}" dt="2022-10-21T15:26:52.021" v="710" actId="113"/>
        <pc:sldMkLst>
          <pc:docMk/>
          <pc:sldMk cId="458335239" sldId="267"/>
        </pc:sldMkLst>
        <pc:spChg chg="mod">
          <ac:chgData name="Antle, Rick" userId="c2afbbd2-30e4-4c8e-8af5-81913178ace3" providerId="ADAL" clId="{5ADD72F3-7FCE-40D1-A8B9-0B104C89296B}" dt="2022-10-21T15:26:52.021" v="710" actId="113"/>
          <ac:spMkLst>
            <pc:docMk/>
            <pc:sldMk cId="458335239" sldId="267"/>
            <ac:spMk id="53251" creationId="{00000000-0000-0000-0000-000000000000}"/>
          </ac:spMkLst>
        </pc:spChg>
      </pc:sldChg>
      <pc:sldChg chg="modSp mod">
        <pc:chgData name="Antle, Rick" userId="c2afbbd2-30e4-4c8e-8af5-81913178ace3" providerId="ADAL" clId="{5ADD72F3-7FCE-40D1-A8B9-0B104C89296B}" dt="2022-10-21T15:26:59.824" v="711" actId="113"/>
        <pc:sldMkLst>
          <pc:docMk/>
          <pc:sldMk cId="462709051" sldId="268"/>
        </pc:sldMkLst>
        <pc:spChg chg="mod">
          <ac:chgData name="Antle, Rick" userId="c2afbbd2-30e4-4c8e-8af5-81913178ace3" providerId="ADAL" clId="{5ADD72F3-7FCE-40D1-A8B9-0B104C89296B}" dt="2022-10-21T15:26:59.824" v="711" actId="113"/>
          <ac:spMkLst>
            <pc:docMk/>
            <pc:sldMk cId="462709051" sldId="268"/>
            <ac:spMk id="60419" creationId="{00000000-0000-0000-0000-000000000000}"/>
          </ac:spMkLst>
        </pc:spChg>
      </pc:sldChg>
      <pc:sldChg chg="modSp new mod">
        <pc:chgData name="Antle, Rick" userId="c2afbbd2-30e4-4c8e-8af5-81913178ace3" providerId="ADAL" clId="{5ADD72F3-7FCE-40D1-A8B9-0B104C89296B}" dt="2022-10-21T15:21:13.611" v="557" actId="20577"/>
        <pc:sldMkLst>
          <pc:docMk/>
          <pc:sldMk cId="438793588" sldId="275"/>
        </pc:sldMkLst>
        <pc:spChg chg="mod">
          <ac:chgData name="Antle, Rick" userId="c2afbbd2-30e4-4c8e-8af5-81913178ace3" providerId="ADAL" clId="{5ADD72F3-7FCE-40D1-A8B9-0B104C89296B}" dt="2022-10-21T15:13:06.197" v="34" actId="20577"/>
          <ac:spMkLst>
            <pc:docMk/>
            <pc:sldMk cId="438793588" sldId="275"/>
            <ac:spMk id="2" creationId="{0A554D93-71F7-B2A1-AEC6-5011A6071D9C}"/>
          </ac:spMkLst>
        </pc:spChg>
        <pc:spChg chg="mod">
          <ac:chgData name="Antle, Rick" userId="c2afbbd2-30e4-4c8e-8af5-81913178ace3" providerId="ADAL" clId="{5ADD72F3-7FCE-40D1-A8B9-0B104C89296B}" dt="2022-10-21T15:21:13.611" v="557" actId="20577"/>
          <ac:spMkLst>
            <pc:docMk/>
            <pc:sldMk cId="438793588" sldId="275"/>
            <ac:spMk id="3" creationId="{15E6EA06-F82A-B16C-60B3-BAACAE21684C}"/>
          </ac:spMkLst>
        </pc:spChg>
      </pc:sldChg>
    </pc:docChg>
  </pc:docChgLst>
  <pc:docChgLst>
    <pc:chgData name="Antle, Rick" userId="S::rick.antle@yale.edu::c2afbbd2-30e4-4c8e-8af5-81913178ace3" providerId="AD" clId="Web-{AB46CEC6-189E-0A27-CA1F-857D07FBF148}"/>
    <pc:docChg chg="addSld delSld modSld sldOrd">
      <pc:chgData name="Antle, Rick" userId="S::rick.antle@yale.edu::c2afbbd2-30e4-4c8e-8af5-81913178ace3" providerId="AD" clId="Web-{AB46CEC6-189E-0A27-CA1F-857D07FBF148}" dt="2024-03-25T15:21:23.895" v="172"/>
      <pc:docMkLst>
        <pc:docMk/>
      </pc:docMkLst>
      <pc:sldChg chg="addSp delSp modSp">
        <pc:chgData name="Antle, Rick" userId="S::rick.antle@yale.edu::c2afbbd2-30e4-4c8e-8af5-81913178ace3" providerId="AD" clId="Web-{AB46CEC6-189E-0A27-CA1F-857D07FBF148}" dt="2024-03-25T15:03:05.901" v="23" actId="20577"/>
        <pc:sldMkLst>
          <pc:docMk/>
          <pc:sldMk cId="2464952412" sldId="256"/>
        </pc:sldMkLst>
        <pc:spChg chg="mod">
          <ac:chgData name="Antle, Rick" userId="S::rick.antle@yale.edu::c2afbbd2-30e4-4c8e-8af5-81913178ace3" providerId="AD" clId="Web-{AB46CEC6-189E-0A27-CA1F-857D07FBF148}" dt="2024-03-25T15:03:05.901" v="23" actId="20577"/>
          <ac:spMkLst>
            <pc:docMk/>
            <pc:sldMk cId="2464952412" sldId="256"/>
            <ac:spMk id="2" creationId="{00000000-0000-0000-0000-000000000000}"/>
          </ac:spMkLst>
        </pc:spChg>
        <pc:inkChg chg="add del">
          <ac:chgData name="Antle, Rick" userId="S::rick.antle@yale.edu::c2afbbd2-30e4-4c8e-8af5-81913178ace3" providerId="AD" clId="Web-{AB46CEC6-189E-0A27-CA1F-857D07FBF148}" dt="2024-03-25T15:02:37.729" v="17"/>
          <ac:inkMkLst>
            <pc:docMk/>
            <pc:sldMk cId="2464952412" sldId="256"/>
            <ac:inkMk id="4" creationId="{E83BBFF8-2975-D4A6-A86B-5085EF55E51E}"/>
          </ac:inkMkLst>
        </pc:inkChg>
        <pc:inkChg chg="add del mod">
          <ac:chgData name="Antle, Rick" userId="S::rick.antle@yale.edu::c2afbbd2-30e4-4c8e-8af5-81913178ace3" providerId="AD" clId="Web-{AB46CEC6-189E-0A27-CA1F-857D07FBF148}" dt="2024-03-25T15:02:18.853" v="4"/>
          <ac:inkMkLst>
            <pc:docMk/>
            <pc:sldMk cId="2464952412" sldId="256"/>
            <ac:inkMk id="5" creationId="{10339C99-59FF-16F3-D989-BA5705A3D797}"/>
          </ac:inkMkLst>
        </pc:inkChg>
      </pc:sldChg>
      <pc:sldChg chg="addSp delSp modSp add">
        <pc:chgData name="Antle, Rick" userId="S::rick.antle@yale.edu::c2afbbd2-30e4-4c8e-8af5-81913178ace3" providerId="AD" clId="Web-{AB46CEC6-189E-0A27-CA1F-857D07FBF148}" dt="2024-03-25T15:11:16.232" v="85" actId="20577"/>
        <pc:sldMkLst>
          <pc:docMk/>
          <pc:sldMk cId="1344234294" sldId="284"/>
        </pc:sldMkLst>
        <pc:spChg chg="mod">
          <ac:chgData name="Antle, Rick" userId="S::rick.antle@yale.edu::c2afbbd2-30e4-4c8e-8af5-81913178ace3" providerId="AD" clId="Web-{AB46CEC6-189E-0A27-CA1F-857D07FBF148}" dt="2024-03-25T15:11:16.232" v="85" actId="20577"/>
          <ac:spMkLst>
            <pc:docMk/>
            <pc:sldMk cId="1344234294" sldId="284"/>
            <ac:spMk id="2" creationId="{C065FE36-C2E7-4EE5-A61D-ABFA0A6A098F}"/>
          </ac:spMkLst>
        </pc:spChg>
        <pc:inkChg chg="add del">
          <ac:chgData name="Antle, Rick" userId="S::rick.antle@yale.edu::c2afbbd2-30e4-4c8e-8af5-81913178ace3" providerId="AD" clId="Web-{AB46CEC6-189E-0A27-CA1F-857D07FBF148}" dt="2024-03-25T15:10:01.214" v="29"/>
          <ac:inkMkLst>
            <pc:docMk/>
            <pc:sldMk cId="1344234294" sldId="284"/>
            <ac:inkMk id="3" creationId="{BB77BD8B-7581-F9AA-AC26-8D56F44C4D11}"/>
          </ac:inkMkLst>
        </pc:inkChg>
      </pc:sldChg>
      <pc:sldChg chg="add">
        <pc:chgData name="Antle, Rick" userId="S::rick.antle@yale.edu::c2afbbd2-30e4-4c8e-8af5-81913178ace3" providerId="AD" clId="Web-{AB46CEC6-189E-0A27-CA1F-857D07FBF148}" dt="2024-03-25T15:08:40.929" v="25"/>
        <pc:sldMkLst>
          <pc:docMk/>
          <pc:sldMk cId="3065839594" sldId="285"/>
        </pc:sldMkLst>
      </pc:sldChg>
      <pc:sldChg chg="modSp add">
        <pc:chgData name="Antle, Rick" userId="S::rick.antle@yale.edu::c2afbbd2-30e4-4c8e-8af5-81913178ace3" providerId="AD" clId="Web-{AB46CEC6-189E-0A27-CA1F-857D07FBF148}" dt="2024-03-25T15:11:58.421" v="102" actId="20577"/>
        <pc:sldMkLst>
          <pc:docMk/>
          <pc:sldMk cId="1167972270" sldId="286"/>
        </pc:sldMkLst>
        <pc:spChg chg="mod">
          <ac:chgData name="Antle, Rick" userId="S::rick.antle@yale.edu::c2afbbd2-30e4-4c8e-8af5-81913178ace3" providerId="AD" clId="Web-{AB46CEC6-189E-0A27-CA1F-857D07FBF148}" dt="2024-03-25T15:11:58.421" v="102" actId="20577"/>
          <ac:spMkLst>
            <pc:docMk/>
            <pc:sldMk cId="1167972270" sldId="286"/>
            <ac:spMk id="2" creationId="{C065FE36-C2E7-4EE5-A61D-ABFA0A6A098F}"/>
          </ac:spMkLst>
        </pc:spChg>
      </pc:sldChg>
      <pc:sldChg chg="add">
        <pc:chgData name="Antle, Rick" userId="S::rick.antle@yale.edu::c2afbbd2-30e4-4c8e-8af5-81913178ace3" providerId="AD" clId="Web-{AB46CEC6-189E-0A27-CA1F-857D07FBF148}" dt="2024-03-25T15:08:40.758" v="24"/>
        <pc:sldMkLst>
          <pc:docMk/>
          <pc:sldMk cId="17852282" sldId="292"/>
        </pc:sldMkLst>
      </pc:sldChg>
      <pc:sldChg chg="add">
        <pc:chgData name="Antle, Rick" userId="S::rick.antle@yale.edu::c2afbbd2-30e4-4c8e-8af5-81913178ace3" providerId="AD" clId="Web-{AB46CEC6-189E-0A27-CA1F-857D07FBF148}" dt="2024-03-25T15:14:11.926" v="103"/>
        <pc:sldMkLst>
          <pc:docMk/>
          <pc:sldMk cId="2761896214" sldId="293"/>
        </pc:sldMkLst>
      </pc:sldChg>
      <pc:sldChg chg="modSp new del mod modClrScheme chgLayout">
        <pc:chgData name="Antle, Rick" userId="S::rick.antle@yale.edu::c2afbbd2-30e4-4c8e-8af5-81913178ace3" providerId="AD" clId="Web-{AB46CEC6-189E-0A27-CA1F-857D07FBF148}" dt="2024-03-25T15:21:07.644" v="171"/>
        <pc:sldMkLst>
          <pc:docMk/>
          <pc:sldMk cId="2694990565" sldId="294"/>
        </pc:sldMkLst>
        <pc:spChg chg="mod ord">
          <ac:chgData name="Antle, Rick" userId="S::rick.antle@yale.edu::c2afbbd2-30e4-4c8e-8af5-81913178ace3" providerId="AD" clId="Web-{AB46CEC6-189E-0A27-CA1F-857D07FBF148}" dt="2024-03-25T15:18:32.748" v="144"/>
          <ac:spMkLst>
            <pc:docMk/>
            <pc:sldMk cId="2694990565" sldId="294"/>
            <ac:spMk id="2" creationId="{B5814150-6EB0-1094-1C6A-D963A44401AD}"/>
          </ac:spMkLst>
        </pc:spChg>
        <pc:spChg chg="mod ord">
          <ac:chgData name="Antle, Rick" userId="S::rick.antle@yale.edu::c2afbbd2-30e4-4c8e-8af5-81913178ace3" providerId="AD" clId="Web-{AB46CEC6-189E-0A27-CA1F-857D07FBF148}" dt="2024-03-25T15:19:52.329" v="148" actId="20577"/>
          <ac:spMkLst>
            <pc:docMk/>
            <pc:sldMk cId="2694990565" sldId="294"/>
            <ac:spMk id="3" creationId="{EB6AA3A7-A444-41C8-EB3B-974A14ECAA97}"/>
          </ac:spMkLst>
        </pc:spChg>
      </pc:sldChg>
      <pc:sldChg chg="modSp new ord">
        <pc:chgData name="Antle, Rick" userId="S::rick.antle@yale.edu::c2afbbd2-30e4-4c8e-8af5-81913178ace3" providerId="AD" clId="Web-{AB46CEC6-189E-0A27-CA1F-857D07FBF148}" dt="2024-03-25T15:21:23.895" v="172"/>
        <pc:sldMkLst>
          <pc:docMk/>
          <pc:sldMk cId="4176456327" sldId="295"/>
        </pc:sldMkLst>
        <pc:spChg chg="mod">
          <ac:chgData name="Antle, Rick" userId="S::rick.antle@yale.edu::c2afbbd2-30e4-4c8e-8af5-81913178ace3" providerId="AD" clId="Web-{AB46CEC6-189E-0A27-CA1F-857D07FBF148}" dt="2024-03-25T15:20:31.940" v="154" actId="20577"/>
          <ac:spMkLst>
            <pc:docMk/>
            <pc:sldMk cId="4176456327" sldId="295"/>
            <ac:spMk id="2" creationId="{2B51F5D1-C041-5782-54F9-376ABFA2071E}"/>
          </ac:spMkLst>
        </pc:spChg>
        <pc:spChg chg="mod">
          <ac:chgData name="Antle, Rick" userId="S::rick.antle@yale.edu::c2afbbd2-30e4-4c8e-8af5-81913178ace3" providerId="AD" clId="Web-{AB46CEC6-189E-0A27-CA1F-857D07FBF148}" dt="2024-03-25T15:21:00.754" v="170" actId="20577"/>
          <ac:spMkLst>
            <pc:docMk/>
            <pc:sldMk cId="4176456327" sldId="295"/>
            <ac:spMk id="3" creationId="{789F510D-45BD-DD29-A262-307CD47433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E6ED5D-7C15-1546-98BE-B9D72EAF1300}" type="datetimeFigureOut">
              <a:rPr lang="en-US" smtClean="0"/>
              <a:t>3/25/2024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72F685-13EC-D742-8583-A1C1B1BC5D8D}" type="slidenum">
              <a:rPr lang="en-US" smtClean="0"/>
              <a:t>‹#›</a:t>
            </a:fld>
            <a:endParaRPr lang="en-US"/>
          </a:p>
        </p:txBody>
      </p:sp>
    </p:spTree>
    <p:extLst>
      <p:ext uri="{BB962C8B-B14F-4D97-AF65-F5344CB8AC3E}">
        <p14:creationId xmlns:p14="http://schemas.microsoft.com/office/powerpoint/2010/main" val="15116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61266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320696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60735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492793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385025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886908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671652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3/25/2024</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698034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3/25/2024</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70367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3/25/2024</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104101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3/25/2024</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38443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p:cNvPicPr>
            <a:picLocks noChangeAspect="1" noChangeArrowheads="1"/>
          </p:cNvPicPr>
          <p:nvPr/>
        </p:nvPicPr>
        <p:blipFill rotWithShape="1">
          <a:blip r:embed="rId13">
            <a:extLst>
              <a:ext uri="{28A0092B-C50C-407E-A947-70E740481C1C}">
                <a14:useLocalDpi xmlns:a14="http://schemas.microsoft.com/office/drawing/2010/main" val="0"/>
              </a:ext>
            </a:extLst>
          </a:blip>
          <a:srcRect l="6206" t="15449" r="68794" b="15218"/>
          <a:stretch/>
        </p:blipFill>
        <p:spPr bwMode="auto">
          <a:xfrm>
            <a:off x="203200" y="4155440"/>
            <a:ext cx="762000" cy="792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0428EC5-F22C-45A0-B0AE-478D58FB1D5D}" type="slidenum">
              <a:rPr lang="en-US" smtClean="0"/>
              <a:t>‹#›</a:t>
            </a:fld>
            <a:endParaRPr lang="en-US"/>
          </a:p>
        </p:txBody>
      </p:sp>
    </p:spTree>
    <p:extLst>
      <p:ext uri="{BB962C8B-B14F-4D97-AF65-F5344CB8AC3E}">
        <p14:creationId xmlns:p14="http://schemas.microsoft.com/office/powerpoint/2010/main" val="1501029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asc.fasb.org/glossarysection&amp;trid=2196938&amp;id=SL2285215-11155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LAW 21474</a:t>
            </a:r>
            <a:br>
              <a:rPr lang="en-US" dirty="0"/>
            </a:br>
            <a:r>
              <a:rPr lang="en-US" dirty="0"/>
              <a:t>Financial Accounting</a:t>
            </a:r>
          </a:p>
        </p:txBody>
      </p:sp>
      <p:sp>
        <p:nvSpPr>
          <p:cNvPr id="3" name="Subtitle 2"/>
          <p:cNvSpPr>
            <a:spLocks noGrp="1"/>
          </p:cNvSpPr>
          <p:nvPr>
            <p:ph type="subTitle" idx="1"/>
          </p:nvPr>
        </p:nvSpPr>
        <p:spPr/>
        <p:txBody>
          <a:bodyPr/>
          <a:lstStyle/>
          <a:p>
            <a:r>
              <a:rPr lang="en-US" dirty="0"/>
              <a:t>Session 17: Marketable Securities</a:t>
            </a:r>
          </a:p>
        </p:txBody>
      </p:sp>
    </p:spTree>
    <p:extLst>
      <p:ext uri="{BB962C8B-B14F-4D97-AF65-F5344CB8AC3E}">
        <p14:creationId xmlns:p14="http://schemas.microsoft.com/office/powerpoint/2010/main" val="2464952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E504FE1-36B5-46C2-B8B0-062B0CA273CB}" type="slidenum">
              <a:rPr lang="en-US"/>
              <a:pPr/>
              <a:t>2</a:t>
            </a:fld>
            <a:endParaRPr lang="en-US"/>
          </a:p>
        </p:txBody>
      </p:sp>
      <p:sp>
        <p:nvSpPr>
          <p:cNvPr id="37890" name="Rectangle 2"/>
          <p:cNvSpPr>
            <a:spLocks noGrp="1" noChangeArrowheads="1"/>
          </p:cNvSpPr>
          <p:nvPr>
            <p:ph type="title"/>
          </p:nvPr>
        </p:nvSpPr>
        <p:spPr/>
        <p:txBody>
          <a:bodyPr/>
          <a:lstStyle/>
          <a:p>
            <a:r>
              <a:rPr lang="en-US"/>
              <a:t>Agenda</a:t>
            </a:r>
          </a:p>
        </p:txBody>
      </p:sp>
      <p:sp>
        <p:nvSpPr>
          <p:cNvPr id="37891" name="Rectangle 3"/>
          <p:cNvSpPr>
            <a:spLocks noGrp="1" noChangeArrowheads="1"/>
          </p:cNvSpPr>
          <p:nvPr>
            <p:ph type="body" idx="1"/>
          </p:nvPr>
        </p:nvSpPr>
        <p:spPr/>
        <p:txBody>
          <a:bodyPr/>
          <a:lstStyle/>
          <a:p>
            <a:r>
              <a:rPr lang="en-US" dirty="0"/>
              <a:t>Define marketable securities</a:t>
            </a:r>
          </a:p>
          <a:p>
            <a:r>
              <a:rPr lang="en-US" dirty="0"/>
              <a:t>GAAP for marketable securities</a:t>
            </a:r>
          </a:p>
          <a:p>
            <a:r>
              <a:rPr lang="en-US" dirty="0"/>
              <a:t>Berkshire Hathaway case</a:t>
            </a:r>
          </a:p>
        </p:txBody>
      </p:sp>
    </p:spTree>
    <p:extLst>
      <p:ext uri="{BB962C8B-B14F-4D97-AF65-F5344CB8AC3E}">
        <p14:creationId xmlns:p14="http://schemas.microsoft.com/office/powerpoint/2010/main" val="2273430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984FA8B-FF5C-4044-BC16-919F66BD2E75}" type="slidenum">
              <a:rPr lang="en-US"/>
              <a:pPr/>
              <a:t>3</a:t>
            </a:fld>
            <a:endParaRPr lang="en-US"/>
          </a:p>
        </p:txBody>
      </p:sp>
      <p:sp>
        <p:nvSpPr>
          <p:cNvPr id="38914" name="Rectangle 1026"/>
          <p:cNvSpPr>
            <a:spLocks noGrp="1" noChangeArrowheads="1"/>
          </p:cNvSpPr>
          <p:nvPr>
            <p:ph type="title"/>
          </p:nvPr>
        </p:nvSpPr>
        <p:spPr/>
        <p:txBody>
          <a:bodyPr/>
          <a:lstStyle/>
          <a:p>
            <a:r>
              <a:rPr lang="en-US"/>
              <a:t>Definition</a:t>
            </a:r>
          </a:p>
        </p:txBody>
      </p:sp>
      <p:sp>
        <p:nvSpPr>
          <p:cNvPr id="38915" name="Rectangle 1027"/>
          <p:cNvSpPr>
            <a:spLocks noGrp="1" noChangeArrowheads="1"/>
          </p:cNvSpPr>
          <p:nvPr>
            <p:ph type="body" idx="1"/>
          </p:nvPr>
        </p:nvSpPr>
        <p:spPr/>
        <p:txBody>
          <a:bodyPr>
            <a:normAutofit lnSpcReduction="10000"/>
          </a:bodyPr>
          <a:lstStyle/>
          <a:p>
            <a:r>
              <a:rPr lang="en-US" dirty="0"/>
              <a:t>Marketable securities are the debt and equity securities of other entities that a company holds as a passive investment.</a:t>
            </a:r>
          </a:p>
          <a:p>
            <a:pPr lvl="1"/>
            <a:r>
              <a:rPr lang="en-US" dirty="0"/>
              <a:t>A </a:t>
            </a:r>
            <a:r>
              <a:rPr lang="en-US" b="1" i="1" dirty="0"/>
              <a:t>passive investment</a:t>
            </a:r>
            <a:r>
              <a:rPr lang="en-US" dirty="0"/>
              <a:t> is one for which there is no ability to influence the operations of the investee.</a:t>
            </a:r>
          </a:p>
          <a:p>
            <a:pPr lvl="1"/>
            <a:r>
              <a:rPr lang="en-US" dirty="0"/>
              <a:t>Debt </a:t>
            </a:r>
            <a:r>
              <a:rPr lang="en-US" b="1" i="1" dirty="0"/>
              <a:t>securities</a:t>
            </a:r>
            <a:r>
              <a:rPr lang="en-US" dirty="0"/>
              <a:t> are bonds, notes receivable, etc.</a:t>
            </a:r>
          </a:p>
          <a:p>
            <a:pPr lvl="1"/>
            <a:r>
              <a:rPr lang="en-US" b="1" i="1" dirty="0"/>
              <a:t>Equity securities</a:t>
            </a:r>
            <a:r>
              <a:rPr lang="en-US" dirty="0"/>
              <a:t> are shares of stock.</a:t>
            </a:r>
          </a:p>
          <a:p>
            <a:pPr marL="0" indent="0">
              <a:buNone/>
            </a:pPr>
            <a:endParaRPr lang="en-US" dirty="0"/>
          </a:p>
        </p:txBody>
      </p:sp>
    </p:spTree>
    <p:extLst>
      <p:ext uri="{BB962C8B-B14F-4D97-AF65-F5344CB8AC3E}">
        <p14:creationId xmlns:p14="http://schemas.microsoft.com/office/powerpoint/2010/main" val="2954920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5FE36-C2E7-4EE5-A61D-ABFA0A6A098F}"/>
              </a:ext>
            </a:extLst>
          </p:cNvPr>
          <p:cNvSpPr>
            <a:spLocks noGrp="1"/>
          </p:cNvSpPr>
          <p:nvPr>
            <p:ph type="title"/>
          </p:nvPr>
        </p:nvSpPr>
        <p:spPr/>
        <p:txBody>
          <a:bodyPr>
            <a:normAutofit fontScale="90000"/>
          </a:bodyPr>
          <a:lstStyle/>
          <a:p>
            <a:r>
              <a:rPr lang="en-US" dirty="0"/>
              <a:t>T-Account After Recording All Transactions of the Period</a:t>
            </a:r>
          </a:p>
        </p:txBody>
      </p:sp>
      <p:sp>
        <p:nvSpPr>
          <p:cNvPr id="4" name="Slide Number Placeholder 3">
            <a:extLst>
              <a:ext uri="{FF2B5EF4-FFF2-40B4-BE49-F238E27FC236}">
                <a16:creationId xmlns:a16="http://schemas.microsoft.com/office/drawing/2014/main" id="{165345A5-785E-42F7-871A-B1A2F552D2B4}"/>
              </a:ext>
            </a:extLst>
          </p:cNvPr>
          <p:cNvSpPr>
            <a:spLocks noGrp="1"/>
          </p:cNvSpPr>
          <p:nvPr>
            <p:ph type="sldNum" sz="quarter" idx="12"/>
          </p:nvPr>
        </p:nvSpPr>
        <p:spPr/>
        <p:txBody>
          <a:bodyPr/>
          <a:lstStyle/>
          <a:p>
            <a:fld id="{E0428EC5-F22C-45A0-B0AE-478D58FB1D5D}" type="slidenum">
              <a:rPr lang="en-US" smtClean="0"/>
              <a:t>4</a:t>
            </a:fld>
            <a:endParaRPr lang="en-US"/>
          </a:p>
        </p:txBody>
      </p:sp>
      <p:grpSp>
        <p:nvGrpSpPr>
          <p:cNvPr id="5" name="Group 4">
            <a:extLst>
              <a:ext uri="{FF2B5EF4-FFF2-40B4-BE49-F238E27FC236}">
                <a16:creationId xmlns:a16="http://schemas.microsoft.com/office/drawing/2014/main" id="{584EDBB8-CAC5-4D09-BDD8-2BA9E559CC8D}"/>
              </a:ext>
            </a:extLst>
          </p:cNvPr>
          <p:cNvGrpSpPr/>
          <p:nvPr/>
        </p:nvGrpSpPr>
        <p:grpSpPr>
          <a:xfrm>
            <a:off x="2659819" y="1381446"/>
            <a:ext cx="3817181" cy="2671466"/>
            <a:chOff x="2659819" y="1381446"/>
            <a:chExt cx="3817181" cy="2671466"/>
          </a:xfrm>
        </p:grpSpPr>
        <p:sp>
          <p:nvSpPr>
            <p:cNvPr id="6" name="TextBox 5">
              <a:extLst>
                <a:ext uri="{FF2B5EF4-FFF2-40B4-BE49-F238E27FC236}">
                  <a16:creationId xmlns:a16="http://schemas.microsoft.com/office/drawing/2014/main" id="{926FD05C-DE45-4112-A5BC-03FCFF374C32}"/>
                </a:ext>
              </a:extLst>
            </p:cNvPr>
            <p:cNvSpPr txBox="1"/>
            <p:nvPr/>
          </p:nvSpPr>
          <p:spPr>
            <a:xfrm>
              <a:off x="2659819" y="1381446"/>
              <a:ext cx="3817181" cy="461665"/>
            </a:xfrm>
            <a:prstGeom prst="rect">
              <a:avLst/>
            </a:prstGeom>
            <a:noFill/>
          </p:spPr>
          <p:txBody>
            <a:bodyPr wrap="square" rtlCol="0">
              <a:normAutofit/>
            </a:bodyPr>
            <a:lstStyle/>
            <a:p>
              <a:pPr algn="ctr"/>
              <a:r>
                <a:rPr lang="en-US" sz="2400" dirty="0"/>
                <a:t>Marketable Securities</a:t>
              </a:r>
            </a:p>
          </p:txBody>
        </p:sp>
        <p:sp>
          <p:nvSpPr>
            <p:cNvPr id="7" name="TextBox 6">
              <a:extLst>
                <a:ext uri="{FF2B5EF4-FFF2-40B4-BE49-F238E27FC236}">
                  <a16:creationId xmlns:a16="http://schemas.microsoft.com/office/drawing/2014/main" id="{404CE148-D590-4946-A929-42172F7CB80A}"/>
                </a:ext>
              </a:extLst>
            </p:cNvPr>
            <p:cNvSpPr txBox="1"/>
            <p:nvPr/>
          </p:nvSpPr>
          <p:spPr>
            <a:xfrm>
              <a:off x="2659819" y="1976662"/>
              <a:ext cx="1901483" cy="369332"/>
            </a:xfrm>
            <a:prstGeom prst="rect">
              <a:avLst/>
            </a:prstGeom>
            <a:noFill/>
          </p:spPr>
          <p:txBody>
            <a:bodyPr wrap="none" rtlCol="0">
              <a:normAutofit/>
            </a:bodyPr>
            <a:lstStyle/>
            <a:p>
              <a:r>
                <a:rPr lang="en-US" dirty="0"/>
                <a:t>Beginning Balance</a:t>
              </a:r>
            </a:p>
          </p:txBody>
        </p:sp>
        <p:sp>
          <p:nvSpPr>
            <p:cNvPr id="8" name="TextBox 7">
              <a:extLst>
                <a:ext uri="{FF2B5EF4-FFF2-40B4-BE49-F238E27FC236}">
                  <a16:creationId xmlns:a16="http://schemas.microsoft.com/office/drawing/2014/main" id="{53BEF5B0-AAA5-46D3-8979-A507EAB70FAD}"/>
                </a:ext>
              </a:extLst>
            </p:cNvPr>
            <p:cNvSpPr txBox="1"/>
            <p:nvPr/>
          </p:nvSpPr>
          <p:spPr>
            <a:xfrm>
              <a:off x="2775409" y="3615596"/>
              <a:ext cx="1611339" cy="369332"/>
            </a:xfrm>
            <a:prstGeom prst="rect">
              <a:avLst/>
            </a:prstGeom>
            <a:noFill/>
          </p:spPr>
          <p:txBody>
            <a:bodyPr wrap="none" rtlCol="0">
              <a:normAutofit/>
            </a:bodyPr>
            <a:lstStyle/>
            <a:p>
              <a:r>
                <a:rPr lang="en-US" dirty="0"/>
                <a:t>Ending Balance</a:t>
              </a:r>
            </a:p>
          </p:txBody>
        </p:sp>
        <p:grpSp>
          <p:nvGrpSpPr>
            <p:cNvPr id="9" name="Group 8">
              <a:extLst>
                <a:ext uri="{FF2B5EF4-FFF2-40B4-BE49-F238E27FC236}">
                  <a16:creationId xmlns:a16="http://schemas.microsoft.com/office/drawing/2014/main" id="{B31C3A69-1852-4BD9-9569-2C9757F3DCDE}"/>
                </a:ext>
              </a:extLst>
            </p:cNvPr>
            <p:cNvGrpSpPr/>
            <p:nvPr/>
          </p:nvGrpSpPr>
          <p:grpSpPr>
            <a:xfrm>
              <a:off x="2667000" y="1843112"/>
              <a:ext cx="3810000" cy="2209800"/>
              <a:chOff x="2667000" y="1843112"/>
              <a:chExt cx="3810000" cy="2209800"/>
            </a:xfrm>
          </p:grpSpPr>
          <p:grpSp>
            <p:nvGrpSpPr>
              <p:cNvPr id="10" name="Group 9">
                <a:extLst>
                  <a:ext uri="{FF2B5EF4-FFF2-40B4-BE49-F238E27FC236}">
                    <a16:creationId xmlns:a16="http://schemas.microsoft.com/office/drawing/2014/main" id="{0AF19869-8895-4CAD-BCB6-E2D7092C68FE}"/>
                  </a:ext>
                </a:extLst>
              </p:cNvPr>
              <p:cNvGrpSpPr/>
              <p:nvPr/>
            </p:nvGrpSpPr>
            <p:grpSpPr>
              <a:xfrm>
                <a:off x="2667000" y="1843112"/>
                <a:ext cx="3810000" cy="2209800"/>
                <a:chOff x="2667000" y="1581150"/>
                <a:chExt cx="3810000" cy="2209800"/>
              </a:xfrm>
            </p:grpSpPr>
            <p:cxnSp>
              <p:nvCxnSpPr>
                <p:cNvPr id="13" name="Straight Connector 12">
                  <a:extLst>
                    <a:ext uri="{FF2B5EF4-FFF2-40B4-BE49-F238E27FC236}">
                      <a16:creationId xmlns:a16="http://schemas.microsoft.com/office/drawing/2014/main" id="{F198F738-4B6F-47E6-B8D3-8E2339E730AE}"/>
                    </a:ext>
                  </a:extLst>
                </p:cNvPr>
                <p:cNvCxnSpPr>
                  <a:cxnSpLocks/>
                </p:cNvCxnSpPr>
                <p:nvPr/>
              </p:nvCxnSpPr>
              <p:spPr>
                <a:xfrm>
                  <a:off x="2667000" y="1581150"/>
                  <a:ext cx="3810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0D03A6B-1092-46CC-BFDB-5B40421B2F44}"/>
                    </a:ext>
                  </a:extLst>
                </p:cNvPr>
                <p:cNvCxnSpPr>
                  <a:cxnSpLocks/>
                </p:cNvCxnSpPr>
                <p:nvPr/>
              </p:nvCxnSpPr>
              <p:spPr>
                <a:xfrm>
                  <a:off x="4578096" y="1581150"/>
                  <a:ext cx="0" cy="2209800"/>
                </a:xfrm>
                <a:prstGeom prst="line">
                  <a:avLst/>
                </a:prstGeom>
                <a:ln w="38100"/>
              </p:spPr>
              <p:style>
                <a:lnRef idx="1">
                  <a:schemeClr val="dk1"/>
                </a:lnRef>
                <a:fillRef idx="0">
                  <a:schemeClr val="dk1"/>
                </a:fillRef>
                <a:effectRef idx="0">
                  <a:schemeClr val="dk1"/>
                </a:effectRef>
                <a:fontRef idx="minor">
                  <a:schemeClr val="tx1"/>
                </a:fontRef>
              </p:style>
            </p:cxnSp>
          </p:grpSp>
          <p:cxnSp>
            <p:nvCxnSpPr>
              <p:cNvPr id="11" name="Straight Connector 10">
                <a:extLst>
                  <a:ext uri="{FF2B5EF4-FFF2-40B4-BE49-F238E27FC236}">
                    <a16:creationId xmlns:a16="http://schemas.microsoft.com/office/drawing/2014/main" id="{ADAD618B-6F62-4634-9AC5-1C56F413C66F}"/>
                  </a:ext>
                </a:extLst>
              </p:cNvPr>
              <p:cNvCxnSpPr>
                <a:cxnSpLocks/>
              </p:cNvCxnSpPr>
              <p:nvPr/>
            </p:nvCxnSpPr>
            <p:spPr>
              <a:xfrm>
                <a:off x="2667000" y="3562350"/>
                <a:ext cx="381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CCC8F2-610A-485E-8FB1-D58BBF45A92C}"/>
                  </a:ext>
                </a:extLst>
              </p:cNvPr>
              <p:cNvCxnSpPr/>
              <p:nvPr/>
            </p:nvCxnSpPr>
            <p:spPr>
              <a:xfrm>
                <a:off x="2667000" y="4037936"/>
                <a:ext cx="1905000" cy="0"/>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5" name="TextBox 14">
            <a:extLst>
              <a:ext uri="{FF2B5EF4-FFF2-40B4-BE49-F238E27FC236}">
                <a16:creationId xmlns:a16="http://schemas.microsoft.com/office/drawing/2014/main" id="{4144316F-04AA-4CA3-BF3F-0CAA997EB6B8}"/>
              </a:ext>
            </a:extLst>
          </p:cNvPr>
          <p:cNvSpPr txBox="1"/>
          <p:nvPr/>
        </p:nvSpPr>
        <p:spPr>
          <a:xfrm>
            <a:off x="2946292" y="2586134"/>
            <a:ext cx="1127040" cy="369332"/>
          </a:xfrm>
          <a:prstGeom prst="rect">
            <a:avLst/>
          </a:prstGeom>
          <a:noFill/>
        </p:spPr>
        <p:txBody>
          <a:bodyPr wrap="none" rtlCol="0">
            <a:spAutoFit/>
          </a:bodyPr>
          <a:lstStyle/>
          <a:p>
            <a:r>
              <a:rPr lang="en-US" dirty="0"/>
              <a:t>Purchases</a:t>
            </a:r>
          </a:p>
        </p:txBody>
      </p:sp>
      <p:sp>
        <p:nvSpPr>
          <p:cNvPr id="16" name="TextBox 15">
            <a:extLst>
              <a:ext uri="{FF2B5EF4-FFF2-40B4-BE49-F238E27FC236}">
                <a16:creationId xmlns:a16="http://schemas.microsoft.com/office/drawing/2014/main" id="{37EC493D-A47E-41A1-965F-F59D772B7714}"/>
              </a:ext>
            </a:extLst>
          </p:cNvPr>
          <p:cNvSpPr txBox="1"/>
          <p:nvPr/>
        </p:nvSpPr>
        <p:spPr>
          <a:xfrm>
            <a:off x="4695607" y="2571750"/>
            <a:ext cx="1650452" cy="369332"/>
          </a:xfrm>
          <a:prstGeom prst="rect">
            <a:avLst/>
          </a:prstGeom>
          <a:noFill/>
        </p:spPr>
        <p:txBody>
          <a:bodyPr wrap="none" rtlCol="0">
            <a:spAutoFit/>
          </a:bodyPr>
          <a:lstStyle/>
          <a:p>
            <a:r>
              <a:rPr lang="en-US" dirty="0"/>
              <a:t>Cost of MS Sold</a:t>
            </a:r>
          </a:p>
        </p:txBody>
      </p:sp>
      <p:sp>
        <p:nvSpPr>
          <p:cNvPr id="19" name="Oval 18">
            <a:extLst>
              <a:ext uri="{FF2B5EF4-FFF2-40B4-BE49-F238E27FC236}">
                <a16:creationId xmlns:a16="http://schemas.microsoft.com/office/drawing/2014/main" id="{88FB315B-F9A2-4015-88A0-F44C6B27B0E0}"/>
              </a:ext>
            </a:extLst>
          </p:cNvPr>
          <p:cNvSpPr/>
          <p:nvPr/>
        </p:nvSpPr>
        <p:spPr>
          <a:xfrm>
            <a:off x="2679193" y="3486151"/>
            <a:ext cx="1816604" cy="6858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Arrow Connector 19">
            <a:extLst>
              <a:ext uri="{FF2B5EF4-FFF2-40B4-BE49-F238E27FC236}">
                <a16:creationId xmlns:a16="http://schemas.microsoft.com/office/drawing/2014/main" id="{F928D003-BEA1-4690-AF35-5FCF3526A876}"/>
              </a:ext>
            </a:extLst>
          </p:cNvPr>
          <p:cNvCxnSpPr>
            <a:cxnSpLocks/>
            <a:endCxn id="19" idx="2"/>
          </p:cNvCxnSpPr>
          <p:nvPr/>
        </p:nvCxnSpPr>
        <p:spPr>
          <a:xfrm>
            <a:off x="1611294" y="3013329"/>
            <a:ext cx="1067899" cy="8157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87193D6-99D6-4209-A530-1024372741A4}"/>
              </a:ext>
            </a:extLst>
          </p:cNvPr>
          <p:cNvSpPr txBox="1"/>
          <p:nvPr/>
        </p:nvSpPr>
        <p:spPr>
          <a:xfrm>
            <a:off x="676338" y="2619778"/>
            <a:ext cx="1616764" cy="369332"/>
          </a:xfrm>
          <a:prstGeom prst="rect">
            <a:avLst/>
          </a:prstGeom>
          <a:noFill/>
          <a:ln w="38100">
            <a:solidFill>
              <a:schemeClr val="accent1">
                <a:shade val="95000"/>
                <a:satMod val="105000"/>
              </a:schemeClr>
            </a:solidFill>
          </a:ln>
        </p:spPr>
        <p:txBody>
          <a:bodyPr wrap="square" rtlCol="0">
            <a:spAutoFit/>
          </a:bodyPr>
          <a:lstStyle/>
          <a:p>
            <a:r>
              <a:rPr lang="en-US" dirty="0"/>
              <a:t>Market value?</a:t>
            </a:r>
          </a:p>
        </p:txBody>
      </p:sp>
    </p:spTree>
    <p:extLst>
      <p:ext uri="{BB962C8B-B14F-4D97-AF65-F5344CB8AC3E}">
        <p14:creationId xmlns:p14="http://schemas.microsoft.com/office/powerpoint/2010/main" val="134423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5FE36-C2E7-4EE5-A61D-ABFA0A6A098F}"/>
              </a:ext>
            </a:extLst>
          </p:cNvPr>
          <p:cNvSpPr>
            <a:spLocks noGrp="1"/>
          </p:cNvSpPr>
          <p:nvPr>
            <p:ph type="title"/>
          </p:nvPr>
        </p:nvSpPr>
        <p:spPr/>
        <p:txBody>
          <a:bodyPr/>
          <a:lstStyle/>
          <a:p>
            <a:r>
              <a:rPr lang="en-US" dirty="0">
                <a:cs typeface="Calibri"/>
              </a:rPr>
              <a:t>Mark-to-Market (Fair Value)</a:t>
            </a:r>
            <a:endParaRPr lang="en-US" dirty="0"/>
          </a:p>
        </p:txBody>
      </p:sp>
      <p:sp>
        <p:nvSpPr>
          <p:cNvPr id="4" name="Slide Number Placeholder 3">
            <a:extLst>
              <a:ext uri="{FF2B5EF4-FFF2-40B4-BE49-F238E27FC236}">
                <a16:creationId xmlns:a16="http://schemas.microsoft.com/office/drawing/2014/main" id="{165345A5-785E-42F7-871A-B1A2F552D2B4}"/>
              </a:ext>
            </a:extLst>
          </p:cNvPr>
          <p:cNvSpPr>
            <a:spLocks noGrp="1"/>
          </p:cNvSpPr>
          <p:nvPr>
            <p:ph type="sldNum" sz="quarter" idx="12"/>
          </p:nvPr>
        </p:nvSpPr>
        <p:spPr/>
        <p:txBody>
          <a:bodyPr/>
          <a:lstStyle/>
          <a:p>
            <a:fld id="{E0428EC5-F22C-45A0-B0AE-478D58FB1D5D}" type="slidenum">
              <a:rPr lang="en-US" smtClean="0"/>
              <a:t>5</a:t>
            </a:fld>
            <a:endParaRPr lang="en-US"/>
          </a:p>
        </p:txBody>
      </p:sp>
      <p:grpSp>
        <p:nvGrpSpPr>
          <p:cNvPr id="5" name="Group 4">
            <a:extLst>
              <a:ext uri="{FF2B5EF4-FFF2-40B4-BE49-F238E27FC236}">
                <a16:creationId xmlns:a16="http://schemas.microsoft.com/office/drawing/2014/main" id="{584EDBB8-CAC5-4D09-BDD8-2BA9E559CC8D}"/>
              </a:ext>
            </a:extLst>
          </p:cNvPr>
          <p:cNvGrpSpPr/>
          <p:nvPr/>
        </p:nvGrpSpPr>
        <p:grpSpPr>
          <a:xfrm>
            <a:off x="2659819" y="1381446"/>
            <a:ext cx="3817181" cy="2671466"/>
            <a:chOff x="2659819" y="1381446"/>
            <a:chExt cx="3817181" cy="2671466"/>
          </a:xfrm>
        </p:grpSpPr>
        <p:sp>
          <p:nvSpPr>
            <p:cNvPr id="6" name="TextBox 5">
              <a:extLst>
                <a:ext uri="{FF2B5EF4-FFF2-40B4-BE49-F238E27FC236}">
                  <a16:creationId xmlns:a16="http://schemas.microsoft.com/office/drawing/2014/main" id="{926FD05C-DE45-4112-A5BC-03FCFF374C32}"/>
                </a:ext>
              </a:extLst>
            </p:cNvPr>
            <p:cNvSpPr txBox="1"/>
            <p:nvPr/>
          </p:nvSpPr>
          <p:spPr>
            <a:xfrm>
              <a:off x="2659819" y="1381446"/>
              <a:ext cx="3817181" cy="461665"/>
            </a:xfrm>
            <a:prstGeom prst="rect">
              <a:avLst/>
            </a:prstGeom>
            <a:noFill/>
          </p:spPr>
          <p:txBody>
            <a:bodyPr wrap="square" rtlCol="0">
              <a:normAutofit/>
            </a:bodyPr>
            <a:lstStyle/>
            <a:p>
              <a:pPr algn="ctr"/>
              <a:r>
                <a:rPr lang="en-US" sz="2400" dirty="0"/>
                <a:t>Marketable Securities</a:t>
              </a:r>
            </a:p>
          </p:txBody>
        </p:sp>
        <p:sp>
          <p:nvSpPr>
            <p:cNvPr id="7" name="TextBox 6">
              <a:extLst>
                <a:ext uri="{FF2B5EF4-FFF2-40B4-BE49-F238E27FC236}">
                  <a16:creationId xmlns:a16="http://schemas.microsoft.com/office/drawing/2014/main" id="{404CE148-D590-4946-A929-42172F7CB80A}"/>
                </a:ext>
              </a:extLst>
            </p:cNvPr>
            <p:cNvSpPr txBox="1"/>
            <p:nvPr/>
          </p:nvSpPr>
          <p:spPr>
            <a:xfrm>
              <a:off x="2659819" y="1976662"/>
              <a:ext cx="1901483" cy="369332"/>
            </a:xfrm>
            <a:prstGeom prst="rect">
              <a:avLst/>
            </a:prstGeom>
            <a:noFill/>
          </p:spPr>
          <p:txBody>
            <a:bodyPr wrap="none" rtlCol="0">
              <a:normAutofit/>
            </a:bodyPr>
            <a:lstStyle/>
            <a:p>
              <a:r>
                <a:rPr lang="en-US" dirty="0"/>
                <a:t>Beginning Balance</a:t>
              </a:r>
            </a:p>
          </p:txBody>
        </p:sp>
        <p:sp>
          <p:nvSpPr>
            <p:cNvPr id="8" name="TextBox 7">
              <a:extLst>
                <a:ext uri="{FF2B5EF4-FFF2-40B4-BE49-F238E27FC236}">
                  <a16:creationId xmlns:a16="http://schemas.microsoft.com/office/drawing/2014/main" id="{53BEF5B0-AAA5-46D3-8979-A507EAB70FAD}"/>
                </a:ext>
              </a:extLst>
            </p:cNvPr>
            <p:cNvSpPr txBox="1"/>
            <p:nvPr/>
          </p:nvSpPr>
          <p:spPr>
            <a:xfrm>
              <a:off x="2775409" y="3615596"/>
              <a:ext cx="1611339" cy="369332"/>
            </a:xfrm>
            <a:prstGeom prst="rect">
              <a:avLst/>
            </a:prstGeom>
            <a:noFill/>
          </p:spPr>
          <p:txBody>
            <a:bodyPr wrap="none" rtlCol="0">
              <a:normAutofit/>
            </a:bodyPr>
            <a:lstStyle/>
            <a:p>
              <a:r>
                <a:rPr lang="en-US" dirty="0"/>
                <a:t>Ending Balance</a:t>
              </a:r>
            </a:p>
          </p:txBody>
        </p:sp>
        <p:grpSp>
          <p:nvGrpSpPr>
            <p:cNvPr id="9" name="Group 8">
              <a:extLst>
                <a:ext uri="{FF2B5EF4-FFF2-40B4-BE49-F238E27FC236}">
                  <a16:creationId xmlns:a16="http://schemas.microsoft.com/office/drawing/2014/main" id="{B31C3A69-1852-4BD9-9569-2C9757F3DCDE}"/>
                </a:ext>
              </a:extLst>
            </p:cNvPr>
            <p:cNvGrpSpPr/>
            <p:nvPr/>
          </p:nvGrpSpPr>
          <p:grpSpPr>
            <a:xfrm>
              <a:off x="2667000" y="1843112"/>
              <a:ext cx="3810000" cy="2209800"/>
              <a:chOff x="2667000" y="1843112"/>
              <a:chExt cx="3810000" cy="2209800"/>
            </a:xfrm>
          </p:grpSpPr>
          <p:grpSp>
            <p:nvGrpSpPr>
              <p:cNvPr id="10" name="Group 9">
                <a:extLst>
                  <a:ext uri="{FF2B5EF4-FFF2-40B4-BE49-F238E27FC236}">
                    <a16:creationId xmlns:a16="http://schemas.microsoft.com/office/drawing/2014/main" id="{0AF19869-8895-4CAD-BCB6-E2D7092C68FE}"/>
                  </a:ext>
                </a:extLst>
              </p:cNvPr>
              <p:cNvGrpSpPr/>
              <p:nvPr/>
            </p:nvGrpSpPr>
            <p:grpSpPr>
              <a:xfrm>
                <a:off x="2667000" y="1843112"/>
                <a:ext cx="3810000" cy="2209800"/>
                <a:chOff x="2667000" y="1581150"/>
                <a:chExt cx="3810000" cy="2209800"/>
              </a:xfrm>
            </p:grpSpPr>
            <p:cxnSp>
              <p:nvCxnSpPr>
                <p:cNvPr id="13" name="Straight Connector 12">
                  <a:extLst>
                    <a:ext uri="{FF2B5EF4-FFF2-40B4-BE49-F238E27FC236}">
                      <a16:creationId xmlns:a16="http://schemas.microsoft.com/office/drawing/2014/main" id="{F198F738-4B6F-47E6-B8D3-8E2339E730AE}"/>
                    </a:ext>
                  </a:extLst>
                </p:cNvPr>
                <p:cNvCxnSpPr>
                  <a:cxnSpLocks/>
                </p:cNvCxnSpPr>
                <p:nvPr/>
              </p:nvCxnSpPr>
              <p:spPr>
                <a:xfrm>
                  <a:off x="2667000" y="1581150"/>
                  <a:ext cx="3810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0D03A6B-1092-46CC-BFDB-5B40421B2F44}"/>
                    </a:ext>
                  </a:extLst>
                </p:cNvPr>
                <p:cNvCxnSpPr>
                  <a:cxnSpLocks/>
                </p:cNvCxnSpPr>
                <p:nvPr/>
              </p:nvCxnSpPr>
              <p:spPr>
                <a:xfrm>
                  <a:off x="4578096" y="1581150"/>
                  <a:ext cx="0" cy="2209800"/>
                </a:xfrm>
                <a:prstGeom prst="line">
                  <a:avLst/>
                </a:prstGeom>
                <a:ln w="38100"/>
              </p:spPr>
              <p:style>
                <a:lnRef idx="1">
                  <a:schemeClr val="dk1"/>
                </a:lnRef>
                <a:fillRef idx="0">
                  <a:schemeClr val="dk1"/>
                </a:fillRef>
                <a:effectRef idx="0">
                  <a:schemeClr val="dk1"/>
                </a:effectRef>
                <a:fontRef idx="minor">
                  <a:schemeClr val="tx1"/>
                </a:fontRef>
              </p:style>
            </p:cxnSp>
          </p:grpSp>
          <p:cxnSp>
            <p:nvCxnSpPr>
              <p:cNvPr id="11" name="Straight Connector 10">
                <a:extLst>
                  <a:ext uri="{FF2B5EF4-FFF2-40B4-BE49-F238E27FC236}">
                    <a16:creationId xmlns:a16="http://schemas.microsoft.com/office/drawing/2014/main" id="{ADAD618B-6F62-4634-9AC5-1C56F413C66F}"/>
                  </a:ext>
                </a:extLst>
              </p:cNvPr>
              <p:cNvCxnSpPr>
                <a:cxnSpLocks/>
              </p:cNvCxnSpPr>
              <p:nvPr/>
            </p:nvCxnSpPr>
            <p:spPr>
              <a:xfrm>
                <a:off x="2667000" y="3562350"/>
                <a:ext cx="381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CCC8F2-610A-485E-8FB1-D58BBF45A92C}"/>
                  </a:ext>
                </a:extLst>
              </p:cNvPr>
              <p:cNvCxnSpPr/>
              <p:nvPr/>
            </p:nvCxnSpPr>
            <p:spPr>
              <a:xfrm>
                <a:off x="2667000" y="4037936"/>
                <a:ext cx="1905000" cy="0"/>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5" name="TextBox 14">
            <a:extLst>
              <a:ext uri="{FF2B5EF4-FFF2-40B4-BE49-F238E27FC236}">
                <a16:creationId xmlns:a16="http://schemas.microsoft.com/office/drawing/2014/main" id="{4144316F-04AA-4CA3-BF3F-0CAA997EB6B8}"/>
              </a:ext>
            </a:extLst>
          </p:cNvPr>
          <p:cNvSpPr txBox="1"/>
          <p:nvPr/>
        </p:nvSpPr>
        <p:spPr>
          <a:xfrm>
            <a:off x="2946292" y="2586134"/>
            <a:ext cx="1127040" cy="369332"/>
          </a:xfrm>
          <a:prstGeom prst="rect">
            <a:avLst/>
          </a:prstGeom>
          <a:noFill/>
        </p:spPr>
        <p:txBody>
          <a:bodyPr wrap="none" rtlCol="0">
            <a:spAutoFit/>
          </a:bodyPr>
          <a:lstStyle/>
          <a:p>
            <a:r>
              <a:rPr lang="en-US" dirty="0"/>
              <a:t>Purchases</a:t>
            </a:r>
          </a:p>
        </p:txBody>
      </p:sp>
      <p:sp>
        <p:nvSpPr>
          <p:cNvPr id="16" name="TextBox 15">
            <a:extLst>
              <a:ext uri="{FF2B5EF4-FFF2-40B4-BE49-F238E27FC236}">
                <a16:creationId xmlns:a16="http://schemas.microsoft.com/office/drawing/2014/main" id="{37EC493D-A47E-41A1-965F-F59D772B7714}"/>
              </a:ext>
            </a:extLst>
          </p:cNvPr>
          <p:cNvSpPr txBox="1"/>
          <p:nvPr/>
        </p:nvSpPr>
        <p:spPr>
          <a:xfrm>
            <a:off x="4695607" y="2571750"/>
            <a:ext cx="1650452" cy="369332"/>
          </a:xfrm>
          <a:prstGeom prst="rect">
            <a:avLst/>
          </a:prstGeom>
          <a:noFill/>
        </p:spPr>
        <p:txBody>
          <a:bodyPr wrap="none" rtlCol="0">
            <a:spAutoFit/>
          </a:bodyPr>
          <a:lstStyle/>
          <a:p>
            <a:r>
              <a:rPr lang="en-US" dirty="0"/>
              <a:t>Cost of MS Sold</a:t>
            </a:r>
          </a:p>
        </p:txBody>
      </p:sp>
      <p:sp>
        <p:nvSpPr>
          <p:cNvPr id="22" name="TextBox 21">
            <a:extLst>
              <a:ext uri="{FF2B5EF4-FFF2-40B4-BE49-F238E27FC236}">
                <a16:creationId xmlns:a16="http://schemas.microsoft.com/office/drawing/2014/main" id="{C414E56E-6D87-4974-8EC5-DBBB8AB9D86B}"/>
              </a:ext>
            </a:extLst>
          </p:cNvPr>
          <p:cNvSpPr txBox="1"/>
          <p:nvPr/>
        </p:nvSpPr>
        <p:spPr>
          <a:xfrm>
            <a:off x="2176746" y="3013897"/>
            <a:ext cx="2489336" cy="369332"/>
          </a:xfrm>
          <a:prstGeom prst="rect">
            <a:avLst/>
          </a:prstGeom>
          <a:noFill/>
        </p:spPr>
        <p:txBody>
          <a:bodyPr wrap="none" rtlCol="0">
            <a:spAutoFit/>
          </a:bodyPr>
          <a:lstStyle/>
          <a:p>
            <a:r>
              <a:rPr lang="en-US" b="1" dirty="0"/>
              <a:t>Unrealized Holding Gain</a:t>
            </a:r>
          </a:p>
        </p:txBody>
      </p:sp>
      <p:sp>
        <p:nvSpPr>
          <p:cNvPr id="23" name="TextBox 22">
            <a:extLst>
              <a:ext uri="{FF2B5EF4-FFF2-40B4-BE49-F238E27FC236}">
                <a16:creationId xmlns:a16="http://schemas.microsoft.com/office/drawing/2014/main" id="{5043DAA2-F046-4B06-98DE-7158C697FAB5}"/>
              </a:ext>
            </a:extLst>
          </p:cNvPr>
          <p:cNvSpPr txBox="1"/>
          <p:nvPr/>
        </p:nvSpPr>
        <p:spPr>
          <a:xfrm>
            <a:off x="4671223" y="2994208"/>
            <a:ext cx="2452466" cy="369332"/>
          </a:xfrm>
          <a:prstGeom prst="rect">
            <a:avLst/>
          </a:prstGeom>
          <a:noFill/>
        </p:spPr>
        <p:txBody>
          <a:bodyPr wrap="none" rtlCol="0">
            <a:spAutoFit/>
          </a:bodyPr>
          <a:lstStyle/>
          <a:p>
            <a:r>
              <a:rPr lang="en-US" b="1" dirty="0"/>
              <a:t>Unrealized Holding Loss</a:t>
            </a:r>
          </a:p>
        </p:txBody>
      </p:sp>
    </p:spTree>
    <p:extLst>
      <p:ext uri="{BB962C8B-B14F-4D97-AF65-F5344CB8AC3E}">
        <p14:creationId xmlns:p14="http://schemas.microsoft.com/office/powerpoint/2010/main" val="116797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00B29-A259-43DB-9673-9091EB580861}"/>
              </a:ext>
            </a:extLst>
          </p:cNvPr>
          <p:cNvSpPr>
            <a:spLocks noGrp="1"/>
          </p:cNvSpPr>
          <p:nvPr>
            <p:ph type="title"/>
          </p:nvPr>
        </p:nvSpPr>
        <p:spPr/>
        <p:txBody>
          <a:bodyPr>
            <a:normAutofit fontScale="90000"/>
          </a:bodyPr>
          <a:lstStyle/>
          <a:p>
            <a:r>
              <a:rPr lang="en-US" dirty="0"/>
              <a:t>Mark-to-Market, Net Income &amp; AOCI</a:t>
            </a:r>
          </a:p>
        </p:txBody>
      </p:sp>
      <p:sp>
        <p:nvSpPr>
          <p:cNvPr id="3" name="Content Placeholder 2">
            <a:extLst>
              <a:ext uri="{FF2B5EF4-FFF2-40B4-BE49-F238E27FC236}">
                <a16:creationId xmlns:a16="http://schemas.microsoft.com/office/drawing/2014/main" id="{C9E3697D-103A-49DB-8954-8C86A0352FEE}"/>
              </a:ext>
            </a:extLst>
          </p:cNvPr>
          <p:cNvSpPr>
            <a:spLocks noGrp="1"/>
          </p:cNvSpPr>
          <p:nvPr>
            <p:ph idx="1"/>
          </p:nvPr>
        </p:nvSpPr>
        <p:spPr>
          <a:xfrm>
            <a:off x="457200" y="1200151"/>
            <a:ext cx="8229600" cy="685799"/>
          </a:xfrm>
        </p:spPr>
        <p:txBody>
          <a:bodyPr/>
          <a:lstStyle/>
          <a:p>
            <a:r>
              <a:rPr lang="en-US" dirty="0"/>
              <a:t>Suppose there is an unrealized holding loss:</a:t>
            </a:r>
          </a:p>
          <a:p>
            <a:endParaRPr lang="en-US" dirty="0"/>
          </a:p>
        </p:txBody>
      </p:sp>
      <p:sp>
        <p:nvSpPr>
          <p:cNvPr id="4" name="Slide Number Placeholder 3">
            <a:extLst>
              <a:ext uri="{FF2B5EF4-FFF2-40B4-BE49-F238E27FC236}">
                <a16:creationId xmlns:a16="http://schemas.microsoft.com/office/drawing/2014/main" id="{92387CBE-1D01-4F5B-B023-22E0C28FD796}"/>
              </a:ext>
            </a:extLst>
          </p:cNvPr>
          <p:cNvSpPr>
            <a:spLocks noGrp="1"/>
          </p:cNvSpPr>
          <p:nvPr>
            <p:ph type="sldNum" sz="quarter" idx="12"/>
          </p:nvPr>
        </p:nvSpPr>
        <p:spPr/>
        <p:txBody>
          <a:bodyPr/>
          <a:lstStyle/>
          <a:p>
            <a:fld id="{E0428EC5-F22C-45A0-B0AE-478D58FB1D5D}" type="slidenum">
              <a:rPr lang="en-US" smtClean="0"/>
              <a:t>6</a:t>
            </a:fld>
            <a:endParaRPr lang="en-US"/>
          </a:p>
        </p:txBody>
      </p:sp>
      <p:graphicFrame>
        <p:nvGraphicFramePr>
          <p:cNvPr id="5" name="Table 4">
            <a:extLst>
              <a:ext uri="{FF2B5EF4-FFF2-40B4-BE49-F238E27FC236}">
                <a16:creationId xmlns:a16="http://schemas.microsoft.com/office/drawing/2014/main" id="{D8EE76A9-1CCE-4701-86EB-6BF3F796E134}"/>
              </a:ext>
            </a:extLst>
          </p:cNvPr>
          <p:cNvGraphicFramePr>
            <a:graphicFrameLocks noGrp="1"/>
          </p:cNvGraphicFramePr>
          <p:nvPr/>
        </p:nvGraphicFramePr>
        <p:xfrm>
          <a:off x="723899" y="2135125"/>
          <a:ext cx="7696201" cy="1112520"/>
        </p:xfrm>
        <a:graphic>
          <a:graphicData uri="http://schemas.openxmlformats.org/drawingml/2006/table">
            <a:tbl>
              <a:tblPr firstRow="1" bandRow="1">
                <a:tableStyleId>{5C22544A-7EE6-4342-B048-85BDC9FD1C3A}</a:tableStyleId>
              </a:tblPr>
              <a:tblGrid>
                <a:gridCol w="1104901">
                  <a:extLst>
                    <a:ext uri="{9D8B030D-6E8A-4147-A177-3AD203B41FA5}">
                      <a16:colId xmlns:a16="http://schemas.microsoft.com/office/drawing/2014/main" val="2832080175"/>
                    </a:ext>
                  </a:extLst>
                </a:gridCol>
                <a:gridCol w="152400">
                  <a:extLst>
                    <a:ext uri="{9D8B030D-6E8A-4147-A177-3AD203B41FA5}">
                      <a16:colId xmlns:a16="http://schemas.microsoft.com/office/drawing/2014/main" val="3752522747"/>
                    </a:ext>
                  </a:extLst>
                </a:gridCol>
                <a:gridCol w="4191000">
                  <a:extLst>
                    <a:ext uri="{9D8B030D-6E8A-4147-A177-3AD203B41FA5}">
                      <a16:colId xmlns:a16="http://schemas.microsoft.com/office/drawing/2014/main" val="1097352013"/>
                    </a:ext>
                  </a:extLst>
                </a:gridCol>
                <a:gridCol w="1219200">
                  <a:extLst>
                    <a:ext uri="{9D8B030D-6E8A-4147-A177-3AD203B41FA5}">
                      <a16:colId xmlns:a16="http://schemas.microsoft.com/office/drawing/2014/main" val="199765796"/>
                    </a:ext>
                  </a:extLst>
                </a:gridCol>
                <a:gridCol w="1028700">
                  <a:extLst>
                    <a:ext uri="{9D8B030D-6E8A-4147-A177-3AD203B41FA5}">
                      <a16:colId xmlns:a16="http://schemas.microsoft.com/office/drawing/2014/main" val="2134138717"/>
                    </a:ext>
                  </a:extLst>
                </a:gridCol>
              </a:tblGrid>
              <a:tr h="370840">
                <a:tc gridSpan="2">
                  <a:txBody>
                    <a:bodyPr/>
                    <a:lstStyle/>
                    <a:p>
                      <a:pPr algn="ctr"/>
                      <a:r>
                        <a:rPr lang="en-US" dirty="0" err="1"/>
                        <a:t>Accnt</a:t>
                      </a:r>
                      <a:r>
                        <a:rPr lang="en-US" dirty="0"/>
                        <a:t> to Dr</a:t>
                      </a:r>
                    </a:p>
                  </a:txBody>
                  <a:tcPr/>
                </a:tc>
                <a:tc hMerge="1">
                  <a:txBody>
                    <a:bodyPr/>
                    <a:lstStyle/>
                    <a:p>
                      <a:pPr algn="ctr"/>
                      <a:r>
                        <a:rPr lang="en-US" dirty="0" err="1"/>
                        <a:t>Accnt</a:t>
                      </a:r>
                      <a:r>
                        <a:rPr lang="en-US" dirty="0"/>
                        <a:t> to Cr</a:t>
                      </a:r>
                    </a:p>
                  </a:txBody>
                  <a:tcPr/>
                </a:tc>
                <a:tc>
                  <a:txBody>
                    <a:bodyPr/>
                    <a:lstStyle/>
                    <a:p>
                      <a:pPr algn="ctr"/>
                      <a:r>
                        <a:rPr lang="en-US" dirty="0" err="1"/>
                        <a:t>Accnt</a:t>
                      </a:r>
                      <a:r>
                        <a:rPr lang="en-US" dirty="0"/>
                        <a:t> to Cr</a:t>
                      </a:r>
                    </a:p>
                  </a:txBody>
                  <a:tcPr/>
                </a:tc>
                <a:tc>
                  <a:txBody>
                    <a:bodyPr/>
                    <a:lstStyle/>
                    <a:p>
                      <a:pPr algn="ctr"/>
                      <a:r>
                        <a:rPr lang="en-US" dirty="0"/>
                        <a:t>Dr Amt</a:t>
                      </a:r>
                    </a:p>
                  </a:txBody>
                  <a:tcPr/>
                </a:tc>
                <a:tc>
                  <a:txBody>
                    <a:bodyPr/>
                    <a:lstStyle/>
                    <a:p>
                      <a:pPr algn="ctr"/>
                      <a:r>
                        <a:rPr lang="en-US" dirty="0"/>
                        <a:t>Cr Amt</a:t>
                      </a:r>
                    </a:p>
                  </a:txBody>
                  <a:tcPr/>
                </a:tc>
                <a:extLst>
                  <a:ext uri="{0D108BD9-81ED-4DB2-BD59-A6C34878D82A}">
                    <a16:rowId xmlns:a16="http://schemas.microsoft.com/office/drawing/2014/main" val="137095841"/>
                  </a:ext>
                </a:extLst>
              </a:tr>
              <a:tr h="370840">
                <a:tc gridSpan="3">
                  <a:txBody>
                    <a:bodyPr/>
                    <a:lstStyle/>
                    <a:p>
                      <a:r>
                        <a:rPr lang="en-US" dirty="0"/>
                        <a:t>Unrealized Holding Loss on Marketable Securities</a:t>
                      </a:r>
                    </a:p>
                  </a:txBody>
                  <a:tcPr>
                    <a:noFill/>
                  </a:tcPr>
                </a:tc>
                <a:tc hMerge="1">
                  <a:txBody>
                    <a:bodyPr/>
                    <a:lstStyle/>
                    <a:p>
                      <a:endParaRPr lang="en-US"/>
                    </a:p>
                  </a:txBody>
                  <a:tcPr/>
                </a:tc>
                <a:tc hMerge="1">
                  <a:txBody>
                    <a:bodyPr/>
                    <a:lstStyle/>
                    <a:p>
                      <a:endParaRPr lang="en-US" dirty="0"/>
                    </a:p>
                  </a:txBody>
                  <a:tcPr>
                    <a:noFill/>
                  </a:tcPr>
                </a:tc>
                <a:tc>
                  <a:txBody>
                    <a:bodyPr/>
                    <a:lstStyle/>
                    <a:p>
                      <a:pPr algn="ctr"/>
                      <a:r>
                        <a:rPr lang="en-US" dirty="0"/>
                        <a:t>X</a:t>
                      </a:r>
                    </a:p>
                  </a:txBody>
                  <a:tcPr>
                    <a:noFill/>
                  </a:tcPr>
                </a:tc>
                <a:tc>
                  <a:txBody>
                    <a:bodyPr/>
                    <a:lstStyle/>
                    <a:p>
                      <a:endParaRPr lang="en-US" dirty="0"/>
                    </a:p>
                  </a:txBody>
                  <a:tcPr>
                    <a:noFill/>
                  </a:tcPr>
                </a:tc>
                <a:extLst>
                  <a:ext uri="{0D108BD9-81ED-4DB2-BD59-A6C34878D82A}">
                    <a16:rowId xmlns:a16="http://schemas.microsoft.com/office/drawing/2014/main" val="1718691109"/>
                  </a:ext>
                </a:extLst>
              </a:tr>
              <a:tr h="370840">
                <a:tc>
                  <a:txBody>
                    <a:bodyPr/>
                    <a:lstStyle/>
                    <a:p>
                      <a:endParaRPr lang="en-US" dirty="0"/>
                    </a:p>
                  </a:txBody>
                  <a:tcPr>
                    <a:noFill/>
                  </a:tcPr>
                </a:tc>
                <a:tc gridSpan="2">
                  <a:txBody>
                    <a:bodyPr/>
                    <a:lstStyle/>
                    <a:p>
                      <a:r>
                        <a:rPr lang="en-US" dirty="0"/>
                        <a:t>Marketable Securities</a:t>
                      </a:r>
                    </a:p>
                  </a:txBody>
                  <a:tcPr>
                    <a:noFill/>
                  </a:tcPr>
                </a:tc>
                <a:tc hMerge="1">
                  <a:txBody>
                    <a:bodyPr/>
                    <a:lstStyle/>
                    <a:p>
                      <a:endParaRPr lang="en-US" dirty="0"/>
                    </a:p>
                  </a:txBody>
                  <a:tcPr>
                    <a:noFill/>
                  </a:tcPr>
                </a:tc>
                <a:tc>
                  <a:txBody>
                    <a:bodyPr/>
                    <a:lstStyle/>
                    <a:p>
                      <a:endParaRPr lang="en-US" dirty="0"/>
                    </a:p>
                  </a:txBody>
                  <a:tcPr>
                    <a:noFill/>
                  </a:tcPr>
                </a:tc>
                <a:tc>
                  <a:txBody>
                    <a:bodyPr/>
                    <a:lstStyle/>
                    <a:p>
                      <a:pPr algn="ctr"/>
                      <a:r>
                        <a:rPr lang="en-US" dirty="0"/>
                        <a:t>X</a:t>
                      </a:r>
                    </a:p>
                  </a:txBody>
                  <a:tcPr>
                    <a:noFill/>
                  </a:tcPr>
                </a:tc>
                <a:extLst>
                  <a:ext uri="{0D108BD9-81ED-4DB2-BD59-A6C34878D82A}">
                    <a16:rowId xmlns:a16="http://schemas.microsoft.com/office/drawing/2014/main" val="401497507"/>
                  </a:ext>
                </a:extLst>
              </a:tr>
            </a:tbl>
          </a:graphicData>
        </a:graphic>
      </p:graphicFrame>
      <p:sp>
        <p:nvSpPr>
          <p:cNvPr id="6" name="Oval 5">
            <a:extLst>
              <a:ext uri="{FF2B5EF4-FFF2-40B4-BE49-F238E27FC236}">
                <a16:creationId xmlns:a16="http://schemas.microsoft.com/office/drawing/2014/main" id="{00354B06-913A-478F-8EB0-441E0925BE90}"/>
              </a:ext>
            </a:extLst>
          </p:cNvPr>
          <p:cNvSpPr/>
          <p:nvPr/>
        </p:nvSpPr>
        <p:spPr>
          <a:xfrm>
            <a:off x="685800" y="2370202"/>
            <a:ext cx="6477000" cy="6858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Arrow Connector 6">
            <a:extLst>
              <a:ext uri="{FF2B5EF4-FFF2-40B4-BE49-F238E27FC236}">
                <a16:creationId xmlns:a16="http://schemas.microsoft.com/office/drawing/2014/main" id="{40083800-89DE-49C9-BC82-6A9AD0E77BFC}"/>
              </a:ext>
            </a:extLst>
          </p:cNvPr>
          <p:cNvCxnSpPr>
            <a:cxnSpLocks/>
            <a:stCxn id="8" idx="1"/>
          </p:cNvCxnSpPr>
          <p:nvPr/>
        </p:nvCxnSpPr>
        <p:spPr>
          <a:xfrm flipH="1" flipV="1">
            <a:off x="3810000" y="3056005"/>
            <a:ext cx="1054610" cy="999058"/>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C190C22-AD2B-47DF-A693-A1F61DE17805}"/>
              </a:ext>
            </a:extLst>
          </p:cNvPr>
          <p:cNvSpPr txBox="1"/>
          <p:nvPr/>
        </p:nvSpPr>
        <p:spPr>
          <a:xfrm>
            <a:off x="4864610" y="3731897"/>
            <a:ext cx="2298190" cy="646331"/>
          </a:xfrm>
          <a:prstGeom prst="rect">
            <a:avLst/>
          </a:prstGeom>
          <a:noFill/>
          <a:ln w="38100">
            <a:solidFill>
              <a:schemeClr val="accent1">
                <a:shade val="95000"/>
                <a:satMod val="105000"/>
              </a:schemeClr>
            </a:solidFill>
          </a:ln>
        </p:spPr>
        <p:txBody>
          <a:bodyPr wrap="square" rtlCol="0">
            <a:spAutoFit/>
          </a:bodyPr>
          <a:lstStyle/>
          <a:p>
            <a:r>
              <a:rPr lang="en-US" dirty="0"/>
              <a:t>Temporary Account that should be closed?</a:t>
            </a:r>
          </a:p>
        </p:txBody>
      </p:sp>
      <p:sp>
        <p:nvSpPr>
          <p:cNvPr id="15" name="TextBox 14">
            <a:extLst>
              <a:ext uri="{FF2B5EF4-FFF2-40B4-BE49-F238E27FC236}">
                <a16:creationId xmlns:a16="http://schemas.microsoft.com/office/drawing/2014/main" id="{47379656-099E-4167-97E3-D37C472455CF}"/>
              </a:ext>
            </a:extLst>
          </p:cNvPr>
          <p:cNvSpPr txBox="1"/>
          <p:nvPr/>
        </p:nvSpPr>
        <p:spPr>
          <a:xfrm>
            <a:off x="7282057" y="3708181"/>
            <a:ext cx="1868525" cy="646331"/>
          </a:xfrm>
          <a:prstGeom prst="rect">
            <a:avLst/>
          </a:prstGeom>
          <a:noFill/>
        </p:spPr>
        <p:txBody>
          <a:bodyPr wrap="none" rtlCol="0">
            <a:spAutoFit/>
          </a:bodyPr>
          <a:lstStyle/>
          <a:p>
            <a:r>
              <a:rPr lang="en-US" b="1" dirty="0">
                <a:solidFill>
                  <a:srgbClr val="FF0000"/>
                </a:solidFill>
              </a:rPr>
              <a:t>MAYBE:</a:t>
            </a:r>
          </a:p>
          <a:p>
            <a:r>
              <a:rPr lang="en-US" b="1" dirty="0">
                <a:solidFill>
                  <a:srgbClr val="FF0000"/>
                </a:solidFill>
              </a:rPr>
              <a:t>Ask your Mother!</a:t>
            </a:r>
          </a:p>
        </p:txBody>
      </p:sp>
    </p:spTree>
    <p:extLst>
      <p:ext uri="{BB962C8B-B14F-4D97-AF65-F5344CB8AC3E}">
        <p14:creationId xmlns:p14="http://schemas.microsoft.com/office/powerpoint/2010/main" val="306583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45"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2000"/>
                                        <p:tgtEl>
                                          <p:spTgt spid="15"/>
                                        </p:tgtEl>
                                      </p:cBhvr>
                                    </p:animEffect>
                                    <p:anim calcmode="lin" valueType="num">
                                      <p:cBhvr>
                                        <p:cTn id="25" dur="2000" fill="hold"/>
                                        <p:tgtEl>
                                          <p:spTgt spid="15"/>
                                        </p:tgtEl>
                                        <p:attrNameLst>
                                          <p:attrName>ppt_w</p:attrName>
                                        </p:attrNameLst>
                                      </p:cBhvr>
                                      <p:tavLst>
                                        <p:tav tm="0" fmla="#ppt_w*sin(2.5*pi*$)">
                                          <p:val>
                                            <p:fltVal val="0"/>
                                          </p:val>
                                        </p:tav>
                                        <p:tav tm="100000">
                                          <p:val>
                                            <p:fltVal val="1"/>
                                          </p:val>
                                        </p:tav>
                                      </p:tavLst>
                                    </p:anim>
                                    <p:anim calcmode="lin" valueType="num">
                                      <p:cBhvr>
                                        <p:cTn id="26" dur="20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00B29-A259-43DB-9673-9091EB580861}"/>
              </a:ext>
            </a:extLst>
          </p:cNvPr>
          <p:cNvSpPr>
            <a:spLocks noGrp="1"/>
          </p:cNvSpPr>
          <p:nvPr>
            <p:ph type="title"/>
          </p:nvPr>
        </p:nvSpPr>
        <p:spPr>
          <a:xfrm>
            <a:off x="0" y="205979"/>
            <a:ext cx="9194400" cy="857250"/>
          </a:xfrm>
        </p:spPr>
        <p:txBody>
          <a:bodyPr>
            <a:normAutofit fontScale="90000"/>
          </a:bodyPr>
          <a:lstStyle/>
          <a:p>
            <a:r>
              <a:rPr lang="en-US" dirty="0"/>
              <a:t>Accumulated Other Comprehensive Income</a:t>
            </a:r>
          </a:p>
        </p:txBody>
      </p:sp>
      <p:sp>
        <p:nvSpPr>
          <p:cNvPr id="3" name="Content Placeholder 2">
            <a:extLst>
              <a:ext uri="{FF2B5EF4-FFF2-40B4-BE49-F238E27FC236}">
                <a16:creationId xmlns:a16="http://schemas.microsoft.com/office/drawing/2014/main" id="{C9E3697D-103A-49DB-8954-8C86A0352FEE}"/>
              </a:ext>
            </a:extLst>
          </p:cNvPr>
          <p:cNvSpPr>
            <a:spLocks noGrp="1"/>
          </p:cNvSpPr>
          <p:nvPr>
            <p:ph idx="1"/>
          </p:nvPr>
        </p:nvSpPr>
        <p:spPr>
          <a:xfrm>
            <a:off x="457200" y="1200151"/>
            <a:ext cx="8229600" cy="3268610"/>
          </a:xfrm>
        </p:spPr>
        <p:txBody>
          <a:bodyPr>
            <a:normAutofit/>
          </a:bodyPr>
          <a:lstStyle/>
          <a:p>
            <a:r>
              <a:rPr lang="en-US" dirty="0"/>
              <a:t>Holds cumulative gains and losses that have not been closed. I.e., they have not been put into Retained Earnings through closing.</a:t>
            </a:r>
          </a:p>
          <a:p>
            <a:r>
              <a:rPr lang="en-US" dirty="0"/>
              <a:t>Example, Berkshire Hathaway Inc. from 2018, the year of a change in US GAAP accounting rules on marketable securities.</a:t>
            </a:r>
          </a:p>
          <a:p>
            <a:endParaRPr lang="en-US" dirty="0"/>
          </a:p>
          <a:p>
            <a:endParaRPr lang="en-US" dirty="0"/>
          </a:p>
        </p:txBody>
      </p:sp>
      <p:sp>
        <p:nvSpPr>
          <p:cNvPr id="4" name="Slide Number Placeholder 3">
            <a:extLst>
              <a:ext uri="{FF2B5EF4-FFF2-40B4-BE49-F238E27FC236}">
                <a16:creationId xmlns:a16="http://schemas.microsoft.com/office/drawing/2014/main" id="{92387CBE-1D01-4F5B-B023-22E0C28FD796}"/>
              </a:ext>
            </a:extLst>
          </p:cNvPr>
          <p:cNvSpPr>
            <a:spLocks noGrp="1"/>
          </p:cNvSpPr>
          <p:nvPr>
            <p:ph type="sldNum" sz="quarter" idx="12"/>
          </p:nvPr>
        </p:nvSpPr>
        <p:spPr/>
        <p:txBody>
          <a:bodyPr/>
          <a:lstStyle/>
          <a:p>
            <a:fld id="{E0428EC5-F22C-45A0-B0AE-478D58FB1D5D}" type="slidenum">
              <a:rPr lang="en-US" smtClean="0"/>
              <a:t>7</a:t>
            </a:fld>
            <a:endParaRPr lang="en-US"/>
          </a:p>
        </p:txBody>
      </p:sp>
    </p:spTree>
    <p:extLst>
      <p:ext uri="{BB962C8B-B14F-4D97-AF65-F5344CB8AC3E}">
        <p14:creationId xmlns:p14="http://schemas.microsoft.com/office/powerpoint/2010/main" val="17852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54D93-71F7-B2A1-AEC6-5011A6071D9C}"/>
              </a:ext>
            </a:extLst>
          </p:cNvPr>
          <p:cNvSpPr>
            <a:spLocks noGrp="1"/>
          </p:cNvSpPr>
          <p:nvPr>
            <p:ph type="title"/>
          </p:nvPr>
        </p:nvSpPr>
        <p:spPr/>
        <p:txBody>
          <a:bodyPr/>
          <a:lstStyle/>
          <a:p>
            <a:r>
              <a:rPr lang="en-US" dirty="0"/>
              <a:t>Equity Securities</a:t>
            </a:r>
          </a:p>
        </p:txBody>
      </p:sp>
      <p:sp>
        <p:nvSpPr>
          <p:cNvPr id="3" name="Content Placeholder 2">
            <a:extLst>
              <a:ext uri="{FF2B5EF4-FFF2-40B4-BE49-F238E27FC236}">
                <a16:creationId xmlns:a16="http://schemas.microsoft.com/office/drawing/2014/main" id="{15E6EA06-F82A-B16C-60B3-BAACAE21684C}"/>
              </a:ext>
            </a:extLst>
          </p:cNvPr>
          <p:cNvSpPr>
            <a:spLocks noGrp="1"/>
          </p:cNvSpPr>
          <p:nvPr>
            <p:ph idx="1"/>
          </p:nvPr>
        </p:nvSpPr>
        <p:spPr/>
        <p:txBody>
          <a:bodyPr>
            <a:normAutofit fontScale="77500" lnSpcReduction="20000"/>
          </a:bodyPr>
          <a:lstStyle/>
          <a:p>
            <a:r>
              <a:rPr lang="en-US" dirty="0"/>
              <a:t>With a readily determinable fair value</a:t>
            </a:r>
          </a:p>
          <a:p>
            <a:pPr lvl="1"/>
            <a:r>
              <a:rPr lang="en-US" dirty="0"/>
              <a:t>Valued at fair value at each balance sheet date</a:t>
            </a:r>
          </a:p>
          <a:p>
            <a:pPr lvl="1"/>
            <a:r>
              <a:rPr lang="en-US" dirty="0"/>
              <a:t>Gains or losses reflected in net income</a:t>
            </a:r>
          </a:p>
          <a:p>
            <a:r>
              <a:rPr lang="en-US" dirty="0"/>
              <a:t>Without a readily determinable fair value</a:t>
            </a:r>
          </a:p>
          <a:p>
            <a:pPr lvl="1"/>
            <a:r>
              <a:rPr lang="en-US" dirty="0"/>
              <a:t>Qualifies for the </a:t>
            </a:r>
            <a:r>
              <a:rPr lang="en-US" i="1" dirty="0"/>
              <a:t>practical expedient to estimate fair value</a:t>
            </a:r>
          </a:p>
          <a:p>
            <a:pPr lvl="2"/>
            <a:r>
              <a:rPr lang="en-US" dirty="0"/>
              <a:t>Investments in entities that calculate a net asset value per share (or equivalent, such as membership units)</a:t>
            </a:r>
          </a:p>
          <a:p>
            <a:pPr lvl="2"/>
            <a:r>
              <a:rPr lang="en-US" dirty="0"/>
              <a:t>Use the net asset value per share</a:t>
            </a:r>
          </a:p>
          <a:p>
            <a:pPr lvl="1"/>
            <a:r>
              <a:rPr lang="en-US" dirty="0"/>
              <a:t>Does not qualify for the practical expedient, entity may elect</a:t>
            </a:r>
          </a:p>
          <a:p>
            <a:pPr lvl="2"/>
            <a:r>
              <a:rPr lang="en-US" dirty="0"/>
              <a:t>Cost minus impairment</a:t>
            </a:r>
          </a:p>
        </p:txBody>
      </p:sp>
    </p:spTree>
    <p:extLst>
      <p:ext uri="{BB962C8B-B14F-4D97-AF65-F5344CB8AC3E}">
        <p14:creationId xmlns:p14="http://schemas.microsoft.com/office/powerpoint/2010/main" val="438793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984FA8B-FF5C-4044-BC16-919F66BD2E75}" type="slidenum">
              <a:rPr lang="en-US"/>
              <a:pPr/>
              <a:t>9</a:t>
            </a:fld>
            <a:endParaRPr lang="en-US"/>
          </a:p>
        </p:txBody>
      </p:sp>
      <p:sp>
        <p:nvSpPr>
          <p:cNvPr id="38914" name="Rectangle 1026"/>
          <p:cNvSpPr>
            <a:spLocks noGrp="1" noChangeArrowheads="1"/>
          </p:cNvSpPr>
          <p:nvPr>
            <p:ph type="title"/>
          </p:nvPr>
        </p:nvSpPr>
        <p:spPr/>
        <p:txBody>
          <a:bodyPr/>
          <a:lstStyle/>
          <a:p>
            <a:r>
              <a:rPr lang="en-US" dirty="0"/>
              <a:t>Definition</a:t>
            </a:r>
          </a:p>
        </p:txBody>
      </p:sp>
      <p:sp>
        <p:nvSpPr>
          <p:cNvPr id="38915" name="Rectangle 1027"/>
          <p:cNvSpPr>
            <a:spLocks noGrp="1" noChangeArrowheads="1"/>
          </p:cNvSpPr>
          <p:nvPr>
            <p:ph type="body" idx="1"/>
          </p:nvPr>
        </p:nvSpPr>
        <p:spPr>
          <a:xfrm>
            <a:off x="304800" y="1047750"/>
            <a:ext cx="8686800" cy="3657600"/>
          </a:xfrm>
        </p:spPr>
        <p:txBody>
          <a:bodyPr>
            <a:normAutofit fontScale="25000" lnSpcReduction="20000"/>
          </a:bodyPr>
          <a:lstStyle/>
          <a:p>
            <a:r>
              <a:rPr lang="en-US" sz="9600" dirty="0"/>
              <a:t>Equity securities must have a </a:t>
            </a:r>
            <a:r>
              <a:rPr lang="en-US" sz="9600" b="1" i="1" dirty="0"/>
              <a:t>readily determinable fair value</a:t>
            </a:r>
            <a:r>
              <a:rPr lang="en-US" sz="9600" i="1" dirty="0"/>
              <a:t>. </a:t>
            </a:r>
            <a:r>
              <a:rPr lang="en-US" sz="9600" dirty="0"/>
              <a:t>I.e., if it meets any of:</a:t>
            </a:r>
            <a:endParaRPr lang="en-US" sz="6000" dirty="0"/>
          </a:p>
          <a:p>
            <a:pPr marL="971550" lvl="1" indent="-514350">
              <a:buFont typeface="+mj-lt"/>
              <a:buAutoNum type="alphaLcPeriod"/>
            </a:pPr>
            <a:r>
              <a:rPr lang="en-US" sz="7200" dirty="0"/>
              <a:t>…[S]ales prices or bid-and-asked quotations are currently available on a securities exchange registered with the U.S. Securities and Exchange Commission (SEC) or in the over-the-counter market, provided that those prices or quotations for the over-the-counter market are publicly reported by the National Association of Securities Dealers Automated Quotations systems or by OTC Markets Group Inc. Restricted stock meets that definition if the restriction terminates within one year.</a:t>
            </a:r>
          </a:p>
          <a:p>
            <a:pPr marL="971550" lvl="1" indent="-514350">
              <a:buFont typeface="+mj-lt"/>
              <a:buAutoNum type="alphaLcPeriod"/>
            </a:pPr>
            <a:r>
              <a:rPr lang="en-US" sz="7200" dirty="0"/>
              <a:t>…[It is]traded only in a foreign market … of a breadth and scope comparable to one of the U.S. markets referred to above.</a:t>
            </a:r>
          </a:p>
          <a:p>
            <a:pPr marL="971550" lvl="1" indent="-514350">
              <a:buFont typeface="+mj-lt"/>
              <a:buAutoNum type="alphaLcPeriod"/>
            </a:pPr>
            <a:r>
              <a:rPr lang="en-US" sz="7200" dirty="0"/>
              <a:t>…[A]n investment in a mutual fund or in a structure similar to a mutual fund … if the fair value per share (unit) is determined and published and is the basis for current transactions. </a:t>
            </a:r>
            <a:r>
              <a:rPr lang="en-US" sz="3600" dirty="0">
                <a:hlinkClick r:id="rId2"/>
              </a:rPr>
              <a:t>https://asc.fasb.org/glossarysection&amp;trid=2196938&amp;id=SL2285215-111558</a:t>
            </a:r>
            <a:r>
              <a:rPr lang="en-US" sz="3600" dirty="0"/>
              <a:t> accessed March 30, 2020 15:04 EDT</a:t>
            </a:r>
            <a:endParaRPr lang="en-US" sz="3600" dirty="0">
              <a:effectLst/>
            </a:endParaRPr>
          </a:p>
        </p:txBody>
      </p:sp>
    </p:spTree>
    <p:extLst>
      <p:ext uri="{BB962C8B-B14F-4D97-AF65-F5344CB8AC3E}">
        <p14:creationId xmlns:p14="http://schemas.microsoft.com/office/powerpoint/2010/main" val="1034963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074EA48-6BFD-49D8-BFA9-947E5C0313DC}" type="slidenum">
              <a:rPr lang="en-US"/>
              <a:pPr/>
              <a:t>10</a:t>
            </a:fld>
            <a:endParaRPr lang="en-US"/>
          </a:p>
        </p:txBody>
      </p:sp>
      <p:sp>
        <p:nvSpPr>
          <p:cNvPr id="39938" name="Rectangle 2"/>
          <p:cNvSpPr>
            <a:spLocks noGrp="1" noChangeArrowheads="1"/>
          </p:cNvSpPr>
          <p:nvPr>
            <p:ph type="title"/>
          </p:nvPr>
        </p:nvSpPr>
        <p:spPr/>
        <p:txBody>
          <a:bodyPr/>
          <a:lstStyle/>
          <a:p>
            <a:r>
              <a:rPr lang="en-US" dirty="0"/>
              <a:t>Debt Securities: Three Categories</a:t>
            </a:r>
          </a:p>
        </p:txBody>
      </p:sp>
      <p:sp>
        <p:nvSpPr>
          <p:cNvPr id="39939" name="Rectangle 3"/>
          <p:cNvSpPr>
            <a:spLocks noGrp="1" noChangeArrowheads="1"/>
          </p:cNvSpPr>
          <p:nvPr>
            <p:ph type="body" idx="1"/>
          </p:nvPr>
        </p:nvSpPr>
        <p:spPr/>
        <p:txBody>
          <a:bodyPr>
            <a:normAutofit lnSpcReduction="10000"/>
          </a:bodyPr>
          <a:lstStyle/>
          <a:p>
            <a:r>
              <a:rPr lang="en-US" sz="2800"/>
              <a:t>Trading</a:t>
            </a:r>
          </a:p>
          <a:p>
            <a:pPr lvl="1"/>
            <a:r>
              <a:rPr lang="en-US" sz="2400"/>
              <a:t>Those debt or equity securities on which the company intends to make profits by trading (i.e. buying &amp; selling)</a:t>
            </a:r>
          </a:p>
          <a:p>
            <a:r>
              <a:rPr lang="en-US" sz="2800"/>
              <a:t>Available-for-sale</a:t>
            </a:r>
          </a:p>
          <a:p>
            <a:pPr lvl="1"/>
            <a:r>
              <a:rPr lang="en-US" sz="2400"/>
              <a:t>Not trading or held-to-maturity.</a:t>
            </a:r>
          </a:p>
          <a:p>
            <a:r>
              <a:rPr lang="en-US" sz="2800"/>
              <a:t>Held-to-maturity</a:t>
            </a:r>
          </a:p>
          <a:p>
            <a:pPr lvl="1"/>
            <a:r>
              <a:rPr lang="en-US" sz="2400"/>
              <a:t>Those </a:t>
            </a:r>
            <a:r>
              <a:rPr lang="en-US" sz="2400" b="1" i="1"/>
              <a:t>debt securities</a:t>
            </a:r>
            <a:r>
              <a:rPr lang="en-US" sz="2400"/>
              <a:t> that the company intends to hold to maturity.</a:t>
            </a:r>
          </a:p>
        </p:txBody>
      </p:sp>
    </p:spTree>
    <p:extLst>
      <p:ext uri="{BB962C8B-B14F-4D97-AF65-F5344CB8AC3E}">
        <p14:creationId xmlns:p14="http://schemas.microsoft.com/office/powerpoint/2010/main" val="3789814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FC5B9EB3-57DD-4D86-9F55-3E0312B42A3D}" type="slidenum">
              <a:rPr lang="en-US"/>
              <a:pPr/>
              <a:t>11</a:t>
            </a:fld>
            <a:endParaRPr lang="en-US"/>
          </a:p>
        </p:txBody>
      </p:sp>
      <p:sp>
        <p:nvSpPr>
          <p:cNvPr id="48130" name="Rectangle 1026"/>
          <p:cNvSpPr>
            <a:spLocks noGrp="1" noChangeArrowheads="1"/>
          </p:cNvSpPr>
          <p:nvPr>
            <p:ph type="title"/>
          </p:nvPr>
        </p:nvSpPr>
        <p:spPr/>
        <p:txBody>
          <a:bodyPr/>
          <a:lstStyle/>
          <a:p>
            <a:r>
              <a:rPr lang="en-US" sz="3900">
                <a:ea typeface="MS Mincho" pitchFamily="49" charset="-128"/>
              </a:rPr>
              <a:t>GAAP – Trading Securities</a:t>
            </a:r>
          </a:p>
        </p:txBody>
      </p:sp>
      <p:sp>
        <p:nvSpPr>
          <p:cNvPr id="48131" name="Rectangle 1027"/>
          <p:cNvSpPr>
            <a:spLocks noGrp="1" noChangeArrowheads="1"/>
          </p:cNvSpPr>
          <p:nvPr>
            <p:ph type="body" idx="1"/>
          </p:nvPr>
        </p:nvSpPr>
        <p:spPr/>
        <p:txBody>
          <a:bodyPr/>
          <a:lstStyle/>
          <a:p>
            <a:r>
              <a:rPr lang="en-US"/>
              <a:t>Marked-to-market</a:t>
            </a:r>
          </a:p>
          <a:p>
            <a:r>
              <a:rPr lang="en-US"/>
              <a:t>Any holding gains or losses reflected as part of net income</a:t>
            </a:r>
          </a:p>
        </p:txBody>
      </p:sp>
    </p:spTree>
    <p:extLst>
      <p:ext uri="{BB962C8B-B14F-4D97-AF65-F5344CB8AC3E}">
        <p14:creationId xmlns:p14="http://schemas.microsoft.com/office/powerpoint/2010/main" val="237080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D9F5547-056D-4FF9-939B-1C289ACFA24F}" type="slidenum">
              <a:rPr lang="en-US"/>
              <a:pPr/>
              <a:t>12</a:t>
            </a:fld>
            <a:endParaRPr lang="en-US"/>
          </a:p>
        </p:txBody>
      </p:sp>
      <p:sp>
        <p:nvSpPr>
          <p:cNvPr id="49154" name="Rectangle 2"/>
          <p:cNvSpPr>
            <a:spLocks noGrp="1" noChangeArrowheads="1"/>
          </p:cNvSpPr>
          <p:nvPr>
            <p:ph type="title"/>
          </p:nvPr>
        </p:nvSpPr>
        <p:spPr/>
        <p:txBody>
          <a:bodyPr>
            <a:normAutofit fontScale="90000"/>
          </a:bodyPr>
          <a:lstStyle/>
          <a:p>
            <a:r>
              <a:rPr lang="en-US"/>
              <a:t>GAAP – Available-for-sale Securities</a:t>
            </a:r>
          </a:p>
        </p:txBody>
      </p:sp>
      <p:sp>
        <p:nvSpPr>
          <p:cNvPr id="49155" name="Rectangle 3"/>
          <p:cNvSpPr>
            <a:spLocks noGrp="1" noChangeArrowheads="1"/>
          </p:cNvSpPr>
          <p:nvPr>
            <p:ph type="body" idx="1"/>
          </p:nvPr>
        </p:nvSpPr>
        <p:spPr/>
        <p:txBody>
          <a:bodyPr>
            <a:normAutofit/>
          </a:bodyPr>
          <a:lstStyle/>
          <a:p>
            <a:r>
              <a:rPr lang="en-US" dirty="0"/>
              <a:t>Marked-to-market</a:t>
            </a:r>
          </a:p>
          <a:p>
            <a:r>
              <a:rPr lang="en-US" dirty="0"/>
              <a:t>Holding gains and losses</a:t>
            </a:r>
          </a:p>
          <a:p>
            <a:pPr lvl="1"/>
            <a:r>
              <a:rPr lang="en-US" dirty="0"/>
              <a:t>Not counted in net income: </a:t>
            </a:r>
            <a:r>
              <a:rPr lang="en-US" b="1" i="1" dirty="0"/>
              <a:t>Direct-to-equity</a:t>
            </a:r>
            <a:r>
              <a:rPr lang="en-US" dirty="0"/>
              <a:t> entry</a:t>
            </a:r>
          </a:p>
          <a:p>
            <a:r>
              <a:rPr lang="en-US" dirty="0"/>
              <a:t>Realized gains and losses</a:t>
            </a:r>
          </a:p>
          <a:p>
            <a:pPr lvl="1"/>
            <a:r>
              <a:rPr lang="en-US" dirty="0"/>
              <a:t>Always counted in net income</a:t>
            </a:r>
          </a:p>
        </p:txBody>
      </p:sp>
    </p:spTree>
    <p:extLst>
      <p:ext uri="{BB962C8B-B14F-4D97-AF65-F5344CB8AC3E}">
        <p14:creationId xmlns:p14="http://schemas.microsoft.com/office/powerpoint/2010/main" val="1700341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1428858-DF4F-48D5-BFCF-299889CC3A57}" type="slidenum">
              <a:rPr lang="en-US"/>
              <a:pPr/>
              <a:t>13</a:t>
            </a:fld>
            <a:endParaRPr lang="en-US"/>
          </a:p>
        </p:txBody>
      </p:sp>
      <p:sp>
        <p:nvSpPr>
          <p:cNvPr id="53250" name="Rectangle 2"/>
          <p:cNvSpPr>
            <a:spLocks noGrp="1" noChangeArrowheads="1"/>
          </p:cNvSpPr>
          <p:nvPr>
            <p:ph type="title"/>
          </p:nvPr>
        </p:nvSpPr>
        <p:spPr/>
        <p:txBody>
          <a:bodyPr/>
          <a:lstStyle/>
          <a:p>
            <a:r>
              <a:rPr lang="en-US"/>
              <a:t>Available-for-sale Equity Accounts</a:t>
            </a:r>
          </a:p>
        </p:txBody>
      </p:sp>
      <p:sp>
        <p:nvSpPr>
          <p:cNvPr id="53251" name="Rectangle 3"/>
          <p:cNvSpPr>
            <a:spLocks noGrp="1" noChangeArrowheads="1"/>
          </p:cNvSpPr>
          <p:nvPr>
            <p:ph type="body" idx="1"/>
          </p:nvPr>
        </p:nvSpPr>
        <p:spPr/>
        <p:txBody>
          <a:bodyPr>
            <a:normAutofit/>
          </a:bodyPr>
          <a:lstStyle/>
          <a:p>
            <a:r>
              <a:rPr lang="en-US" dirty="0"/>
              <a:t>Using “fair values” for the available-for-sale securities </a:t>
            </a:r>
            <a:r>
              <a:rPr lang="en-US" i="1" dirty="0"/>
              <a:t>without</a:t>
            </a:r>
            <a:r>
              <a:rPr lang="en-US" dirty="0"/>
              <a:t> recognizing the holding gains and losses as affecting net income </a:t>
            </a:r>
            <a:r>
              <a:rPr lang="en-US" i="1" dirty="0"/>
              <a:t>requires creating another equity account</a:t>
            </a:r>
            <a:r>
              <a:rPr lang="en-US" dirty="0"/>
              <a:t>.</a:t>
            </a:r>
          </a:p>
          <a:p>
            <a:r>
              <a:rPr lang="en-US" dirty="0"/>
              <a:t>Usually, we call this equity account </a:t>
            </a:r>
            <a:r>
              <a:rPr lang="en-US" b="1" i="1" dirty="0"/>
              <a:t>Accumulated Other Comprehensive Income</a:t>
            </a:r>
            <a:r>
              <a:rPr lang="en-US" dirty="0"/>
              <a:t>.</a:t>
            </a:r>
          </a:p>
        </p:txBody>
      </p:sp>
    </p:spTree>
    <p:extLst>
      <p:ext uri="{BB962C8B-B14F-4D97-AF65-F5344CB8AC3E}">
        <p14:creationId xmlns:p14="http://schemas.microsoft.com/office/powerpoint/2010/main" val="458335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C33FA38D-FF48-497C-8D41-5A40AA27AAA7}" type="slidenum">
              <a:rPr lang="en-US"/>
              <a:pPr/>
              <a:t>14</a:t>
            </a:fld>
            <a:endParaRPr lang="en-US" dirty="0"/>
          </a:p>
        </p:txBody>
      </p:sp>
      <p:sp>
        <p:nvSpPr>
          <p:cNvPr id="60418" name="Rectangle 1026"/>
          <p:cNvSpPr>
            <a:spLocks noGrp="1" noChangeArrowheads="1"/>
          </p:cNvSpPr>
          <p:nvPr>
            <p:ph type="title"/>
          </p:nvPr>
        </p:nvSpPr>
        <p:spPr/>
        <p:txBody>
          <a:bodyPr/>
          <a:lstStyle/>
          <a:p>
            <a:r>
              <a:rPr lang="en-US"/>
              <a:t>Another Income Calculation</a:t>
            </a:r>
          </a:p>
        </p:txBody>
      </p:sp>
      <p:sp>
        <p:nvSpPr>
          <p:cNvPr id="60419" name="Rectangle 1027"/>
          <p:cNvSpPr>
            <a:spLocks noGrp="1" noChangeArrowheads="1"/>
          </p:cNvSpPr>
          <p:nvPr>
            <p:ph type="body" idx="1"/>
          </p:nvPr>
        </p:nvSpPr>
        <p:spPr/>
        <p:txBody>
          <a:bodyPr>
            <a:normAutofit lnSpcReduction="10000"/>
          </a:bodyPr>
          <a:lstStyle/>
          <a:p>
            <a:r>
              <a:rPr lang="en-US" dirty="0"/>
              <a:t>GAAP net income no longer reflects the increase in net assets produced (i.e., not raised from owners) over a period.</a:t>
            </a:r>
          </a:p>
          <a:p>
            <a:r>
              <a:rPr lang="en-US" dirty="0"/>
              <a:t>Add another accounting statement called the </a:t>
            </a:r>
            <a:r>
              <a:rPr lang="en-US" b="1" i="1" dirty="0"/>
              <a:t>Statement of Comprehensive Income</a:t>
            </a:r>
            <a:r>
              <a:rPr lang="en-US" dirty="0"/>
              <a:t>.</a:t>
            </a:r>
          </a:p>
          <a:p>
            <a:r>
              <a:rPr lang="en-US" dirty="0"/>
              <a:t>There are policy-making reasons for this, not economic or managerial ones.</a:t>
            </a:r>
          </a:p>
        </p:txBody>
      </p:sp>
    </p:spTree>
    <p:extLst>
      <p:ext uri="{BB962C8B-B14F-4D97-AF65-F5344CB8AC3E}">
        <p14:creationId xmlns:p14="http://schemas.microsoft.com/office/powerpoint/2010/main" val="462709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2F97C262-D265-4587-92A6-B2B1C5E8AE16}" type="slidenum">
              <a:rPr lang="en-US"/>
              <a:pPr/>
              <a:t>15</a:t>
            </a:fld>
            <a:endParaRPr lang="en-US"/>
          </a:p>
        </p:txBody>
      </p:sp>
      <p:sp>
        <p:nvSpPr>
          <p:cNvPr id="50178" name="Rectangle 2"/>
          <p:cNvSpPr>
            <a:spLocks noGrp="1" noChangeArrowheads="1"/>
          </p:cNvSpPr>
          <p:nvPr>
            <p:ph type="title"/>
          </p:nvPr>
        </p:nvSpPr>
        <p:spPr/>
        <p:txBody>
          <a:bodyPr/>
          <a:lstStyle/>
          <a:p>
            <a:r>
              <a:rPr lang="en-US" dirty="0"/>
              <a:t>GAAP – Held-to-maturity Securities</a:t>
            </a:r>
          </a:p>
        </p:txBody>
      </p:sp>
      <p:sp>
        <p:nvSpPr>
          <p:cNvPr id="50179" name="Rectangle 3"/>
          <p:cNvSpPr>
            <a:spLocks noGrp="1" noChangeArrowheads="1"/>
          </p:cNvSpPr>
          <p:nvPr>
            <p:ph type="body" idx="1"/>
          </p:nvPr>
        </p:nvSpPr>
        <p:spPr/>
        <p:txBody>
          <a:bodyPr/>
          <a:lstStyle/>
          <a:p>
            <a:r>
              <a:rPr lang="en-US" dirty="0"/>
              <a:t>Accounted for at amortized cost – cost plus accrued interest</a:t>
            </a:r>
          </a:p>
          <a:p>
            <a:r>
              <a:rPr lang="en-US" dirty="0"/>
              <a:t>Interest rate is rate in effect for the security on the date it was purchased</a:t>
            </a:r>
          </a:p>
          <a:p>
            <a:r>
              <a:rPr lang="en-US" dirty="0"/>
              <a:t>No adjustment for unexpected changes in value.</a:t>
            </a:r>
          </a:p>
        </p:txBody>
      </p:sp>
    </p:spTree>
    <p:extLst>
      <p:ext uri="{BB962C8B-B14F-4D97-AF65-F5344CB8AC3E}">
        <p14:creationId xmlns:p14="http://schemas.microsoft.com/office/powerpoint/2010/main" val="280608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F5D1-C041-5782-54F9-376ABFA2071E}"/>
              </a:ext>
            </a:extLst>
          </p:cNvPr>
          <p:cNvSpPr>
            <a:spLocks noGrp="1"/>
          </p:cNvSpPr>
          <p:nvPr>
            <p:ph type="title"/>
          </p:nvPr>
        </p:nvSpPr>
        <p:spPr/>
        <p:txBody>
          <a:bodyPr/>
          <a:lstStyle/>
          <a:p>
            <a:r>
              <a:rPr lang="en-US" dirty="0">
                <a:cs typeface="Calibri"/>
              </a:rPr>
              <a:t>Berkshire </a:t>
            </a:r>
            <a:r>
              <a:rPr lang="en-US" dirty="0" err="1">
                <a:cs typeface="Calibri"/>
              </a:rPr>
              <a:t>hathaway</a:t>
            </a:r>
            <a:endParaRPr lang="en-US" dirty="0" err="1"/>
          </a:p>
        </p:txBody>
      </p:sp>
      <p:sp>
        <p:nvSpPr>
          <p:cNvPr id="3" name="Text Placeholder 2">
            <a:extLst>
              <a:ext uri="{FF2B5EF4-FFF2-40B4-BE49-F238E27FC236}">
                <a16:creationId xmlns:a16="http://schemas.microsoft.com/office/drawing/2014/main" id="{789F510D-45BD-DD29-A262-307CD47433A6}"/>
              </a:ext>
            </a:extLst>
          </p:cNvPr>
          <p:cNvSpPr>
            <a:spLocks noGrp="1"/>
          </p:cNvSpPr>
          <p:nvPr>
            <p:ph type="body" idx="1"/>
          </p:nvPr>
        </p:nvSpPr>
        <p:spPr/>
        <p:txBody>
          <a:bodyPr/>
          <a:lstStyle/>
          <a:p>
            <a:r>
              <a:rPr lang="en-US" dirty="0">
                <a:cs typeface="Calibri"/>
              </a:rPr>
              <a:t>Investments in 2018: Effects of Change in Accounting Rules</a:t>
            </a:r>
            <a:endParaRPr lang="en-US" dirty="0"/>
          </a:p>
        </p:txBody>
      </p:sp>
    </p:spTree>
    <p:extLst>
      <p:ext uri="{BB962C8B-B14F-4D97-AF65-F5344CB8AC3E}">
        <p14:creationId xmlns:p14="http://schemas.microsoft.com/office/powerpoint/2010/main" val="4176456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7517D6-2573-0D65-A75D-B3282E9A5CD6}"/>
              </a:ext>
            </a:extLst>
          </p:cNvPr>
          <p:cNvPicPr>
            <a:picLocks noChangeAspect="1"/>
          </p:cNvPicPr>
          <p:nvPr/>
        </p:nvPicPr>
        <p:blipFill>
          <a:blip r:embed="rId2"/>
          <a:stretch>
            <a:fillRect/>
          </a:stretch>
        </p:blipFill>
        <p:spPr>
          <a:xfrm>
            <a:off x="1447800" y="-19050"/>
            <a:ext cx="5974701" cy="5143500"/>
          </a:xfrm>
          <a:prstGeom prst="rect">
            <a:avLst/>
          </a:prstGeom>
        </p:spPr>
      </p:pic>
      <p:sp>
        <p:nvSpPr>
          <p:cNvPr id="4" name="Rectangle: Rounded Corners 3">
            <a:extLst>
              <a:ext uri="{FF2B5EF4-FFF2-40B4-BE49-F238E27FC236}">
                <a16:creationId xmlns:a16="http://schemas.microsoft.com/office/drawing/2014/main" id="{DB01B24A-82ED-E941-4CDE-C7C677E630DD}"/>
              </a:ext>
            </a:extLst>
          </p:cNvPr>
          <p:cNvSpPr/>
          <p:nvPr/>
        </p:nvSpPr>
        <p:spPr>
          <a:xfrm>
            <a:off x="1219200" y="57150"/>
            <a:ext cx="6324600" cy="6858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90CA2C97-9F60-857F-D6BA-6F883771E2D5}"/>
              </a:ext>
            </a:extLst>
          </p:cNvPr>
          <p:cNvSpPr/>
          <p:nvPr/>
        </p:nvSpPr>
        <p:spPr>
          <a:xfrm>
            <a:off x="1219200" y="3543300"/>
            <a:ext cx="6324600" cy="131445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CA29387-55D8-382D-334C-1E6EC7365D01}"/>
              </a:ext>
            </a:extLst>
          </p:cNvPr>
          <p:cNvCxnSpPr/>
          <p:nvPr/>
        </p:nvCxnSpPr>
        <p:spPr>
          <a:xfrm>
            <a:off x="1821656" y="4040982"/>
            <a:ext cx="5486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28E15FE-DD01-CE8F-0F45-BAC125C9DA3A}"/>
              </a:ext>
            </a:extLst>
          </p:cNvPr>
          <p:cNvCxnSpPr/>
          <p:nvPr/>
        </p:nvCxnSpPr>
        <p:spPr>
          <a:xfrm>
            <a:off x="1828800" y="4171950"/>
            <a:ext cx="5486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89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1" nodeType="clickEffect">
                                  <p:stCondLst>
                                    <p:cond delay="0"/>
                                  </p:stCondLst>
                                  <p:childTnLst>
                                    <p:animEffect transition="out" filter="wipe(down)">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nodeType="clickEffect">
                                  <p:stCondLst>
                                    <p:cond delay="0"/>
                                  </p:stCondLst>
                                  <p:childTnLst>
                                    <p:animEffect transition="out" filter="wipe(down)">
                                      <p:cBhvr>
                                        <p:cTn id="36" dur="500"/>
                                        <p:tgtEl>
                                          <p:spTgt spid="7"/>
                                        </p:tgtEl>
                                      </p:cBhvr>
                                    </p:animEffect>
                                    <p:set>
                                      <p:cBhvr>
                                        <p:cTn id="37" dur="1" fill="hold">
                                          <p:stCondLst>
                                            <p:cond delay="499"/>
                                          </p:stCondLst>
                                        </p:cTn>
                                        <p:tgtEl>
                                          <p:spTgt spid="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nodeType="clickEffect">
                                  <p:stCondLst>
                                    <p:cond delay="0"/>
                                  </p:stCondLst>
                                  <p:childTnLst>
                                    <p:animEffect transition="out" filter="wipe(down)">
                                      <p:cBhvr>
                                        <p:cTn id="46" dur="500"/>
                                        <p:tgtEl>
                                          <p:spTgt spid="8"/>
                                        </p:tgtEl>
                                      </p:cBhvr>
                                    </p:animEffect>
                                    <p:set>
                                      <p:cBhvr>
                                        <p:cTn id="4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05EB94-A7DF-F9DF-AD78-9D7CE3719A0B}"/>
              </a:ext>
            </a:extLst>
          </p:cNvPr>
          <p:cNvPicPr>
            <a:picLocks noChangeAspect="1"/>
          </p:cNvPicPr>
          <p:nvPr/>
        </p:nvPicPr>
        <p:blipFill>
          <a:blip r:embed="rId2"/>
          <a:stretch>
            <a:fillRect/>
          </a:stretch>
        </p:blipFill>
        <p:spPr>
          <a:xfrm>
            <a:off x="838200" y="133350"/>
            <a:ext cx="7563906" cy="4915586"/>
          </a:xfrm>
          <a:prstGeom prst="rect">
            <a:avLst/>
          </a:prstGeom>
        </p:spPr>
      </p:pic>
      <p:sp>
        <p:nvSpPr>
          <p:cNvPr id="4" name="Rectangle: Rounded Corners 3">
            <a:extLst>
              <a:ext uri="{FF2B5EF4-FFF2-40B4-BE49-F238E27FC236}">
                <a16:creationId xmlns:a16="http://schemas.microsoft.com/office/drawing/2014/main" id="{E7E37AF2-80C1-3E19-E0AE-B02DAD7EACD9}"/>
              </a:ext>
            </a:extLst>
          </p:cNvPr>
          <p:cNvSpPr/>
          <p:nvPr/>
        </p:nvSpPr>
        <p:spPr>
          <a:xfrm>
            <a:off x="990600" y="361950"/>
            <a:ext cx="7315200" cy="7620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CDA33D-5345-3F1C-93B8-A8197FEE1B0E}"/>
              </a:ext>
            </a:extLst>
          </p:cNvPr>
          <p:cNvSpPr/>
          <p:nvPr/>
        </p:nvSpPr>
        <p:spPr>
          <a:xfrm>
            <a:off x="990600" y="1962150"/>
            <a:ext cx="7315200" cy="5334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FCA928D-5E15-D1F1-3949-F7A347A22DFE}"/>
              </a:ext>
            </a:extLst>
          </p:cNvPr>
          <p:cNvSpPr/>
          <p:nvPr/>
        </p:nvSpPr>
        <p:spPr>
          <a:xfrm>
            <a:off x="990600" y="2647950"/>
            <a:ext cx="7315200" cy="7620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613017E4-8462-D4F8-0442-600EDCC4835E}"/>
              </a:ext>
            </a:extLst>
          </p:cNvPr>
          <p:cNvSpPr/>
          <p:nvPr/>
        </p:nvSpPr>
        <p:spPr>
          <a:xfrm>
            <a:off x="990600" y="4324350"/>
            <a:ext cx="7315200" cy="5334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602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1"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1" nodeType="clickEffect">
                                  <p:stCondLst>
                                    <p:cond delay="0"/>
                                  </p:stCondLst>
                                  <p:childTnLst>
                                    <p:animEffect transition="out" filter="wipe(down)">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1" nodeType="clickEffect">
                                  <p:stCondLst>
                                    <p:cond delay="0"/>
                                  </p:stCondLst>
                                  <p:childTnLst>
                                    <p:animEffect transition="out" filter="wipe(down)">
                                      <p:cBhvr>
                                        <p:cTn id="31" dur="500"/>
                                        <p:tgtEl>
                                          <p:spTgt spid="6"/>
                                        </p:tgtEl>
                                      </p:cBhvr>
                                    </p:animEffect>
                                    <p:set>
                                      <p:cBhvr>
                                        <p:cTn id="32" dur="1" fill="hold">
                                          <p:stCondLst>
                                            <p:cond delay="499"/>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1" nodeType="clickEffect">
                                  <p:stCondLst>
                                    <p:cond delay="0"/>
                                  </p:stCondLst>
                                  <p:childTnLst>
                                    <p:animEffect transition="out" filter="wipe(down)">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7517D6-2573-0D65-A75D-B3282E9A5CD6}"/>
              </a:ext>
            </a:extLst>
          </p:cNvPr>
          <p:cNvPicPr>
            <a:picLocks noChangeAspect="1"/>
          </p:cNvPicPr>
          <p:nvPr/>
        </p:nvPicPr>
        <p:blipFill>
          <a:blip r:embed="rId2"/>
          <a:stretch>
            <a:fillRect/>
          </a:stretch>
        </p:blipFill>
        <p:spPr>
          <a:xfrm>
            <a:off x="1447800" y="-19050"/>
            <a:ext cx="5974701" cy="5143500"/>
          </a:xfrm>
          <a:prstGeom prst="rect">
            <a:avLst/>
          </a:prstGeom>
        </p:spPr>
      </p:pic>
      <p:sp>
        <p:nvSpPr>
          <p:cNvPr id="4" name="Rectangle: Rounded Corners 3">
            <a:extLst>
              <a:ext uri="{FF2B5EF4-FFF2-40B4-BE49-F238E27FC236}">
                <a16:creationId xmlns:a16="http://schemas.microsoft.com/office/drawing/2014/main" id="{DB01B24A-82ED-E941-4CDE-C7C677E630DD}"/>
              </a:ext>
            </a:extLst>
          </p:cNvPr>
          <p:cNvSpPr/>
          <p:nvPr/>
        </p:nvSpPr>
        <p:spPr>
          <a:xfrm>
            <a:off x="1219200" y="57150"/>
            <a:ext cx="6324600" cy="6858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90CA2C97-9F60-857F-D6BA-6F883771E2D5}"/>
              </a:ext>
            </a:extLst>
          </p:cNvPr>
          <p:cNvSpPr/>
          <p:nvPr/>
        </p:nvSpPr>
        <p:spPr>
          <a:xfrm>
            <a:off x="1219200" y="3543300"/>
            <a:ext cx="6324600" cy="131445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CA29387-55D8-382D-334C-1E6EC7365D01}"/>
              </a:ext>
            </a:extLst>
          </p:cNvPr>
          <p:cNvCxnSpPr/>
          <p:nvPr/>
        </p:nvCxnSpPr>
        <p:spPr>
          <a:xfrm>
            <a:off x="1821656" y="4040982"/>
            <a:ext cx="5486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28E15FE-DD01-CE8F-0F45-BAC125C9DA3A}"/>
              </a:ext>
            </a:extLst>
          </p:cNvPr>
          <p:cNvCxnSpPr/>
          <p:nvPr/>
        </p:nvCxnSpPr>
        <p:spPr>
          <a:xfrm>
            <a:off x="1828800" y="4171950"/>
            <a:ext cx="5486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51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1" nodeType="clickEffect">
                                  <p:stCondLst>
                                    <p:cond delay="0"/>
                                  </p:stCondLst>
                                  <p:childTnLst>
                                    <p:animEffect transition="out" filter="wipe(down)">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nodeType="clickEffect">
                                  <p:stCondLst>
                                    <p:cond delay="0"/>
                                  </p:stCondLst>
                                  <p:childTnLst>
                                    <p:animEffect transition="out" filter="wipe(down)">
                                      <p:cBhvr>
                                        <p:cTn id="36" dur="500"/>
                                        <p:tgtEl>
                                          <p:spTgt spid="7"/>
                                        </p:tgtEl>
                                      </p:cBhvr>
                                    </p:animEffect>
                                    <p:set>
                                      <p:cBhvr>
                                        <p:cTn id="37" dur="1" fill="hold">
                                          <p:stCondLst>
                                            <p:cond delay="499"/>
                                          </p:stCondLst>
                                        </p:cTn>
                                        <p:tgtEl>
                                          <p:spTgt spid="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nodeType="clickEffect">
                                  <p:stCondLst>
                                    <p:cond delay="0"/>
                                  </p:stCondLst>
                                  <p:childTnLst>
                                    <p:animEffect transition="out" filter="wipe(down)">
                                      <p:cBhvr>
                                        <p:cTn id="46" dur="500"/>
                                        <p:tgtEl>
                                          <p:spTgt spid="8"/>
                                        </p:tgtEl>
                                      </p:cBhvr>
                                    </p:animEffect>
                                    <p:set>
                                      <p:cBhvr>
                                        <p:cTn id="4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F2BA3D-6A28-9D04-AF0D-567695907BDB}"/>
              </a:ext>
            </a:extLst>
          </p:cNvPr>
          <p:cNvPicPr>
            <a:picLocks noChangeAspect="1"/>
          </p:cNvPicPr>
          <p:nvPr/>
        </p:nvPicPr>
        <p:blipFill>
          <a:blip r:embed="rId2"/>
          <a:stretch>
            <a:fillRect/>
          </a:stretch>
        </p:blipFill>
        <p:spPr>
          <a:xfrm>
            <a:off x="851968" y="233036"/>
            <a:ext cx="7440063" cy="4677428"/>
          </a:xfrm>
          <a:prstGeom prst="rect">
            <a:avLst/>
          </a:prstGeom>
        </p:spPr>
      </p:pic>
      <p:cxnSp>
        <p:nvCxnSpPr>
          <p:cNvPr id="4" name="Straight Arrow Connector 3">
            <a:extLst>
              <a:ext uri="{FF2B5EF4-FFF2-40B4-BE49-F238E27FC236}">
                <a16:creationId xmlns:a16="http://schemas.microsoft.com/office/drawing/2014/main" id="{128C483A-7730-C311-3FC0-C58182A1A117}"/>
              </a:ext>
            </a:extLst>
          </p:cNvPr>
          <p:cNvCxnSpPr/>
          <p:nvPr/>
        </p:nvCxnSpPr>
        <p:spPr>
          <a:xfrm>
            <a:off x="6019800" y="1047750"/>
            <a:ext cx="0" cy="609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D15D06D-F605-416F-865C-90EA4C04B488}"/>
              </a:ext>
            </a:extLst>
          </p:cNvPr>
          <p:cNvCxnSpPr/>
          <p:nvPr/>
        </p:nvCxnSpPr>
        <p:spPr>
          <a:xfrm>
            <a:off x="3886200" y="1047750"/>
            <a:ext cx="0" cy="609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9CE9A26-7883-C82F-3174-ED6DD949860D}"/>
              </a:ext>
            </a:extLst>
          </p:cNvPr>
          <p:cNvCxnSpPr/>
          <p:nvPr/>
        </p:nvCxnSpPr>
        <p:spPr>
          <a:xfrm>
            <a:off x="6019800" y="3333750"/>
            <a:ext cx="0" cy="609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400C7B4-B051-C155-4D02-5FC4C331E5F8}"/>
              </a:ext>
            </a:extLst>
          </p:cNvPr>
          <p:cNvCxnSpPr/>
          <p:nvPr/>
        </p:nvCxnSpPr>
        <p:spPr>
          <a:xfrm>
            <a:off x="3810000" y="3333750"/>
            <a:ext cx="0" cy="609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557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par>
                                <p:cTn id="11" presetID="22" presetClass="entr" presetSubtype="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par>
                                <p:cTn id="14" presetID="22" presetClass="entr" presetSubtype="1"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B3B948-0689-DC49-D3E2-CD0C3CF5F1E7}"/>
              </a:ext>
            </a:extLst>
          </p:cNvPr>
          <p:cNvPicPr>
            <a:picLocks noChangeAspect="1"/>
          </p:cNvPicPr>
          <p:nvPr/>
        </p:nvPicPr>
        <p:blipFill>
          <a:blip r:embed="rId2"/>
          <a:stretch>
            <a:fillRect/>
          </a:stretch>
        </p:blipFill>
        <p:spPr>
          <a:xfrm>
            <a:off x="914400" y="138112"/>
            <a:ext cx="7730106" cy="4701351"/>
          </a:xfrm>
          <a:prstGeom prst="rect">
            <a:avLst/>
          </a:prstGeom>
        </p:spPr>
      </p:pic>
      <p:sp>
        <p:nvSpPr>
          <p:cNvPr id="4" name="Rectangle: Rounded Corners 3">
            <a:extLst>
              <a:ext uri="{FF2B5EF4-FFF2-40B4-BE49-F238E27FC236}">
                <a16:creationId xmlns:a16="http://schemas.microsoft.com/office/drawing/2014/main" id="{B5190B1B-D59C-0E19-51AB-EC0E0803DEF9}"/>
              </a:ext>
            </a:extLst>
          </p:cNvPr>
          <p:cNvSpPr/>
          <p:nvPr/>
        </p:nvSpPr>
        <p:spPr>
          <a:xfrm>
            <a:off x="4724400" y="1200150"/>
            <a:ext cx="838200" cy="35814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DD621315-F0A4-9C3B-A06A-D70E682755E1}"/>
              </a:ext>
            </a:extLst>
          </p:cNvPr>
          <p:cNvSpPr/>
          <p:nvPr/>
        </p:nvSpPr>
        <p:spPr>
          <a:xfrm>
            <a:off x="5562600" y="1352550"/>
            <a:ext cx="838200" cy="33528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17B26CE-D840-5FF5-7E09-671ED509741C}"/>
              </a:ext>
            </a:extLst>
          </p:cNvPr>
          <p:cNvSpPr/>
          <p:nvPr/>
        </p:nvSpPr>
        <p:spPr>
          <a:xfrm>
            <a:off x="4724400" y="3409950"/>
            <a:ext cx="838200" cy="12954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602DD4F-2C74-5A73-7DE8-01BE9DA1049A}"/>
              </a:ext>
            </a:extLst>
          </p:cNvPr>
          <p:cNvSpPr/>
          <p:nvPr/>
        </p:nvSpPr>
        <p:spPr>
          <a:xfrm>
            <a:off x="5562600" y="3409950"/>
            <a:ext cx="838200" cy="13716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B00E49D4-1800-50CD-3262-C3DC773484E1}"/>
              </a:ext>
            </a:extLst>
          </p:cNvPr>
          <p:cNvSpPr/>
          <p:nvPr/>
        </p:nvSpPr>
        <p:spPr>
          <a:xfrm>
            <a:off x="2057400" y="57150"/>
            <a:ext cx="5638800" cy="9144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6C28A3EC-2C57-2DB3-B710-992DEADA88BF}"/>
              </a:ext>
            </a:extLst>
          </p:cNvPr>
          <p:cNvCxnSpPr>
            <a:cxnSpLocks/>
          </p:cNvCxnSpPr>
          <p:nvPr/>
        </p:nvCxnSpPr>
        <p:spPr>
          <a:xfrm>
            <a:off x="1219200" y="3740942"/>
            <a:ext cx="2438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D79F124-E4DF-42A4-FF87-155F88987FEA}"/>
              </a:ext>
            </a:extLst>
          </p:cNvPr>
          <p:cNvCxnSpPr>
            <a:cxnSpLocks/>
          </p:cNvCxnSpPr>
          <p:nvPr/>
        </p:nvCxnSpPr>
        <p:spPr>
          <a:xfrm>
            <a:off x="1219200" y="3893342"/>
            <a:ext cx="762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8B632DA-31CA-1D75-0B74-C73F7A7FD1DA}"/>
              </a:ext>
            </a:extLst>
          </p:cNvPr>
          <p:cNvCxnSpPr>
            <a:cxnSpLocks/>
          </p:cNvCxnSpPr>
          <p:nvPr/>
        </p:nvCxnSpPr>
        <p:spPr>
          <a:xfrm>
            <a:off x="1219200" y="4095750"/>
            <a:ext cx="1905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4F937E-BE9E-3889-8D11-2C77D3A6D2E9}"/>
              </a:ext>
            </a:extLst>
          </p:cNvPr>
          <p:cNvCxnSpPr>
            <a:cxnSpLocks/>
          </p:cNvCxnSpPr>
          <p:nvPr/>
        </p:nvCxnSpPr>
        <p:spPr>
          <a:xfrm>
            <a:off x="4953000" y="3750470"/>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1944181-8642-2C48-DB69-64858465FDA4}"/>
              </a:ext>
            </a:extLst>
          </p:cNvPr>
          <p:cNvCxnSpPr>
            <a:cxnSpLocks/>
          </p:cNvCxnSpPr>
          <p:nvPr/>
        </p:nvCxnSpPr>
        <p:spPr>
          <a:xfrm>
            <a:off x="5784056" y="3743326"/>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30A12BE-29FD-D7C2-CA4B-D5658F13FD71}"/>
              </a:ext>
            </a:extLst>
          </p:cNvPr>
          <p:cNvCxnSpPr>
            <a:cxnSpLocks/>
          </p:cNvCxnSpPr>
          <p:nvPr/>
        </p:nvCxnSpPr>
        <p:spPr>
          <a:xfrm>
            <a:off x="5791200" y="3901654"/>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154DEC2-BD45-E963-53AF-00BC3BE76A91}"/>
              </a:ext>
            </a:extLst>
          </p:cNvPr>
          <p:cNvCxnSpPr>
            <a:cxnSpLocks/>
          </p:cNvCxnSpPr>
          <p:nvPr/>
        </p:nvCxnSpPr>
        <p:spPr>
          <a:xfrm>
            <a:off x="4953000" y="4095750"/>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871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1" nodeType="clickEffect">
                                  <p:stCondLst>
                                    <p:cond delay="0"/>
                                  </p:stCondLst>
                                  <p:childTnLst>
                                    <p:animEffect transition="out" filter="wipe(down)">
                                      <p:cBhvr>
                                        <p:cTn id="26" dur="500"/>
                                        <p:tgtEl>
                                          <p:spTgt spid="4"/>
                                        </p:tgtEl>
                                      </p:cBhvr>
                                    </p:animEffect>
                                    <p:set>
                                      <p:cBhvr>
                                        <p:cTn id="27" dur="1" fill="hold">
                                          <p:stCondLst>
                                            <p:cond delay="499"/>
                                          </p:stCondLst>
                                        </p:cTn>
                                        <p:tgtEl>
                                          <p:spTgt spid="4"/>
                                        </p:tgtEl>
                                        <p:attrNameLst>
                                          <p:attrName>style.visibility</p:attrName>
                                        </p:attrNameLst>
                                      </p:cBhvr>
                                      <p:to>
                                        <p:strVal val="hidden"/>
                                      </p:to>
                                    </p:se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xit" presetSubtype="4" fill="hold" grpId="1" nodeType="clickEffect">
                                  <p:stCondLst>
                                    <p:cond delay="0"/>
                                  </p:stCondLst>
                                  <p:childTnLst>
                                    <p:animEffect transition="out" filter="wipe(down)">
                                      <p:cBhvr>
                                        <p:cTn id="34" dur="500"/>
                                        <p:tgtEl>
                                          <p:spTgt spid="6"/>
                                        </p:tgtEl>
                                      </p:cBhvr>
                                    </p:animEffect>
                                    <p:set>
                                      <p:cBhvr>
                                        <p:cTn id="35" dur="1" fill="hold">
                                          <p:stCondLst>
                                            <p:cond delay="499"/>
                                          </p:stCondLst>
                                        </p:cTn>
                                        <p:tgtEl>
                                          <p:spTgt spid="6"/>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4" fill="hold" grpId="1" nodeType="clickEffect">
                                  <p:stCondLst>
                                    <p:cond delay="0"/>
                                  </p:stCondLst>
                                  <p:childTnLst>
                                    <p:animEffect transition="out" filter="wipe(down)">
                                      <p:cBhvr>
                                        <p:cTn id="44" dur="500"/>
                                        <p:tgtEl>
                                          <p:spTgt spid="5"/>
                                        </p:tgtEl>
                                      </p:cBhvr>
                                    </p:animEffect>
                                    <p:set>
                                      <p:cBhvr>
                                        <p:cTn id="45" dur="1" fill="hold">
                                          <p:stCondLst>
                                            <p:cond delay="499"/>
                                          </p:stCondLst>
                                        </p:cTn>
                                        <p:tgtEl>
                                          <p:spTgt spid="5"/>
                                        </p:tgtEl>
                                        <p:attrNameLst>
                                          <p:attrName>style.visibility</p:attrName>
                                        </p:attrNameLst>
                                      </p:cBhvr>
                                      <p:to>
                                        <p:strVal val="hidden"/>
                                      </p:to>
                                    </p:set>
                                  </p:childTnLst>
                                </p:cTn>
                              </p:par>
                              <p:par>
                                <p:cTn id="46" presetID="22" presetClass="entr" presetSubtype="1" fill="hold" grpId="0"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up)">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4" fill="hold" grpId="1" nodeType="clickEffect">
                                  <p:stCondLst>
                                    <p:cond delay="0"/>
                                  </p:stCondLst>
                                  <p:childTnLst>
                                    <p:animEffect transition="out" filter="wipe(down)">
                                      <p:cBhvr>
                                        <p:cTn id="52" dur="500"/>
                                        <p:tgtEl>
                                          <p:spTgt spid="7"/>
                                        </p:tgtEl>
                                      </p:cBhvr>
                                    </p:animEffect>
                                    <p:set>
                                      <p:cBhvr>
                                        <p:cTn id="53" dur="1" fill="hold">
                                          <p:stCondLst>
                                            <p:cond delay="499"/>
                                          </p:stCondLst>
                                        </p:cTn>
                                        <p:tgtEl>
                                          <p:spTgt spid="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left)">
                                      <p:cBhvr>
                                        <p:cTn id="58" dur="500"/>
                                        <p:tgtEl>
                                          <p:spTgt spid="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wipe(left)">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xit" presetSubtype="4" fill="hold" nodeType="clickEffect">
                                  <p:stCondLst>
                                    <p:cond delay="0"/>
                                  </p:stCondLst>
                                  <p:childTnLst>
                                    <p:animEffect transition="out" filter="wipe(down)">
                                      <p:cBhvr>
                                        <p:cTn id="72" dur="500"/>
                                        <p:tgtEl>
                                          <p:spTgt spid="16"/>
                                        </p:tgtEl>
                                      </p:cBhvr>
                                    </p:animEffect>
                                    <p:set>
                                      <p:cBhvr>
                                        <p:cTn id="73" dur="1" fill="hold">
                                          <p:stCondLst>
                                            <p:cond delay="499"/>
                                          </p:stCondLst>
                                        </p:cTn>
                                        <p:tgtEl>
                                          <p:spTgt spid="16"/>
                                        </p:tgtEl>
                                        <p:attrNameLst>
                                          <p:attrName>style.visibility</p:attrName>
                                        </p:attrNameLst>
                                      </p:cBhvr>
                                      <p:to>
                                        <p:strVal val="hidden"/>
                                      </p:to>
                                    </p:set>
                                  </p:childTnLst>
                                </p:cTn>
                              </p:par>
                              <p:par>
                                <p:cTn id="74" presetID="22" presetClass="exit" presetSubtype="4" fill="hold" nodeType="withEffect">
                                  <p:stCondLst>
                                    <p:cond delay="0"/>
                                  </p:stCondLst>
                                  <p:childTnLst>
                                    <p:animEffect transition="out" filter="wipe(down)">
                                      <p:cBhvr>
                                        <p:cTn id="75" dur="500"/>
                                        <p:tgtEl>
                                          <p:spTgt spid="20"/>
                                        </p:tgtEl>
                                      </p:cBhvr>
                                    </p:animEffect>
                                    <p:set>
                                      <p:cBhvr>
                                        <p:cTn id="76" dur="1" fill="hold">
                                          <p:stCondLst>
                                            <p:cond delay="499"/>
                                          </p:stCondLst>
                                        </p:cTn>
                                        <p:tgtEl>
                                          <p:spTgt spid="20"/>
                                        </p:tgtEl>
                                        <p:attrNameLst>
                                          <p:attrName>style.visibility</p:attrName>
                                        </p:attrNameLst>
                                      </p:cBhvr>
                                      <p:to>
                                        <p:strVal val="hidden"/>
                                      </p:to>
                                    </p:set>
                                  </p:childTnLst>
                                </p:cTn>
                              </p:par>
                              <p:par>
                                <p:cTn id="77" presetID="22" presetClass="exit" presetSubtype="4" fill="hold" nodeType="withEffect">
                                  <p:stCondLst>
                                    <p:cond delay="0"/>
                                  </p:stCondLst>
                                  <p:childTnLst>
                                    <p:animEffect transition="out" filter="wipe(down)">
                                      <p:cBhvr>
                                        <p:cTn id="78" dur="500"/>
                                        <p:tgtEl>
                                          <p:spTgt spid="2"/>
                                        </p:tgtEl>
                                      </p:cBhvr>
                                    </p:animEffect>
                                    <p:set>
                                      <p:cBhvr>
                                        <p:cTn id="79" dur="1" fill="hold">
                                          <p:stCondLst>
                                            <p:cond delay="499"/>
                                          </p:stCondLst>
                                        </p:cTn>
                                        <p:tgtEl>
                                          <p:spTgt spid="2"/>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wipe(left)">
                                      <p:cBhvr>
                                        <p:cTn id="89"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xit" presetSubtype="4" fill="hold" nodeType="clickEffect">
                                  <p:stCondLst>
                                    <p:cond delay="0"/>
                                  </p:stCondLst>
                                  <p:childTnLst>
                                    <p:animEffect transition="out" filter="wipe(down)">
                                      <p:cBhvr>
                                        <p:cTn id="93" dur="500"/>
                                        <p:tgtEl>
                                          <p:spTgt spid="11"/>
                                        </p:tgtEl>
                                      </p:cBhvr>
                                    </p:animEffect>
                                    <p:set>
                                      <p:cBhvr>
                                        <p:cTn id="94" dur="1" fill="hold">
                                          <p:stCondLst>
                                            <p:cond delay="499"/>
                                          </p:stCondLst>
                                        </p:cTn>
                                        <p:tgtEl>
                                          <p:spTgt spid="11"/>
                                        </p:tgtEl>
                                        <p:attrNameLst>
                                          <p:attrName>style.visibility</p:attrName>
                                        </p:attrNameLst>
                                      </p:cBhvr>
                                      <p:to>
                                        <p:strVal val="hidden"/>
                                      </p:to>
                                    </p:set>
                                  </p:childTnLst>
                                </p:cTn>
                              </p:par>
                              <p:par>
                                <p:cTn id="95" presetID="22" presetClass="exit" presetSubtype="4" fill="hold" nodeType="withEffect">
                                  <p:stCondLst>
                                    <p:cond delay="0"/>
                                  </p:stCondLst>
                                  <p:childTnLst>
                                    <p:animEffect transition="out" filter="wipe(down)">
                                      <p:cBhvr>
                                        <p:cTn id="96" dur="500"/>
                                        <p:tgtEl>
                                          <p:spTgt spid="23"/>
                                        </p:tgtEl>
                                      </p:cBhvr>
                                    </p:animEffect>
                                    <p:set>
                                      <p:cBhvr>
                                        <p:cTn id="97" dur="1" fill="hold">
                                          <p:stCondLst>
                                            <p:cond delay="499"/>
                                          </p:stCondLst>
                                        </p:cTn>
                                        <p:tgtEl>
                                          <p:spTgt spid="23"/>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12"/>
                                        </p:tgtEl>
                                        <p:attrNameLst>
                                          <p:attrName>style.visibility</p:attrName>
                                        </p:attrNameLst>
                                      </p:cBhvr>
                                      <p:to>
                                        <p:strVal val="visible"/>
                                      </p:to>
                                    </p:set>
                                    <p:animEffect transition="in" filter="wipe(left)">
                                      <p:cBhvr>
                                        <p:cTn id="102" dur="500"/>
                                        <p:tgtEl>
                                          <p:spTgt spid="1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xit" presetSubtype="4" fill="hold" nodeType="clickEffect">
                                  <p:stCondLst>
                                    <p:cond delay="0"/>
                                  </p:stCondLst>
                                  <p:childTnLst>
                                    <p:animEffect transition="out" filter="wipe(down)">
                                      <p:cBhvr>
                                        <p:cTn id="106" dur="500"/>
                                        <p:tgtEl>
                                          <p:spTgt spid="12"/>
                                        </p:tgtEl>
                                      </p:cBhvr>
                                    </p:animEffect>
                                    <p:set>
                                      <p:cBhvr>
                                        <p:cTn id="107" dur="1" fill="hold">
                                          <p:stCondLst>
                                            <p:cond delay="499"/>
                                          </p:stCondLst>
                                        </p:cTn>
                                        <p:tgtEl>
                                          <p:spTgt spid="12"/>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wipe(left)">
                                      <p:cBhvr>
                                        <p:cTn id="112" dur="500"/>
                                        <p:tgtEl>
                                          <p:spTgt spid="2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xit" presetSubtype="4" fill="hold" nodeType="clickEffect">
                                  <p:stCondLst>
                                    <p:cond delay="0"/>
                                  </p:stCondLst>
                                  <p:childTnLst>
                                    <p:animEffect transition="out" filter="wipe(down)">
                                      <p:cBhvr>
                                        <p:cTn id="116" dur="500"/>
                                        <p:tgtEl>
                                          <p:spTgt spid="24"/>
                                        </p:tgtEl>
                                      </p:cBhvr>
                                    </p:animEffect>
                                    <p:set>
                                      <p:cBhvr>
                                        <p:cTn id="117"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A28D89-172D-E9EA-D9B3-0E74E2BBF319}"/>
              </a:ext>
            </a:extLst>
          </p:cNvPr>
          <p:cNvPicPr>
            <a:picLocks noChangeAspect="1"/>
          </p:cNvPicPr>
          <p:nvPr/>
        </p:nvPicPr>
        <p:blipFill>
          <a:blip r:embed="rId2"/>
          <a:stretch>
            <a:fillRect/>
          </a:stretch>
        </p:blipFill>
        <p:spPr>
          <a:xfrm>
            <a:off x="856731" y="233036"/>
            <a:ext cx="7430537" cy="4677428"/>
          </a:xfrm>
          <a:prstGeom prst="rect">
            <a:avLst/>
          </a:prstGeom>
        </p:spPr>
      </p:pic>
    </p:spTree>
    <p:extLst>
      <p:ext uri="{BB962C8B-B14F-4D97-AF65-F5344CB8AC3E}">
        <p14:creationId xmlns:p14="http://schemas.microsoft.com/office/powerpoint/2010/main" val="191526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C908EE-07E4-2CC4-6E58-6B58D5AEEF66}"/>
              </a:ext>
            </a:extLst>
          </p:cNvPr>
          <p:cNvPicPr>
            <a:picLocks noChangeAspect="1"/>
          </p:cNvPicPr>
          <p:nvPr/>
        </p:nvPicPr>
        <p:blipFill>
          <a:blip r:embed="rId2"/>
          <a:stretch>
            <a:fillRect/>
          </a:stretch>
        </p:blipFill>
        <p:spPr>
          <a:xfrm>
            <a:off x="804336" y="1266643"/>
            <a:ext cx="7535327" cy="2610214"/>
          </a:xfrm>
          <a:prstGeom prst="rect">
            <a:avLst/>
          </a:prstGeom>
        </p:spPr>
      </p:pic>
      <p:sp>
        <p:nvSpPr>
          <p:cNvPr id="4" name="Rectangle: Rounded Corners 3">
            <a:extLst>
              <a:ext uri="{FF2B5EF4-FFF2-40B4-BE49-F238E27FC236}">
                <a16:creationId xmlns:a16="http://schemas.microsoft.com/office/drawing/2014/main" id="{16549A55-A26D-85EC-9ED3-58B7AC61975B}"/>
              </a:ext>
            </a:extLst>
          </p:cNvPr>
          <p:cNvSpPr/>
          <p:nvPr/>
        </p:nvSpPr>
        <p:spPr>
          <a:xfrm>
            <a:off x="2286000" y="2038350"/>
            <a:ext cx="2286000" cy="762000"/>
          </a:xfrm>
          <a:prstGeom prst="roundRect">
            <a:avLst/>
          </a:prstGeom>
          <a:solidFill>
            <a:schemeClr val="tx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No entries here, so</a:t>
            </a:r>
          </a:p>
          <a:p>
            <a:pPr algn="ctr"/>
            <a:r>
              <a:rPr lang="en-US" dirty="0">
                <a:solidFill>
                  <a:srgbClr val="002060"/>
                </a:solidFill>
              </a:rPr>
              <a:t>no dividends were declared</a:t>
            </a:r>
          </a:p>
        </p:txBody>
      </p:sp>
      <p:sp>
        <p:nvSpPr>
          <p:cNvPr id="5" name="Title 4">
            <a:extLst>
              <a:ext uri="{FF2B5EF4-FFF2-40B4-BE49-F238E27FC236}">
                <a16:creationId xmlns:a16="http://schemas.microsoft.com/office/drawing/2014/main" id="{A46166F9-B5C5-85F2-6F41-A50F3889A404}"/>
              </a:ext>
            </a:extLst>
          </p:cNvPr>
          <p:cNvSpPr>
            <a:spLocks noGrp="1"/>
          </p:cNvSpPr>
          <p:nvPr>
            <p:ph type="title"/>
          </p:nvPr>
        </p:nvSpPr>
        <p:spPr/>
        <p:txBody>
          <a:bodyPr/>
          <a:lstStyle/>
          <a:p>
            <a:r>
              <a:rPr lang="en-US" dirty="0"/>
              <a:t>Any Dividends Declared?</a:t>
            </a:r>
          </a:p>
        </p:txBody>
      </p:sp>
    </p:spTree>
    <p:extLst>
      <p:ext uri="{BB962C8B-B14F-4D97-AF65-F5344CB8AC3E}">
        <p14:creationId xmlns:p14="http://schemas.microsoft.com/office/powerpoint/2010/main" val="292126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41B9-B73B-121C-4A15-740BDB40545D}"/>
              </a:ext>
            </a:extLst>
          </p:cNvPr>
          <p:cNvSpPr>
            <a:spLocks noGrp="1"/>
          </p:cNvSpPr>
          <p:nvPr>
            <p:ph type="title"/>
          </p:nvPr>
        </p:nvSpPr>
        <p:spPr/>
        <p:txBody>
          <a:bodyPr/>
          <a:lstStyle/>
          <a:p>
            <a:r>
              <a:rPr lang="en-US" dirty="0"/>
              <a:t>Any Dividends Paid?</a:t>
            </a:r>
          </a:p>
        </p:txBody>
      </p:sp>
      <p:pic>
        <p:nvPicPr>
          <p:cNvPr id="6" name="Picture 5">
            <a:extLst>
              <a:ext uri="{FF2B5EF4-FFF2-40B4-BE49-F238E27FC236}">
                <a16:creationId xmlns:a16="http://schemas.microsoft.com/office/drawing/2014/main" id="{CE54E549-1F31-89C5-E640-7F3B72AA7D91}"/>
              </a:ext>
            </a:extLst>
          </p:cNvPr>
          <p:cNvPicPr>
            <a:picLocks noChangeAspect="1"/>
          </p:cNvPicPr>
          <p:nvPr/>
        </p:nvPicPr>
        <p:blipFill>
          <a:blip r:embed="rId2"/>
          <a:stretch>
            <a:fillRect/>
          </a:stretch>
        </p:blipFill>
        <p:spPr>
          <a:xfrm>
            <a:off x="685800" y="990347"/>
            <a:ext cx="7954485" cy="1810003"/>
          </a:xfrm>
          <a:prstGeom prst="rect">
            <a:avLst/>
          </a:prstGeom>
        </p:spPr>
      </p:pic>
      <p:pic>
        <p:nvPicPr>
          <p:cNvPr id="8" name="Picture 7">
            <a:extLst>
              <a:ext uri="{FF2B5EF4-FFF2-40B4-BE49-F238E27FC236}">
                <a16:creationId xmlns:a16="http://schemas.microsoft.com/office/drawing/2014/main" id="{7AD29FFD-F133-343C-AD90-F1708A6FEA3B}"/>
              </a:ext>
            </a:extLst>
          </p:cNvPr>
          <p:cNvPicPr>
            <a:picLocks noChangeAspect="1"/>
          </p:cNvPicPr>
          <p:nvPr/>
        </p:nvPicPr>
        <p:blipFill>
          <a:blip r:embed="rId3"/>
          <a:stretch>
            <a:fillRect/>
          </a:stretch>
        </p:blipFill>
        <p:spPr>
          <a:xfrm>
            <a:off x="609600" y="3028950"/>
            <a:ext cx="8011643" cy="1638529"/>
          </a:xfrm>
          <a:prstGeom prst="rect">
            <a:avLst/>
          </a:prstGeom>
        </p:spPr>
      </p:pic>
      <p:cxnSp>
        <p:nvCxnSpPr>
          <p:cNvPr id="10" name="Straight Connector 9">
            <a:extLst>
              <a:ext uri="{FF2B5EF4-FFF2-40B4-BE49-F238E27FC236}">
                <a16:creationId xmlns:a16="http://schemas.microsoft.com/office/drawing/2014/main" id="{ECD426AE-4911-0010-4201-F2D7843785C8}"/>
              </a:ext>
            </a:extLst>
          </p:cNvPr>
          <p:cNvCxnSpPr>
            <a:cxnSpLocks/>
          </p:cNvCxnSpPr>
          <p:nvPr/>
        </p:nvCxnSpPr>
        <p:spPr>
          <a:xfrm>
            <a:off x="304800" y="2952750"/>
            <a:ext cx="8686800" cy="0"/>
          </a:xfrm>
          <a:prstGeom prst="line">
            <a:avLst/>
          </a:prstGeom>
          <a:ln w="5715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A9E65D0B-081D-2C60-32E0-BA2FA6604522}"/>
              </a:ext>
            </a:extLst>
          </p:cNvPr>
          <p:cNvSpPr/>
          <p:nvPr/>
        </p:nvSpPr>
        <p:spPr>
          <a:xfrm>
            <a:off x="609600" y="3028950"/>
            <a:ext cx="5029200" cy="1447800"/>
          </a:xfrm>
          <a:prstGeom prst="roundRect">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060"/>
                </a:solidFill>
              </a:rPr>
              <a:t>No entries here, so</a:t>
            </a:r>
          </a:p>
          <a:p>
            <a:pPr algn="ctr"/>
            <a:r>
              <a:rPr lang="en-US" sz="3200" b="1" dirty="0">
                <a:solidFill>
                  <a:srgbClr val="002060"/>
                </a:solidFill>
              </a:rPr>
              <a:t>no dividends were paid</a:t>
            </a:r>
          </a:p>
        </p:txBody>
      </p:sp>
      <p:sp>
        <p:nvSpPr>
          <p:cNvPr id="14" name="Rectangle: Rounded Corners 13">
            <a:extLst>
              <a:ext uri="{FF2B5EF4-FFF2-40B4-BE49-F238E27FC236}">
                <a16:creationId xmlns:a16="http://schemas.microsoft.com/office/drawing/2014/main" id="{2E0CD4D8-8AF3-CC1B-2654-C03D7DE0D662}"/>
              </a:ext>
            </a:extLst>
          </p:cNvPr>
          <p:cNvSpPr/>
          <p:nvPr/>
        </p:nvSpPr>
        <p:spPr>
          <a:xfrm>
            <a:off x="2362200" y="1047750"/>
            <a:ext cx="4495800" cy="10668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rgbClr val="002060"/>
              </a:solidFill>
            </a:endParaRPr>
          </a:p>
        </p:txBody>
      </p:sp>
    </p:spTree>
    <p:extLst>
      <p:ext uri="{BB962C8B-B14F-4D97-AF65-F5344CB8AC3E}">
        <p14:creationId xmlns:p14="http://schemas.microsoft.com/office/powerpoint/2010/main" val="406534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heel(1)">
                                      <p:cBhvr>
                                        <p:cTn id="11" dur="20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grpId="1" nodeType="clickEffect">
                                  <p:stCondLst>
                                    <p:cond delay="0"/>
                                  </p:stCondLst>
                                  <p:childTnLst>
                                    <p:animEffect transition="out" filter="wipe(down)">
                                      <p:cBhvr>
                                        <p:cTn id="15" dur="500"/>
                                        <p:tgtEl>
                                          <p:spTgt spid="14"/>
                                        </p:tgtEl>
                                      </p:cBhvr>
                                    </p:animEffect>
                                    <p:set>
                                      <p:cBhvr>
                                        <p:cTn id="16" dur="1" fill="hold">
                                          <p:stCondLst>
                                            <p:cond delay="499"/>
                                          </p:stCondLst>
                                        </p:cTn>
                                        <p:tgtEl>
                                          <p:spTgt spid="1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4"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6CF9095-0FE9-DB93-9771-00FCF3AF2726}"/>
              </a:ext>
            </a:extLst>
          </p:cNvPr>
          <p:cNvSpPr>
            <a:spLocks noGrp="1"/>
          </p:cNvSpPr>
          <p:nvPr>
            <p:ph type="title"/>
          </p:nvPr>
        </p:nvSpPr>
        <p:spPr>
          <a:xfrm>
            <a:off x="762000" y="209550"/>
            <a:ext cx="7620000" cy="765571"/>
          </a:xfrm>
        </p:spPr>
        <p:txBody>
          <a:bodyPr>
            <a:normAutofit fontScale="90000"/>
          </a:bodyPr>
          <a:lstStyle/>
          <a:p>
            <a:r>
              <a:rPr lang="en-US" dirty="0"/>
              <a:t>Entry to Reclassify AOCI into RE #1</a:t>
            </a:r>
          </a:p>
        </p:txBody>
      </p:sp>
      <p:pic>
        <p:nvPicPr>
          <p:cNvPr id="3" name="Picture 2">
            <a:extLst>
              <a:ext uri="{FF2B5EF4-FFF2-40B4-BE49-F238E27FC236}">
                <a16:creationId xmlns:a16="http://schemas.microsoft.com/office/drawing/2014/main" id="{DDB3B948-0689-DC49-D3E2-CD0C3CF5F1E7}"/>
              </a:ext>
            </a:extLst>
          </p:cNvPr>
          <p:cNvPicPr>
            <a:picLocks noChangeAspect="1"/>
          </p:cNvPicPr>
          <p:nvPr/>
        </p:nvPicPr>
        <p:blipFill>
          <a:blip r:embed="rId2"/>
          <a:stretch>
            <a:fillRect/>
          </a:stretch>
        </p:blipFill>
        <p:spPr>
          <a:xfrm>
            <a:off x="914400" y="138112"/>
            <a:ext cx="7730106" cy="4701351"/>
          </a:xfrm>
          <a:prstGeom prst="rect">
            <a:avLst/>
          </a:prstGeom>
        </p:spPr>
      </p:pic>
      <p:sp>
        <p:nvSpPr>
          <p:cNvPr id="8" name="Rectangle: Rounded Corners 7">
            <a:extLst>
              <a:ext uri="{FF2B5EF4-FFF2-40B4-BE49-F238E27FC236}">
                <a16:creationId xmlns:a16="http://schemas.microsoft.com/office/drawing/2014/main" id="{B00E49D4-1800-50CD-3262-C3DC773484E1}"/>
              </a:ext>
            </a:extLst>
          </p:cNvPr>
          <p:cNvSpPr/>
          <p:nvPr/>
        </p:nvSpPr>
        <p:spPr>
          <a:xfrm>
            <a:off x="2057400" y="57150"/>
            <a:ext cx="5638800" cy="9144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6C28A3EC-2C57-2DB3-B710-992DEADA88BF}"/>
              </a:ext>
            </a:extLst>
          </p:cNvPr>
          <p:cNvCxnSpPr>
            <a:cxnSpLocks/>
          </p:cNvCxnSpPr>
          <p:nvPr/>
        </p:nvCxnSpPr>
        <p:spPr>
          <a:xfrm>
            <a:off x="1219200" y="3740942"/>
            <a:ext cx="2438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4F937E-BE9E-3889-8D11-2C77D3A6D2E9}"/>
              </a:ext>
            </a:extLst>
          </p:cNvPr>
          <p:cNvCxnSpPr>
            <a:cxnSpLocks/>
          </p:cNvCxnSpPr>
          <p:nvPr/>
        </p:nvCxnSpPr>
        <p:spPr>
          <a:xfrm>
            <a:off x="4953000" y="3750470"/>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1944181-8642-2C48-DB69-64858465FDA4}"/>
              </a:ext>
            </a:extLst>
          </p:cNvPr>
          <p:cNvCxnSpPr>
            <a:cxnSpLocks/>
          </p:cNvCxnSpPr>
          <p:nvPr/>
        </p:nvCxnSpPr>
        <p:spPr>
          <a:xfrm>
            <a:off x="5784056" y="3743326"/>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4055086-042D-9F44-1B7F-C84FDF386F00}"/>
              </a:ext>
            </a:extLst>
          </p:cNvPr>
          <p:cNvCxnSpPr>
            <a:cxnSpLocks/>
          </p:cNvCxnSpPr>
          <p:nvPr/>
        </p:nvCxnSpPr>
        <p:spPr>
          <a:xfrm>
            <a:off x="8001000" y="3757394"/>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726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1B8083-099B-CE71-0896-A7F4AD7B1AC6}"/>
              </a:ext>
            </a:extLst>
          </p:cNvPr>
          <p:cNvPicPr>
            <a:picLocks noChangeAspect="1"/>
          </p:cNvPicPr>
          <p:nvPr/>
        </p:nvPicPr>
        <p:blipFill>
          <a:blip r:embed="rId2"/>
          <a:stretch>
            <a:fillRect/>
          </a:stretch>
        </p:blipFill>
        <p:spPr>
          <a:xfrm>
            <a:off x="152400" y="1352550"/>
            <a:ext cx="8991600" cy="1615095"/>
          </a:xfrm>
          <a:prstGeom prst="rect">
            <a:avLst/>
          </a:prstGeom>
        </p:spPr>
      </p:pic>
    </p:spTree>
    <p:extLst>
      <p:ext uri="{BB962C8B-B14F-4D97-AF65-F5344CB8AC3E}">
        <p14:creationId xmlns:p14="http://schemas.microsoft.com/office/powerpoint/2010/main" val="2737662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7F99-2688-A109-1C69-FAD05AAE243F}"/>
              </a:ext>
            </a:extLst>
          </p:cNvPr>
          <p:cNvSpPr>
            <a:spLocks noGrp="1"/>
          </p:cNvSpPr>
          <p:nvPr>
            <p:ph type="title" idx="4294967295"/>
          </p:nvPr>
        </p:nvSpPr>
        <p:spPr>
          <a:xfrm>
            <a:off x="228600" y="209550"/>
            <a:ext cx="8229600" cy="857250"/>
          </a:xfrm>
        </p:spPr>
        <p:txBody>
          <a:bodyPr/>
          <a:lstStyle/>
          <a:p>
            <a:r>
              <a:rPr lang="en-US" dirty="0"/>
              <a:t>Reclassify AOCI to RE #2</a:t>
            </a:r>
          </a:p>
        </p:txBody>
      </p:sp>
      <p:pic>
        <p:nvPicPr>
          <p:cNvPr id="4" name="Picture 3">
            <a:extLst>
              <a:ext uri="{FF2B5EF4-FFF2-40B4-BE49-F238E27FC236}">
                <a16:creationId xmlns:a16="http://schemas.microsoft.com/office/drawing/2014/main" id="{EE4B87C3-9F06-3290-395C-A37267CFB134}"/>
              </a:ext>
            </a:extLst>
          </p:cNvPr>
          <p:cNvPicPr>
            <a:picLocks noChangeAspect="1"/>
          </p:cNvPicPr>
          <p:nvPr/>
        </p:nvPicPr>
        <p:blipFill>
          <a:blip r:embed="rId2"/>
          <a:stretch>
            <a:fillRect/>
          </a:stretch>
        </p:blipFill>
        <p:spPr>
          <a:xfrm>
            <a:off x="594757" y="113957"/>
            <a:ext cx="7954485" cy="4915586"/>
          </a:xfrm>
          <a:prstGeom prst="rect">
            <a:avLst/>
          </a:prstGeom>
        </p:spPr>
      </p:pic>
      <p:cxnSp>
        <p:nvCxnSpPr>
          <p:cNvPr id="5" name="Straight Connector 4">
            <a:extLst>
              <a:ext uri="{FF2B5EF4-FFF2-40B4-BE49-F238E27FC236}">
                <a16:creationId xmlns:a16="http://schemas.microsoft.com/office/drawing/2014/main" id="{2DC01CB6-2563-50A3-C875-75B9420DAEEC}"/>
              </a:ext>
            </a:extLst>
          </p:cNvPr>
          <p:cNvCxnSpPr>
            <a:cxnSpLocks/>
          </p:cNvCxnSpPr>
          <p:nvPr/>
        </p:nvCxnSpPr>
        <p:spPr>
          <a:xfrm>
            <a:off x="685800" y="4019550"/>
            <a:ext cx="3352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F1E852B5-30DE-92B3-7ABF-E957DD36EE0D}"/>
              </a:ext>
            </a:extLst>
          </p:cNvPr>
          <p:cNvSpPr/>
          <p:nvPr/>
        </p:nvSpPr>
        <p:spPr>
          <a:xfrm>
            <a:off x="7848600" y="3714750"/>
            <a:ext cx="685800" cy="381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9BCEDF54-EA8D-D307-E4FF-9518F33DBCE0}"/>
              </a:ext>
            </a:extLst>
          </p:cNvPr>
          <p:cNvSpPr/>
          <p:nvPr/>
        </p:nvSpPr>
        <p:spPr>
          <a:xfrm>
            <a:off x="4555222" y="1200150"/>
            <a:ext cx="914400" cy="38862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085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grpId="1" nodeType="clickEffect">
                                  <p:stCondLst>
                                    <p:cond delay="0"/>
                                  </p:stCondLst>
                                  <p:childTnLst>
                                    <p:animEffect transition="out" filter="wipe(down)">
                                      <p:cBhvr>
                                        <p:cTn id="28" dur="500"/>
                                        <p:tgtEl>
                                          <p:spTgt spid="8"/>
                                        </p:tgtEl>
                                      </p:cBhvr>
                                    </p:animEffect>
                                    <p:set>
                                      <p:cBhvr>
                                        <p:cTn id="29" dur="1" fill="hold">
                                          <p:stCondLst>
                                            <p:cond delay="499"/>
                                          </p:stCondLst>
                                        </p:cTn>
                                        <p:tgtEl>
                                          <p:spTgt spid="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grpId="0" nodeType="clickEffect">
                                  <p:stCondLst>
                                    <p:cond delay="0"/>
                                  </p:stCondLst>
                                  <p:childTnLst>
                                    <p:animMotion origin="layout" path="M -3.33333E-6 7.40741E-7 L -0.34583 0.00741 " pathEditMode="relative" rAng="0" ptsTypes="AA">
                                      <p:cBhvr>
                                        <p:cTn id="33" dur="2000" fill="hold"/>
                                        <p:tgtEl>
                                          <p:spTgt spid="7"/>
                                        </p:tgtEl>
                                        <p:attrNameLst>
                                          <p:attrName>ppt_x</p:attrName>
                                          <p:attrName>ppt_y</p:attrName>
                                        </p:attrNameLst>
                                      </p:cBhvr>
                                      <p:rCtr x="-17292" y="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A39F8F-3C92-D27E-D63D-F65071375824}"/>
              </a:ext>
            </a:extLst>
          </p:cNvPr>
          <p:cNvPicPr>
            <a:picLocks noChangeAspect="1"/>
          </p:cNvPicPr>
          <p:nvPr/>
        </p:nvPicPr>
        <p:blipFill>
          <a:blip r:embed="rId2"/>
          <a:stretch>
            <a:fillRect/>
          </a:stretch>
        </p:blipFill>
        <p:spPr>
          <a:xfrm>
            <a:off x="152400" y="1733550"/>
            <a:ext cx="8940654" cy="1229680"/>
          </a:xfrm>
          <a:prstGeom prst="rect">
            <a:avLst/>
          </a:prstGeom>
        </p:spPr>
      </p:pic>
    </p:spTree>
    <p:extLst>
      <p:ext uri="{BB962C8B-B14F-4D97-AF65-F5344CB8AC3E}">
        <p14:creationId xmlns:p14="http://schemas.microsoft.com/office/powerpoint/2010/main" val="450416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11462-6342-4BE4-EAFA-B3AB4795AE6A}"/>
              </a:ext>
            </a:extLst>
          </p:cNvPr>
          <p:cNvSpPr>
            <a:spLocks noGrp="1"/>
          </p:cNvSpPr>
          <p:nvPr>
            <p:ph type="title"/>
          </p:nvPr>
        </p:nvSpPr>
        <p:spPr/>
        <p:txBody>
          <a:bodyPr>
            <a:normAutofit fontScale="90000"/>
          </a:bodyPr>
          <a:lstStyle/>
          <a:p>
            <a:r>
              <a:rPr lang="en-US" sz="3600" b="0" dirty="0">
                <a:ea typeface="Calibri"/>
                <a:cs typeface="Calibri"/>
              </a:rPr>
              <a:t>Cash Sales of Investments in Equity Securities</a:t>
            </a:r>
            <a:endParaRPr lang="en-US" dirty="0"/>
          </a:p>
        </p:txBody>
      </p:sp>
      <p:sp>
        <p:nvSpPr>
          <p:cNvPr id="3" name="Text Placeholder 2">
            <a:extLst>
              <a:ext uri="{FF2B5EF4-FFF2-40B4-BE49-F238E27FC236}">
                <a16:creationId xmlns:a16="http://schemas.microsoft.com/office/drawing/2014/main" id="{21EE7237-6528-18DC-1ED7-888DD1A8CA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66630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2775C2-E453-EAB8-9413-7C163DD1724F}"/>
              </a:ext>
            </a:extLst>
          </p:cNvPr>
          <p:cNvSpPr/>
          <p:nvPr/>
        </p:nvSpPr>
        <p:spPr>
          <a:xfrm>
            <a:off x="955221" y="4237263"/>
            <a:ext cx="417786" cy="8316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C76EDCD-F56F-0A59-5F07-8316552DABAA}"/>
              </a:ext>
            </a:extLst>
          </p:cNvPr>
          <p:cNvPicPr>
            <a:picLocks noChangeAspect="1"/>
          </p:cNvPicPr>
          <p:nvPr/>
        </p:nvPicPr>
        <p:blipFill>
          <a:blip r:embed="rId2"/>
          <a:stretch>
            <a:fillRect/>
          </a:stretch>
        </p:blipFill>
        <p:spPr>
          <a:xfrm>
            <a:off x="1127692" y="0"/>
            <a:ext cx="6888616" cy="5143500"/>
          </a:xfrm>
          <a:prstGeom prst="rect">
            <a:avLst/>
          </a:prstGeom>
        </p:spPr>
      </p:pic>
      <p:cxnSp>
        <p:nvCxnSpPr>
          <p:cNvPr id="5" name="Straight Connector 4">
            <a:extLst>
              <a:ext uri="{FF2B5EF4-FFF2-40B4-BE49-F238E27FC236}">
                <a16:creationId xmlns:a16="http://schemas.microsoft.com/office/drawing/2014/main" id="{9B5114F6-DDA8-8554-7C6D-7E55777D37AA}"/>
              </a:ext>
            </a:extLst>
          </p:cNvPr>
          <p:cNvCxnSpPr>
            <a:cxnSpLocks/>
          </p:cNvCxnSpPr>
          <p:nvPr/>
        </p:nvCxnSpPr>
        <p:spPr>
          <a:xfrm>
            <a:off x="1600200" y="4171950"/>
            <a:ext cx="5257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133D1FC-CB3E-B07C-2C74-D23DAB4C34BD}"/>
              </a:ext>
            </a:extLst>
          </p:cNvPr>
          <p:cNvCxnSpPr>
            <a:cxnSpLocks/>
          </p:cNvCxnSpPr>
          <p:nvPr/>
        </p:nvCxnSpPr>
        <p:spPr>
          <a:xfrm>
            <a:off x="1888222" y="1911816"/>
            <a:ext cx="481737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392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4172C-C7D9-0938-2B46-8A639278C7D6}"/>
              </a:ext>
            </a:extLst>
          </p:cNvPr>
          <p:cNvPicPr>
            <a:picLocks noChangeAspect="1"/>
          </p:cNvPicPr>
          <p:nvPr/>
        </p:nvPicPr>
        <p:blipFill>
          <a:blip r:embed="rId2"/>
          <a:stretch>
            <a:fillRect/>
          </a:stretch>
        </p:blipFill>
        <p:spPr>
          <a:xfrm>
            <a:off x="528073" y="1076116"/>
            <a:ext cx="8087854" cy="2991267"/>
          </a:xfrm>
          <a:prstGeom prst="rect">
            <a:avLst/>
          </a:prstGeom>
        </p:spPr>
      </p:pic>
      <p:cxnSp>
        <p:nvCxnSpPr>
          <p:cNvPr id="4" name="Straight Connector 3">
            <a:extLst>
              <a:ext uri="{FF2B5EF4-FFF2-40B4-BE49-F238E27FC236}">
                <a16:creationId xmlns:a16="http://schemas.microsoft.com/office/drawing/2014/main" id="{6F0813C1-E506-30F8-BF7E-0DDF34D55863}"/>
              </a:ext>
            </a:extLst>
          </p:cNvPr>
          <p:cNvCxnSpPr>
            <a:cxnSpLocks/>
          </p:cNvCxnSpPr>
          <p:nvPr/>
        </p:nvCxnSpPr>
        <p:spPr>
          <a:xfrm>
            <a:off x="990600" y="2470383"/>
            <a:ext cx="6019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067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68840C-1A00-445F-BB95-2EC549924234}"/>
              </a:ext>
            </a:extLst>
          </p:cNvPr>
          <p:cNvPicPr>
            <a:picLocks noChangeAspect="1"/>
          </p:cNvPicPr>
          <p:nvPr/>
        </p:nvPicPr>
        <p:blipFill>
          <a:blip r:embed="rId2"/>
          <a:stretch>
            <a:fillRect/>
          </a:stretch>
        </p:blipFill>
        <p:spPr>
          <a:xfrm>
            <a:off x="0" y="514350"/>
            <a:ext cx="9144000" cy="1163081"/>
          </a:xfrm>
          <a:prstGeom prst="rect">
            <a:avLst/>
          </a:prstGeom>
        </p:spPr>
      </p:pic>
      <p:sp>
        <p:nvSpPr>
          <p:cNvPr id="4" name="Oval 3">
            <a:extLst>
              <a:ext uri="{FF2B5EF4-FFF2-40B4-BE49-F238E27FC236}">
                <a16:creationId xmlns:a16="http://schemas.microsoft.com/office/drawing/2014/main" id="{EB60DC13-8E69-C2F2-4C17-07FEC495ED0A}"/>
              </a:ext>
            </a:extLst>
          </p:cNvPr>
          <p:cNvSpPr/>
          <p:nvPr/>
        </p:nvSpPr>
        <p:spPr>
          <a:xfrm>
            <a:off x="8305800" y="1123950"/>
            <a:ext cx="838200" cy="5334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D98402E-5EA0-BD11-1279-222965142646}"/>
              </a:ext>
            </a:extLst>
          </p:cNvPr>
          <p:cNvPicPr>
            <a:picLocks noChangeAspect="1"/>
          </p:cNvPicPr>
          <p:nvPr/>
        </p:nvPicPr>
        <p:blipFill>
          <a:blip r:embed="rId3"/>
          <a:stretch>
            <a:fillRect/>
          </a:stretch>
        </p:blipFill>
        <p:spPr>
          <a:xfrm>
            <a:off x="0" y="2023110"/>
            <a:ext cx="9144000" cy="1097280"/>
          </a:xfrm>
          <a:prstGeom prst="rect">
            <a:avLst/>
          </a:prstGeom>
        </p:spPr>
      </p:pic>
    </p:spTree>
    <p:extLst>
      <p:ext uri="{BB962C8B-B14F-4D97-AF65-F5344CB8AC3E}">
        <p14:creationId xmlns:p14="http://schemas.microsoft.com/office/powerpoint/2010/main" val="360554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3"/>
                                        </p:tgtEl>
                                      </p:cBhvr>
                                    </p:animEffect>
                                    <p:set>
                                      <p:cBhvr>
                                        <p:cTn id="16" dur="1" fill="hold">
                                          <p:stCondLst>
                                            <p:cond delay="499"/>
                                          </p:stCondLst>
                                        </p:cTn>
                                        <p:tgtEl>
                                          <p:spTgt spid="3"/>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4172C-C7D9-0938-2B46-8A639278C7D6}"/>
              </a:ext>
            </a:extLst>
          </p:cNvPr>
          <p:cNvPicPr>
            <a:picLocks noChangeAspect="1"/>
          </p:cNvPicPr>
          <p:nvPr/>
        </p:nvPicPr>
        <p:blipFill>
          <a:blip r:embed="rId2"/>
          <a:stretch>
            <a:fillRect/>
          </a:stretch>
        </p:blipFill>
        <p:spPr>
          <a:xfrm>
            <a:off x="528073" y="1076116"/>
            <a:ext cx="8087854" cy="2991267"/>
          </a:xfrm>
          <a:prstGeom prst="rect">
            <a:avLst/>
          </a:prstGeom>
        </p:spPr>
      </p:pic>
      <p:cxnSp>
        <p:nvCxnSpPr>
          <p:cNvPr id="4" name="Straight Connector 3">
            <a:extLst>
              <a:ext uri="{FF2B5EF4-FFF2-40B4-BE49-F238E27FC236}">
                <a16:creationId xmlns:a16="http://schemas.microsoft.com/office/drawing/2014/main" id="{6F0813C1-E506-30F8-BF7E-0DDF34D55863}"/>
              </a:ext>
            </a:extLst>
          </p:cNvPr>
          <p:cNvCxnSpPr>
            <a:cxnSpLocks/>
          </p:cNvCxnSpPr>
          <p:nvPr/>
        </p:nvCxnSpPr>
        <p:spPr>
          <a:xfrm>
            <a:off x="982211" y="2292816"/>
            <a:ext cx="6019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18484B8-1A0F-3896-8354-9392585544E2}"/>
              </a:ext>
            </a:extLst>
          </p:cNvPr>
          <p:cNvSpPr>
            <a:spLocks noGrp="1"/>
          </p:cNvSpPr>
          <p:nvPr>
            <p:ph type="title"/>
          </p:nvPr>
        </p:nvSpPr>
        <p:spPr/>
        <p:txBody>
          <a:bodyPr/>
          <a:lstStyle/>
          <a:p>
            <a:r>
              <a:rPr lang="en-US" dirty="0"/>
              <a:t>Fair Value Adjustment</a:t>
            </a:r>
          </a:p>
        </p:txBody>
      </p:sp>
    </p:spTree>
    <p:extLst>
      <p:ext uri="{BB962C8B-B14F-4D97-AF65-F5344CB8AC3E}">
        <p14:creationId xmlns:p14="http://schemas.microsoft.com/office/powerpoint/2010/main" val="34718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115D1E-F7A4-49E0-35D4-38E6BA847AAD}"/>
              </a:ext>
            </a:extLst>
          </p:cNvPr>
          <p:cNvPicPr>
            <a:picLocks noChangeAspect="1"/>
          </p:cNvPicPr>
          <p:nvPr/>
        </p:nvPicPr>
        <p:blipFill>
          <a:blip r:embed="rId2"/>
          <a:stretch>
            <a:fillRect/>
          </a:stretch>
        </p:blipFill>
        <p:spPr>
          <a:xfrm>
            <a:off x="0" y="2092349"/>
            <a:ext cx="9144000" cy="958801"/>
          </a:xfrm>
          <a:prstGeom prst="rect">
            <a:avLst/>
          </a:prstGeom>
        </p:spPr>
      </p:pic>
    </p:spTree>
    <p:extLst>
      <p:ext uri="{BB962C8B-B14F-4D97-AF65-F5344CB8AC3E}">
        <p14:creationId xmlns:p14="http://schemas.microsoft.com/office/powerpoint/2010/main" val="26217779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4172C-C7D9-0938-2B46-8A639278C7D6}"/>
              </a:ext>
            </a:extLst>
          </p:cNvPr>
          <p:cNvPicPr>
            <a:picLocks noChangeAspect="1"/>
          </p:cNvPicPr>
          <p:nvPr/>
        </p:nvPicPr>
        <p:blipFill>
          <a:blip r:embed="rId2"/>
          <a:stretch>
            <a:fillRect/>
          </a:stretch>
        </p:blipFill>
        <p:spPr>
          <a:xfrm>
            <a:off x="528073" y="1076116"/>
            <a:ext cx="8087854" cy="2991267"/>
          </a:xfrm>
          <a:prstGeom prst="rect">
            <a:avLst/>
          </a:prstGeom>
        </p:spPr>
      </p:pic>
      <p:sp>
        <p:nvSpPr>
          <p:cNvPr id="2" name="Title 1">
            <a:extLst>
              <a:ext uri="{FF2B5EF4-FFF2-40B4-BE49-F238E27FC236}">
                <a16:creationId xmlns:a16="http://schemas.microsoft.com/office/drawing/2014/main" id="{A18484B8-1A0F-3896-8354-9392585544E2}"/>
              </a:ext>
            </a:extLst>
          </p:cNvPr>
          <p:cNvSpPr>
            <a:spLocks noGrp="1"/>
          </p:cNvSpPr>
          <p:nvPr>
            <p:ph type="title"/>
          </p:nvPr>
        </p:nvSpPr>
        <p:spPr/>
        <p:txBody>
          <a:bodyPr/>
          <a:lstStyle/>
          <a:p>
            <a:r>
              <a:rPr lang="en-US" dirty="0"/>
              <a:t>Investments Gains/Losses</a:t>
            </a:r>
          </a:p>
        </p:txBody>
      </p:sp>
      <p:sp>
        <p:nvSpPr>
          <p:cNvPr id="5" name="Oval 4">
            <a:extLst>
              <a:ext uri="{FF2B5EF4-FFF2-40B4-BE49-F238E27FC236}">
                <a16:creationId xmlns:a16="http://schemas.microsoft.com/office/drawing/2014/main" id="{888BE326-A53A-FD45-C2C0-AB54D123B0B9}"/>
              </a:ext>
            </a:extLst>
          </p:cNvPr>
          <p:cNvSpPr/>
          <p:nvPr/>
        </p:nvSpPr>
        <p:spPr>
          <a:xfrm>
            <a:off x="6299433" y="3579128"/>
            <a:ext cx="838200" cy="5334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472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10" presetClass="exit" presetSubtype="0" fill="hold" grpId="1" nodeType="withEffect">
                                  <p:stCondLst>
                                    <p:cond delay="0"/>
                                  </p:stCondLst>
                                  <p:childTnLst>
                                    <p:animEffect transition="out" filter="fade">
                                      <p:cBhvr>
                                        <p:cTn id="13" dur="500"/>
                                        <p:tgtEl>
                                          <p:spTgt spid="5"/>
                                        </p:tgtEl>
                                      </p:cBhvr>
                                    </p:animEffect>
                                    <p:set>
                                      <p:cBhvr>
                                        <p:cTn id="14"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612898-EEF4-AFD7-8FE0-809776DBA060}"/>
              </a:ext>
            </a:extLst>
          </p:cNvPr>
          <p:cNvPicPr>
            <a:picLocks noChangeAspect="1"/>
          </p:cNvPicPr>
          <p:nvPr/>
        </p:nvPicPr>
        <p:blipFill>
          <a:blip r:embed="rId2"/>
          <a:stretch>
            <a:fillRect/>
          </a:stretch>
        </p:blipFill>
        <p:spPr>
          <a:xfrm>
            <a:off x="1127692" y="0"/>
            <a:ext cx="6888616" cy="5143500"/>
          </a:xfrm>
          <a:prstGeom prst="rect">
            <a:avLst/>
          </a:prstGeom>
        </p:spPr>
      </p:pic>
      <p:cxnSp>
        <p:nvCxnSpPr>
          <p:cNvPr id="3" name="Straight Connector 2">
            <a:extLst>
              <a:ext uri="{FF2B5EF4-FFF2-40B4-BE49-F238E27FC236}">
                <a16:creationId xmlns:a16="http://schemas.microsoft.com/office/drawing/2014/main" id="{1B827B41-7FCB-EE5B-FE47-9467F69B8F4B}"/>
              </a:ext>
            </a:extLst>
          </p:cNvPr>
          <p:cNvCxnSpPr>
            <a:cxnSpLocks/>
          </p:cNvCxnSpPr>
          <p:nvPr/>
        </p:nvCxnSpPr>
        <p:spPr>
          <a:xfrm>
            <a:off x="1888222" y="1626590"/>
            <a:ext cx="481737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28A4091-A7EE-33C6-6062-B76C0F26E7F7}"/>
              </a:ext>
            </a:extLst>
          </p:cNvPr>
          <p:cNvSpPr/>
          <p:nvPr/>
        </p:nvSpPr>
        <p:spPr>
          <a:xfrm>
            <a:off x="6096000" y="1276350"/>
            <a:ext cx="838200" cy="5334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6548FEC1-A8D8-454C-A7A6-11D6558501B9}"/>
              </a:ext>
            </a:extLst>
          </p:cNvPr>
          <p:cNvCxnSpPr>
            <a:cxnSpLocks/>
          </p:cNvCxnSpPr>
          <p:nvPr/>
        </p:nvCxnSpPr>
        <p:spPr>
          <a:xfrm>
            <a:off x="1600200" y="3739917"/>
            <a:ext cx="5105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DDB5FAC-2E6B-C4D4-32DF-451073C14831}"/>
              </a:ext>
            </a:extLst>
          </p:cNvPr>
          <p:cNvCxnSpPr>
            <a:cxnSpLocks/>
          </p:cNvCxnSpPr>
          <p:nvPr/>
        </p:nvCxnSpPr>
        <p:spPr>
          <a:xfrm>
            <a:off x="1600200" y="3604994"/>
            <a:ext cx="5105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E559AE-4F7C-9BC5-402D-5130FECFAAEB}"/>
              </a:ext>
            </a:extLst>
          </p:cNvPr>
          <p:cNvCxnSpPr>
            <a:cxnSpLocks/>
          </p:cNvCxnSpPr>
          <p:nvPr/>
        </p:nvCxnSpPr>
        <p:spPr>
          <a:xfrm>
            <a:off x="1600200" y="3875539"/>
            <a:ext cx="5105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D73940-6E31-B857-E89E-5042E86B9E7C}"/>
              </a:ext>
            </a:extLst>
          </p:cNvPr>
          <p:cNvCxnSpPr>
            <a:cxnSpLocks/>
          </p:cNvCxnSpPr>
          <p:nvPr/>
        </p:nvCxnSpPr>
        <p:spPr>
          <a:xfrm>
            <a:off x="1609987" y="4027939"/>
            <a:ext cx="5105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59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4"/>
                                        </p:tgtEl>
                                      </p:cBhvr>
                                    </p:animEffect>
                                    <p:set>
                                      <p:cBhvr>
                                        <p:cTn id="26" dur="1" fill="hold">
                                          <p:stCondLst>
                                            <p:cond delay="499"/>
                                          </p:stCondLst>
                                        </p:cTn>
                                        <p:tgtEl>
                                          <p:spTgt spid="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5"/>
                                        </p:tgtEl>
                                      </p:cBhvr>
                                    </p:animEffect>
                                    <p:set>
                                      <p:cBhvr>
                                        <p:cTn id="36" dur="1" fill="hold">
                                          <p:stCondLst>
                                            <p:cond delay="499"/>
                                          </p:stCondLst>
                                        </p:cTn>
                                        <p:tgtEl>
                                          <p:spTgt spid="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7"/>
                                        </p:tgtEl>
                                      </p:cBhvr>
                                    </p:animEffect>
                                    <p:set>
                                      <p:cBhvr>
                                        <p:cTn id="46" dur="1" fill="hold">
                                          <p:stCondLst>
                                            <p:cond delay="499"/>
                                          </p:stCondLst>
                                        </p:cTn>
                                        <p:tgtEl>
                                          <p:spTgt spid="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500"/>
                                        <p:tgtEl>
                                          <p:spTgt spid="8"/>
                                        </p:tgtEl>
                                      </p:cBhvr>
                                    </p:animEffect>
                                    <p:set>
                                      <p:cBhvr>
                                        <p:cTn id="56" dur="1" fill="hold">
                                          <p:stCondLst>
                                            <p:cond delay="499"/>
                                          </p:stCondLst>
                                        </p:cTn>
                                        <p:tgtEl>
                                          <p:spTgt spid="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left)">
                                      <p:cBhvr>
                                        <p:cTn id="61" dur="5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500"/>
                                        <p:tgtEl>
                                          <p:spTgt spid="9"/>
                                        </p:tgtEl>
                                      </p:cBhvr>
                                    </p:animEffect>
                                    <p:set>
                                      <p:cBhvr>
                                        <p:cTn id="6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0FCA78-FBEA-AA8B-6EFB-F33895D0E442}"/>
              </a:ext>
            </a:extLst>
          </p:cNvPr>
          <p:cNvPicPr>
            <a:picLocks noChangeAspect="1"/>
          </p:cNvPicPr>
          <p:nvPr/>
        </p:nvPicPr>
        <p:blipFill>
          <a:blip r:embed="rId2"/>
          <a:stretch>
            <a:fillRect/>
          </a:stretch>
        </p:blipFill>
        <p:spPr>
          <a:xfrm>
            <a:off x="1275890" y="1342853"/>
            <a:ext cx="6592220" cy="2457793"/>
          </a:xfrm>
          <a:prstGeom prst="rect">
            <a:avLst/>
          </a:prstGeom>
        </p:spPr>
      </p:pic>
    </p:spTree>
    <p:extLst>
      <p:ext uri="{BB962C8B-B14F-4D97-AF65-F5344CB8AC3E}">
        <p14:creationId xmlns:p14="http://schemas.microsoft.com/office/powerpoint/2010/main" val="19979299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92A7C2-C0C0-1998-0E24-46561147CE15}"/>
              </a:ext>
            </a:extLst>
          </p:cNvPr>
          <p:cNvPicPr>
            <a:picLocks noChangeAspect="1"/>
          </p:cNvPicPr>
          <p:nvPr/>
        </p:nvPicPr>
        <p:blipFill>
          <a:blip r:embed="rId2"/>
          <a:stretch>
            <a:fillRect/>
          </a:stretch>
        </p:blipFill>
        <p:spPr>
          <a:xfrm>
            <a:off x="1004389" y="1238064"/>
            <a:ext cx="7135221" cy="2667372"/>
          </a:xfrm>
          <a:prstGeom prst="rect">
            <a:avLst/>
          </a:prstGeom>
        </p:spPr>
      </p:pic>
      <p:sp>
        <p:nvSpPr>
          <p:cNvPr id="4" name="Oval 3">
            <a:extLst>
              <a:ext uri="{FF2B5EF4-FFF2-40B4-BE49-F238E27FC236}">
                <a16:creationId xmlns:a16="http://schemas.microsoft.com/office/drawing/2014/main" id="{79289335-D5EE-321D-6F49-E93BC2E31F37}"/>
              </a:ext>
            </a:extLst>
          </p:cNvPr>
          <p:cNvSpPr/>
          <p:nvPr/>
        </p:nvSpPr>
        <p:spPr>
          <a:xfrm>
            <a:off x="3810000" y="2952750"/>
            <a:ext cx="838200" cy="5334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944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xit" presetSubtype="0" fill="hold" grpId="1" nodeType="withEffect">
                                  <p:stCondLst>
                                    <p:cond delay="0"/>
                                  </p:stCondLst>
                                  <p:childTnLst>
                                    <p:animEffect transition="out" filter="fade">
                                      <p:cBhvr>
                                        <p:cTn id="8" dur="500"/>
                                        <p:tgtEl>
                                          <p:spTgt spid="4"/>
                                        </p:tgtEl>
                                      </p:cBhvr>
                                    </p:animEffect>
                                    <p:set>
                                      <p:cBhvr>
                                        <p:cTn id="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C49C4B-AB5D-8967-ACAE-424874190DFC}"/>
              </a:ext>
            </a:extLst>
          </p:cNvPr>
          <p:cNvPicPr>
            <a:picLocks noChangeAspect="1"/>
          </p:cNvPicPr>
          <p:nvPr/>
        </p:nvPicPr>
        <p:blipFill>
          <a:blip r:embed="rId2"/>
          <a:stretch>
            <a:fillRect/>
          </a:stretch>
        </p:blipFill>
        <p:spPr>
          <a:xfrm>
            <a:off x="561415" y="1157090"/>
            <a:ext cx="8021169" cy="2829320"/>
          </a:xfrm>
          <a:prstGeom prst="rect">
            <a:avLst/>
          </a:prstGeom>
        </p:spPr>
      </p:pic>
      <p:cxnSp>
        <p:nvCxnSpPr>
          <p:cNvPr id="4" name="Straight Connector 3">
            <a:extLst>
              <a:ext uri="{FF2B5EF4-FFF2-40B4-BE49-F238E27FC236}">
                <a16:creationId xmlns:a16="http://schemas.microsoft.com/office/drawing/2014/main" id="{56AF88F6-6576-BD5B-7BC8-475F764BB3BC}"/>
              </a:ext>
            </a:extLst>
          </p:cNvPr>
          <p:cNvCxnSpPr>
            <a:cxnSpLocks/>
          </p:cNvCxnSpPr>
          <p:nvPr/>
        </p:nvCxnSpPr>
        <p:spPr>
          <a:xfrm>
            <a:off x="838200" y="2673816"/>
            <a:ext cx="5638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FE330F9-EE33-A1FA-CCA7-E1C1DE1CB930}"/>
              </a:ext>
            </a:extLst>
          </p:cNvPr>
          <p:cNvCxnSpPr>
            <a:cxnSpLocks/>
          </p:cNvCxnSpPr>
          <p:nvPr/>
        </p:nvCxnSpPr>
        <p:spPr>
          <a:xfrm>
            <a:off x="609600" y="3105150"/>
            <a:ext cx="2667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BB2FFA1-FF63-0275-66BD-2991065F977C}"/>
              </a:ext>
            </a:extLst>
          </p:cNvPr>
          <p:cNvCxnSpPr>
            <a:cxnSpLocks/>
          </p:cNvCxnSpPr>
          <p:nvPr/>
        </p:nvCxnSpPr>
        <p:spPr>
          <a:xfrm>
            <a:off x="4860022" y="3316972"/>
            <a:ext cx="222657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376D401-3FDC-180F-8C0C-0D871E38EC3A}"/>
              </a:ext>
            </a:extLst>
          </p:cNvPr>
          <p:cNvCxnSpPr>
            <a:cxnSpLocks/>
          </p:cNvCxnSpPr>
          <p:nvPr/>
        </p:nvCxnSpPr>
        <p:spPr>
          <a:xfrm>
            <a:off x="3886200" y="3528794"/>
            <a:ext cx="1752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12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2777DE-C99B-F3AF-B4DB-8AAA509D5B34}"/>
              </a:ext>
            </a:extLst>
          </p:cNvPr>
          <p:cNvPicPr>
            <a:picLocks noChangeAspect="1"/>
          </p:cNvPicPr>
          <p:nvPr/>
        </p:nvPicPr>
        <p:blipFill>
          <a:blip r:embed="rId2"/>
          <a:stretch>
            <a:fillRect/>
          </a:stretch>
        </p:blipFill>
        <p:spPr>
          <a:xfrm>
            <a:off x="1132995" y="1309511"/>
            <a:ext cx="6878010" cy="2524477"/>
          </a:xfrm>
          <a:prstGeom prst="rect">
            <a:avLst/>
          </a:prstGeom>
        </p:spPr>
      </p:pic>
      <p:sp>
        <p:nvSpPr>
          <p:cNvPr id="4" name="Oval 3">
            <a:extLst>
              <a:ext uri="{FF2B5EF4-FFF2-40B4-BE49-F238E27FC236}">
                <a16:creationId xmlns:a16="http://schemas.microsoft.com/office/drawing/2014/main" id="{0A2A67DE-B35F-66E3-543E-03E0CAAA7BDD}"/>
              </a:ext>
            </a:extLst>
          </p:cNvPr>
          <p:cNvSpPr/>
          <p:nvPr/>
        </p:nvSpPr>
        <p:spPr>
          <a:xfrm>
            <a:off x="3810000" y="2952750"/>
            <a:ext cx="838200" cy="5334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962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xit" presetSubtype="0" fill="hold" grpId="1" nodeType="withEffect">
                                  <p:stCondLst>
                                    <p:cond delay="0"/>
                                  </p:stCondLst>
                                  <p:childTnLst>
                                    <p:animEffect transition="out" filter="fade">
                                      <p:cBhvr>
                                        <p:cTn id="8" dur="500"/>
                                        <p:tgtEl>
                                          <p:spTgt spid="4"/>
                                        </p:tgtEl>
                                      </p:cBhvr>
                                    </p:animEffect>
                                    <p:set>
                                      <p:cBhvr>
                                        <p:cTn id="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EA32D-D23A-F101-C3E4-EE33F1E2E040}"/>
              </a:ext>
            </a:extLst>
          </p:cNvPr>
          <p:cNvSpPr>
            <a:spLocks noGrp="1"/>
          </p:cNvSpPr>
          <p:nvPr>
            <p:ph type="title"/>
          </p:nvPr>
        </p:nvSpPr>
        <p:spPr/>
        <p:txBody>
          <a:bodyPr/>
          <a:lstStyle/>
          <a:p>
            <a:r>
              <a:rPr lang="en-US" dirty="0"/>
              <a:t>More from Note 2</a:t>
            </a:r>
          </a:p>
        </p:txBody>
      </p:sp>
      <p:pic>
        <p:nvPicPr>
          <p:cNvPr id="4" name="Picture 3">
            <a:extLst>
              <a:ext uri="{FF2B5EF4-FFF2-40B4-BE49-F238E27FC236}">
                <a16:creationId xmlns:a16="http://schemas.microsoft.com/office/drawing/2014/main" id="{419501A5-3D3C-A60D-A20E-207C75789D03}"/>
              </a:ext>
            </a:extLst>
          </p:cNvPr>
          <p:cNvPicPr>
            <a:picLocks noChangeAspect="1"/>
          </p:cNvPicPr>
          <p:nvPr/>
        </p:nvPicPr>
        <p:blipFill>
          <a:blip r:embed="rId2"/>
          <a:stretch>
            <a:fillRect/>
          </a:stretch>
        </p:blipFill>
        <p:spPr>
          <a:xfrm>
            <a:off x="228600" y="1352550"/>
            <a:ext cx="8351523" cy="1828800"/>
          </a:xfrm>
          <a:prstGeom prst="rect">
            <a:avLst/>
          </a:prstGeom>
        </p:spPr>
      </p:pic>
      <p:cxnSp>
        <p:nvCxnSpPr>
          <p:cNvPr id="5" name="Straight Connector 4">
            <a:extLst>
              <a:ext uri="{FF2B5EF4-FFF2-40B4-BE49-F238E27FC236}">
                <a16:creationId xmlns:a16="http://schemas.microsoft.com/office/drawing/2014/main" id="{8307154E-06C2-CA41-E64C-F3DA17A85295}"/>
              </a:ext>
            </a:extLst>
          </p:cNvPr>
          <p:cNvCxnSpPr>
            <a:cxnSpLocks/>
          </p:cNvCxnSpPr>
          <p:nvPr/>
        </p:nvCxnSpPr>
        <p:spPr>
          <a:xfrm>
            <a:off x="3174534" y="1690906"/>
            <a:ext cx="5181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2E24C5C-27A6-27B5-6B40-BAAA9DBE280A}"/>
              </a:ext>
            </a:extLst>
          </p:cNvPr>
          <p:cNvSpPr txBox="1"/>
          <p:nvPr/>
        </p:nvSpPr>
        <p:spPr>
          <a:xfrm>
            <a:off x="2438400" y="3333750"/>
            <a:ext cx="4309321" cy="369332"/>
          </a:xfrm>
          <a:prstGeom prst="rect">
            <a:avLst/>
          </a:prstGeom>
          <a:noFill/>
        </p:spPr>
        <p:txBody>
          <a:bodyPr wrap="none" rtlCol="0">
            <a:spAutoFit/>
          </a:bodyPr>
          <a:lstStyle/>
          <a:p>
            <a:r>
              <a:rPr lang="en-US" dirty="0"/>
              <a:t>Gets us part way there, but it is not enough.</a:t>
            </a:r>
          </a:p>
        </p:txBody>
      </p:sp>
    </p:spTree>
    <p:extLst>
      <p:ext uri="{BB962C8B-B14F-4D97-AF65-F5344CB8AC3E}">
        <p14:creationId xmlns:p14="http://schemas.microsoft.com/office/powerpoint/2010/main" val="42375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A5C9-1AF8-FCBD-91CF-4B6727EBFBC1}"/>
              </a:ext>
            </a:extLst>
          </p:cNvPr>
          <p:cNvSpPr>
            <a:spLocks noGrp="1"/>
          </p:cNvSpPr>
          <p:nvPr>
            <p:ph type="title"/>
          </p:nvPr>
        </p:nvSpPr>
        <p:spPr/>
        <p:txBody>
          <a:bodyPr/>
          <a:lstStyle/>
          <a:p>
            <a:r>
              <a:rPr lang="en-US" dirty="0"/>
              <a:t>One Last Place to Look</a:t>
            </a:r>
          </a:p>
        </p:txBody>
      </p:sp>
      <p:pic>
        <p:nvPicPr>
          <p:cNvPr id="4" name="Picture 3">
            <a:extLst>
              <a:ext uri="{FF2B5EF4-FFF2-40B4-BE49-F238E27FC236}">
                <a16:creationId xmlns:a16="http://schemas.microsoft.com/office/drawing/2014/main" id="{80DE9873-6A76-FFE0-E595-11CEA21F754D}"/>
              </a:ext>
            </a:extLst>
          </p:cNvPr>
          <p:cNvPicPr>
            <a:picLocks noChangeAspect="1"/>
          </p:cNvPicPr>
          <p:nvPr/>
        </p:nvPicPr>
        <p:blipFill>
          <a:blip r:embed="rId2"/>
          <a:stretch>
            <a:fillRect/>
          </a:stretch>
        </p:blipFill>
        <p:spPr>
          <a:xfrm>
            <a:off x="575705" y="1185669"/>
            <a:ext cx="7992590" cy="2772162"/>
          </a:xfrm>
          <a:prstGeom prst="rect">
            <a:avLst/>
          </a:prstGeom>
        </p:spPr>
      </p:pic>
      <p:sp>
        <p:nvSpPr>
          <p:cNvPr id="5" name="TextBox 4">
            <a:extLst>
              <a:ext uri="{FF2B5EF4-FFF2-40B4-BE49-F238E27FC236}">
                <a16:creationId xmlns:a16="http://schemas.microsoft.com/office/drawing/2014/main" id="{B8225843-327A-3339-ACBF-D7942C57E520}"/>
              </a:ext>
            </a:extLst>
          </p:cNvPr>
          <p:cNvSpPr txBox="1"/>
          <p:nvPr/>
        </p:nvSpPr>
        <p:spPr>
          <a:xfrm>
            <a:off x="2057400" y="3867150"/>
            <a:ext cx="5094215" cy="369332"/>
          </a:xfrm>
          <a:prstGeom prst="rect">
            <a:avLst/>
          </a:prstGeom>
          <a:noFill/>
        </p:spPr>
        <p:txBody>
          <a:bodyPr wrap="none" rtlCol="0">
            <a:spAutoFit/>
          </a:bodyPr>
          <a:lstStyle/>
          <a:p>
            <a:r>
              <a:rPr lang="en-US" dirty="0"/>
              <a:t>Nothing here seems to help, and I am out of ideas …</a:t>
            </a:r>
          </a:p>
        </p:txBody>
      </p:sp>
    </p:spTree>
    <p:extLst>
      <p:ext uri="{BB962C8B-B14F-4D97-AF65-F5344CB8AC3E}">
        <p14:creationId xmlns:p14="http://schemas.microsoft.com/office/powerpoint/2010/main" val="426776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Calibri"/>
                <a:cs typeface="Calibri"/>
              </a:rPr>
              <a:t>One Last Thing</a:t>
            </a:r>
            <a:endParaRPr lang="en-US" dirty="0"/>
          </a:p>
        </p:txBody>
      </p:sp>
      <p:sp>
        <p:nvSpPr>
          <p:cNvPr id="3" name="Content Placeholder 2">
            <a:extLst>
              <a:ext uri="{FF2B5EF4-FFF2-40B4-BE49-F238E27FC236}">
                <a16:creationId xmlns:a16="http://schemas.microsoft.com/office/drawing/2014/main" id="{2CBBF4A3-D897-4C69-8CCF-BEDC6CF013CC}"/>
              </a:ext>
            </a:extLst>
          </p:cNvPr>
          <p:cNvSpPr>
            <a:spLocks noGrp="1"/>
          </p:cNvSpPr>
          <p:nvPr>
            <p:ph idx="1"/>
          </p:nvPr>
        </p:nvSpPr>
        <p:spPr/>
        <p:txBody>
          <a:bodyPr/>
          <a:lstStyle/>
          <a:p>
            <a:r>
              <a:rPr lang="en-US" dirty="0"/>
              <a:t>Evaluate Buffett’s arguments against including some gains and losses from the calculation of net income.</a:t>
            </a:r>
          </a:p>
          <a:p>
            <a:r>
              <a:rPr lang="en-US" dirty="0"/>
              <a:t>Look at what has happened …</a:t>
            </a:r>
          </a:p>
        </p:txBody>
      </p:sp>
      <p:sp>
        <p:nvSpPr>
          <p:cNvPr id="7" name="Slide Number Placeholder 6"/>
          <p:cNvSpPr>
            <a:spLocks noGrp="1"/>
          </p:cNvSpPr>
          <p:nvPr>
            <p:ph type="sldNum" sz="quarter" idx="12"/>
          </p:nvPr>
        </p:nvSpPr>
        <p:spPr/>
        <p:txBody>
          <a:bodyPr/>
          <a:lstStyle/>
          <a:p>
            <a:fld id="{A0C5A62E-8438-4A36-BE93-E984D3DE8519}" type="slidenum">
              <a:rPr lang="en-US" dirty="0" smtClean="0"/>
              <a:pPr/>
              <a:t>43</a:t>
            </a:fld>
            <a:endParaRPr lang="en-US" dirty="0"/>
          </a:p>
        </p:txBody>
      </p:sp>
    </p:spTree>
    <p:extLst>
      <p:ext uri="{BB962C8B-B14F-4D97-AF65-F5344CB8AC3E}">
        <p14:creationId xmlns:p14="http://schemas.microsoft.com/office/powerpoint/2010/main" val="23683798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0428EC5-F22C-45A0-B0AE-478D58FB1D5D}" type="slidenum">
              <a:rPr lang="en-US" smtClean="0"/>
              <a:t>44</a:t>
            </a:fld>
            <a:endParaRPr lang="en-US"/>
          </a:p>
        </p:txBody>
      </p:sp>
      <p:pic>
        <p:nvPicPr>
          <p:cNvPr id="10" name="Picture 9">
            <a:extLst>
              <a:ext uri="{FF2B5EF4-FFF2-40B4-BE49-F238E27FC236}">
                <a16:creationId xmlns:a16="http://schemas.microsoft.com/office/drawing/2014/main" id="{D8AD8668-F6DF-49D3-828D-F3B0570C0103}"/>
              </a:ext>
            </a:extLst>
          </p:cNvPr>
          <p:cNvPicPr>
            <a:picLocks noChangeAspect="1"/>
          </p:cNvPicPr>
          <p:nvPr/>
        </p:nvPicPr>
        <p:blipFill>
          <a:blip r:embed="rId2"/>
          <a:stretch>
            <a:fillRect/>
          </a:stretch>
        </p:blipFill>
        <p:spPr>
          <a:xfrm>
            <a:off x="304800" y="590550"/>
            <a:ext cx="8739230" cy="4267200"/>
          </a:xfrm>
          <a:prstGeom prst="rect">
            <a:avLst/>
          </a:prstGeom>
        </p:spPr>
      </p:pic>
      <p:cxnSp>
        <p:nvCxnSpPr>
          <p:cNvPr id="12" name="Straight Connector 11">
            <a:extLst>
              <a:ext uri="{FF2B5EF4-FFF2-40B4-BE49-F238E27FC236}">
                <a16:creationId xmlns:a16="http://schemas.microsoft.com/office/drawing/2014/main" id="{BA54EBA7-3A06-491D-97F5-DA66CDFBEBD6}"/>
              </a:ext>
            </a:extLst>
          </p:cNvPr>
          <p:cNvCxnSpPr>
            <a:cxnSpLocks/>
          </p:cNvCxnSpPr>
          <p:nvPr/>
        </p:nvCxnSpPr>
        <p:spPr>
          <a:xfrm>
            <a:off x="638175" y="2287732"/>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7865C62-4986-494E-8FEA-FFFFA8363F5C}"/>
              </a:ext>
            </a:extLst>
          </p:cNvPr>
          <p:cNvCxnSpPr>
            <a:cxnSpLocks/>
          </p:cNvCxnSpPr>
          <p:nvPr/>
        </p:nvCxnSpPr>
        <p:spPr>
          <a:xfrm>
            <a:off x="827809" y="2689514"/>
            <a:ext cx="1676400"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02CC7494-0704-4A57-9BED-7684F7F66509}"/>
              </a:ext>
            </a:extLst>
          </p:cNvPr>
          <p:cNvSpPr/>
          <p:nvPr/>
        </p:nvSpPr>
        <p:spPr>
          <a:xfrm>
            <a:off x="5791200" y="1504950"/>
            <a:ext cx="3124200" cy="838200"/>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EABBCA8-69B1-42D5-ACA5-3074F5EC288C}"/>
              </a:ext>
            </a:extLst>
          </p:cNvPr>
          <p:cNvSpPr/>
          <p:nvPr/>
        </p:nvSpPr>
        <p:spPr>
          <a:xfrm>
            <a:off x="6019800" y="2419350"/>
            <a:ext cx="2895600" cy="304800"/>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C45F1B80-8C4B-45F0-B88C-6E0CFD06874D}"/>
              </a:ext>
            </a:extLst>
          </p:cNvPr>
          <p:cNvCxnSpPr>
            <a:cxnSpLocks/>
          </p:cNvCxnSpPr>
          <p:nvPr/>
        </p:nvCxnSpPr>
        <p:spPr>
          <a:xfrm>
            <a:off x="457200" y="4857750"/>
            <a:ext cx="2514600" cy="0"/>
          </a:xfrm>
          <a:prstGeom prst="line">
            <a:avLst/>
          </a:prstGeom>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CC169214-BF4B-40F8-8978-BCD8C664D9C3}"/>
              </a:ext>
            </a:extLst>
          </p:cNvPr>
          <p:cNvSpPr/>
          <p:nvPr/>
        </p:nvSpPr>
        <p:spPr>
          <a:xfrm>
            <a:off x="6019800" y="4552950"/>
            <a:ext cx="2895600" cy="304800"/>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656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2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89243-9F5C-A582-44B2-860B6F32A880}"/>
              </a:ext>
            </a:extLst>
          </p:cNvPr>
          <p:cNvSpPr>
            <a:spLocks noGrp="1"/>
          </p:cNvSpPr>
          <p:nvPr>
            <p:ph type="title"/>
          </p:nvPr>
        </p:nvSpPr>
        <p:spPr/>
        <p:txBody>
          <a:bodyPr/>
          <a:lstStyle/>
          <a:p>
            <a:r>
              <a:rPr lang="en-US" dirty="0"/>
              <a:t>Berkshire Case: Conclusion</a:t>
            </a:r>
          </a:p>
        </p:txBody>
      </p:sp>
      <p:sp>
        <p:nvSpPr>
          <p:cNvPr id="3" name="Content Placeholder 2">
            <a:extLst>
              <a:ext uri="{FF2B5EF4-FFF2-40B4-BE49-F238E27FC236}">
                <a16:creationId xmlns:a16="http://schemas.microsoft.com/office/drawing/2014/main" id="{501619EF-455E-04B0-45AC-DDF6CD94B50C}"/>
              </a:ext>
            </a:extLst>
          </p:cNvPr>
          <p:cNvSpPr>
            <a:spLocks noGrp="1"/>
          </p:cNvSpPr>
          <p:nvPr>
            <p:ph idx="1"/>
          </p:nvPr>
        </p:nvSpPr>
        <p:spPr/>
        <p:txBody>
          <a:bodyPr>
            <a:normAutofit fontScale="92500" lnSpcReduction="10000"/>
          </a:bodyPr>
          <a:lstStyle/>
          <a:p>
            <a:r>
              <a:rPr lang="en-US" dirty="0"/>
              <a:t>We could make a lot of progress understanding what went on, but we can’t tie things out exactly.</a:t>
            </a:r>
          </a:p>
          <a:p>
            <a:r>
              <a:rPr lang="en-US" dirty="0"/>
              <a:t>This example was chosen because Buffett’s letter is worth discussing, not because it was tidy.</a:t>
            </a:r>
          </a:p>
          <a:p>
            <a:r>
              <a:rPr lang="en-US" dirty="0"/>
              <a:t>But notice how we had some tools to interrogate the financial statements and to assess our progress.</a:t>
            </a:r>
          </a:p>
        </p:txBody>
      </p:sp>
    </p:spTree>
    <p:extLst>
      <p:ext uri="{BB962C8B-B14F-4D97-AF65-F5344CB8AC3E}">
        <p14:creationId xmlns:p14="http://schemas.microsoft.com/office/powerpoint/2010/main" val="18597297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11839709-2AD3-4473-975F-AC4220E0E567}" type="slidenum">
              <a:rPr lang="en-US"/>
              <a:pPr/>
              <a:t>46</a:t>
            </a:fld>
            <a:endParaRPr lang="en-US"/>
          </a:p>
        </p:txBody>
      </p:sp>
      <p:sp>
        <p:nvSpPr>
          <p:cNvPr id="61442" name="Rectangle 2"/>
          <p:cNvSpPr>
            <a:spLocks noGrp="1" noChangeArrowheads="1"/>
          </p:cNvSpPr>
          <p:nvPr>
            <p:ph type="title"/>
          </p:nvPr>
        </p:nvSpPr>
        <p:spPr/>
        <p:txBody>
          <a:bodyPr/>
          <a:lstStyle/>
          <a:p>
            <a:r>
              <a:rPr lang="en-US"/>
              <a:t>Next Time</a:t>
            </a:r>
          </a:p>
        </p:txBody>
      </p:sp>
      <p:sp>
        <p:nvSpPr>
          <p:cNvPr id="61443" name="Rectangle 3"/>
          <p:cNvSpPr>
            <a:spLocks noGrp="1" noChangeArrowheads="1"/>
          </p:cNvSpPr>
          <p:nvPr>
            <p:ph type="body" idx="1"/>
          </p:nvPr>
        </p:nvSpPr>
        <p:spPr/>
        <p:txBody>
          <a:bodyPr/>
          <a:lstStyle/>
          <a:p>
            <a:pPr>
              <a:buFontTx/>
              <a:buNone/>
            </a:pPr>
            <a:r>
              <a:rPr lang="en-US"/>
              <a:t>Fixed assets</a:t>
            </a:r>
          </a:p>
          <a:p>
            <a:pPr>
              <a:buFontTx/>
              <a:buNone/>
            </a:pPr>
            <a:r>
              <a:rPr lang="en-US"/>
              <a:t>	Valuation</a:t>
            </a:r>
          </a:p>
          <a:p>
            <a:pPr>
              <a:buFontTx/>
              <a:buNone/>
            </a:pPr>
            <a:r>
              <a:rPr lang="en-US"/>
              <a:t>	Depreciation</a:t>
            </a:r>
          </a:p>
          <a:p>
            <a:pPr>
              <a:buFontTx/>
              <a:buNone/>
            </a:pPr>
            <a:r>
              <a:rPr lang="en-US"/>
              <a:t>	Impairment</a:t>
            </a:r>
          </a:p>
        </p:txBody>
      </p:sp>
    </p:spTree>
    <p:extLst>
      <p:ext uri="{BB962C8B-B14F-4D97-AF65-F5344CB8AC3E}">
        <p14:creationId xmlns:p14="http://schemas.microsoft.com/office/powerpoint/2010/main" val="2975573572"/>
      </p:ext>
    </p:extLst>
  </p:cSld>
  <p:clrMapOvr>
    <a:masterClrMapping/>
  </p:clrMapOvr>
</p:sld>
</file>

<file path=ppt/theme/theme1.xml><?xml version="1.0" encoding="utf-8"?>
<a:theme xmlns:a="http://schemas.openxmlformats.org/drawingml/2006/main" name="Law-2147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865711B2-FDA0-8046-B5E0-291BD3C412D5}" vid="{7A5AA0EC-EDB4-4442-8A83-BD53A6AC89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Law-21474</Template>
  <TotalTime>1623</TotalTime>
  <Words>619</Words>
  <Application>Microsoft Office PowerPoint</Application>
  <PresentationFormat>On-screen Show (16:9)</PresentationFormat>
  <Paragraphs>73</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Law-21474</vt:lpstr>
      <vt:lpstr>LAW 21474 Financial Accounting</vt:lpstr>
      <vt:lpstr>Agenda</vt:lpstr>
      <vt:lpstr>Definition</vt:lpstr>
      <vt:lpstr>T-Account After Recording All Transactions of the Period</vt:lpstr>
      <vt:lpstr>Mark-to-Market (Fair Value)</vt:lpstr>
      <vt:lpstr>Mark-to-Market, Net Income &amp; AOCI</vt:lpstr>
      <vt:lpstr>Accumulated Other Comprehensive Income</vt:lpstr>
      <vt:lpstr>Equity Securities</vt:lpstr>
      <vt:lpstr>Definition</vt:lpstr>
      <vt:lpstr>Debt Securities: Three Categories</vt:lpstr>
      <vt:lpstr>GAAP – Trading Securities</vt:lpstr>
      <vt:lpstr>GAAP – Available-for-sale Securities</vt:lpstr>
      <vt:lpstr>Available-for-sale Equity Accounts</vt:lpstr>
      <vt:lpstr>Another Income Calculation</vt:lpstr>
      <vt:lpstr>GAAP – Held-to-maturity Securities</vt:lpstr>
      <vt:lpstr>Berkshire hathaway</vt:lpstr>
      <vt:lpstr>PowerPoint Presentation</vt:lpstr>
      <vt:lpstr>PowerPoint Presentation</vt:lpstr>
      <vt:lpstr>PowerPoint Presentation</vt:lpstr>
      <vt:lpstr>PowerPoint Presentation</vt:lpstr>
      <vt:lpstr>PowerPoint Presentation</vt:lpstr>
      <vt:lpstr>PowerPoint Presentation</vt:lpstr>
      <vt:lpstr>Any Dividends Declared?</vt:lpstr>
      <vt:lpstr>Any Dividends Paid?</vt:lpstr>
      <vt:lpstr>Entry to Reclassify AOCI into RE #1</vt:lpstr>
      <vt:lpstr>PowerPoint Presentation</vt:lpstr>
      <vt:lpstr>Reclassify AOCI to RE #2</vt:lpstr>
      <vt:lpstr>PowerPoint Presentation</vt:lpstr>
      <vt:lpstr>Cash Sales of Investments in Equity Securities</vt:lpstr>
      <vt:lpstr>PowerPoint Presentation</vt:lpstr>
      <vt:lpstr>PowerPoint Presentation</vt:lpstr>
      <vt:lpstr>PowerPoint Presentation</vt:lpstr>
      <vt:lpstr>Fair Value Adjustment</vt:lpstr>
      <vt:lpstr>PowerPoint Presentation</vt:lpstr>
      <vt:lpstr>Investments Gains/Losses</vt:lpstr>
      <vt:lpstr>PowerPoint Presentation</vt:lpstr>
      <vt:lpstr>PowerPoint Presentation</vt:lpstr>
      <vt:lpstr>PowerPoint Presentation</vt:lpstr>
      <vt:lpstr>PowerPoint Presentation</vt:lpstr>
      <vt:lpstr>PowerPoint Presentation</vt:lpstr>
      <vt:lpstr>More from Note 2</vt:lpstr>
      <vt:lpstr>One Last Place to Look</vt:lpstr>
      <vt:lpstr>One Last Thing</vt:lpstr>
      <vt:lpstr>PowerPoint Presentation</vt:lpstr>
      <vt:lpstr>Berkshire Case: Conclusion</vt:lpstr>
      <vt:lpstr>Next Time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 21474 Financial Accounting</dc:title>
  <dc:creator>rantle</dc:creator>
  <cp:lastModifiedBy>Antle, Rick</cp:lastModifiedBy>
  <cp:revision>93</cp:revision>
  <dcterms:created xsi:type="dcterms:W3CDTF">2018-03-19T21:17:19Z</dcterms:created>
  <dcterms:modified xsi:type="dcterms:W3CDTF">2024-03-25T15:40:18Z</dcterms:modified>
</cp:coreProperties>
</file>