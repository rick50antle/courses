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65" r:id="rId5"/>
    <p:sldId id="268" r:id="rId6"/>
    <p:sldId id="269" r:id="rId7"/>
    <p:sldId id="270" r:id="rId8"/>
    <p:sldId id="272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266F12-C037-8DFD-32FE-918CCAE248C5}" v="5" dt="2025-04-09T20:06:34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5"/>
    <p:restoredTop sz="94410"/>
  </p:normalViewPr>
  <p:slideViewPr>
    <p:cSldViewPr>
      <p:cViewPr varScale="1">
        <p:scale>
          <a:sx n="118" d="100"/>
          <a:sy n="118" d="100"/>
        </p:scale>
        <p:origin x="86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C075D79D-3FAD-7446-8FEB-21FD15EF0830}"/>
    <pc:docChg chg="undo custSel addSld delSld modSld">
      <pc:chgData name="Antle, Rick" userId="c2afbbd2-30e4-4c8e-8af5-81913178ace3" providerId="ADAL" clId="{C075D79D-3FAD-7446-8FEB-21FD15EF0830}" dt="2022-04-06T19:37:42.502" v="172" actId="1076"/>
      <pc:docMkLst>
        <pc:docMk/>
      </pc:docMkLst>
      <pc:sldChg chg="modSp mod">
        <pc:chgData name="Antle, Rick" userId="c2afbbd2-30e4-4c8e-8af5-81913178ace3" providerId="ADAL" clId="{C075D79D-3FAD-7446-8FEB-21FD15EF0830}" dt="2022-04-06T18:51:39.487" v="147" actId="20577"/>
        <pc:sldMkLst>
          <pc:docMk/>
          <pc:sldMk cId="1978449826" sldId="257"/>
        </pc:sldMkLst>
        <pc:spChg chg="mod">
          <ac:chgData name="Antle, Rick" userId="c2afbbd2-30e4-4c8e-8af5-81913178ace3" providerId="ADAL" clId="{C075D79D-3FAD-7446-8FEB-21FD15EF0830}" dt="2022-04-06T18:51:39.487" v="147" actId="20577"/>
          <ac:spMkLst>
            <pc:docMk/>
            <pc:sldMk cId="1978449826" sldId="257"/>
            <ac:spMk id="3" creationId="{B096D4E2-2C5F-C940-B24D-70871521E406}"/>
          </ac:spMkLst>
        </pc:spChg>
      </pc:sldChg>
      <pc:sldChg chg="modSp mod">
        <pc:chgData name="Antle, Rick" userId="c2afbbd2-30e4-4c8e-8af5-81913178ace3" providerId="ADAL" clId="{C075D79D-3FAD-7446-8FEB-21FD15EF0830}" dt="2022-04-05T20:53:19.878" v="23" actId="20577"/>
        <pc:sldMkLst>
          <pc:docMk/>
          <pc:sldMk cId="1532427155" sldId="266"/>
        </pc:sldMkLst>
        <pc:spChg chg="mod">
          <ac:chgData name="Antle, Rick" userId="c2afbbd2-30e4-4c8e-8af5-81913178ace3" providerId="ADAL" clId="{C075D79D-3FAD-7446-8FEB-21FD15EF0830}" dt="2022-04-05T20:53:19.878" v="23" actId="20577"/>
          <ac:spMkLst>
            <pc:docMk/>
            <pc:sldMk cId="1532427155" sldId="266"/>
            <ac:spMk id="2" creationId="{6A102927-04AE-4669-BBAC-3B63809EBE88}"/>
          </ac:spMkLst>
        </pc:spChg>
      </pc:sldChg>
      <pc:sldChg chg="modSp add mod">
        <pc:chgData name="Antle, Rick" userId="c2afbbd2-30e4-4c8e-8af5-81913178ace3" providerId="ADAL" clId="{C075D79D-3FAD-7446-8FEB-21FD15EF0830}" dt="2022-04-05T20:53:47.835" v="45" actId="20577"/>
        <pc:sldMkLst>
          <pc:docMk/>
          <pc:sldMk cId="3249698252" sldId="271"/>
        </pc:sldMkLst>
        <pc:spChg chg="mod">
          <ac:chgData name="Antle, Rick" userId="c2afbbd2-30e4-4c8e-8af5-81913178ace3" providerId="ADAL" clId="{C075D79D-3FAD-7446-8FEB-21FD15EF0830}" dt="2022-04-05T20:53:47.835" v="45" actId="20577"/>
          <ac:spMkLst>
            <pc:docMk/>
            <pc:sldMk cId="3249698252" sldId="271"/>
            <ac:spMk id="2" creationId="{6A102927-04AE-4669-BBAC-3B63809EBE88}"/>
          </ac:spMkLst>
        </pc:spChg>
      </pc:sldChg>
      <pc:sldChg chg="addSp delSp modSp new mod">
        <pc:chgData name="Antle, Rick" userId="c2afbbd2-30e4-4c8e-8af5-81913178ace3" providerId="ADAL" clId="{C075D79D-3FAD-7446-8FEB-21FD15EF0830}" dt="2022-04-06T19:37:42.502" v="172" actId="1076"/>
        <pc:sldMkLst>
          <pc:docMk/>
          <pc:sldMk cId="1614911353" sldId="272"/>
        </pc:sldMkLst>
        <pc:spChg chg="add del">
          <ac:chgData name="Antle, Rick" userId="c2afbbd2-30e4-4c8e-8af5-81913178ace3" providerId="ADAL" clId="{C075D79D-3FAD-7446-8FEB-21FD15EF0830}" dt="2022-04-06T19:35:52.385" v="162" actId="478"/>
          <ac:spMkLst>
            <pc:docMk/>
            <pc:sldMk cId="1614911353" sldId="272"/>
            <ac:spMk id="2" creationId="{BAC70EA2-677B-C642-B83F-3927E0A0A2D5}"/>
          </ac:spMkLst>
        </pc:spChg>
        <pc:spChg chg="del">
          <ac:chgData name="Antle, Rick" userId="c2afbbd2-30e4-4c8e-8af5-81913178ace3" providerId="ADAL" clId="{C075D79D-3FAD-7446-8FEB-21FD15EF0830}" dt="2022-04-06T19:35:12.125" v="149" actId="478"/>
          <ac:spMkLst>
            <pc:docMk/>
            <pc:sldMk cId="1614911353" sldId="272"/>
            <ac:spMk id="3" creationId="{C3E58347-2CCC-FE41-9C16-B9A1B2576A05}"/>
          </ac:spMkLst>
        </pc:spChg>
        <pc:picChg chg="add mod modCrop">
          <ac:chgData name="Antle, Rick" userId="c2afbbd2-30e4-4c8e-8af5-81913178ace3" providerId="ADAL" clId="{C075D79D-3FAD-7446-8FEB-21FD15EF0830}" dt="2022-04-06T19:37:28.667" v="170" actId="1076"/>
          <ac:picMkLst>
            <pc:docMk/>
            <pc:sldMk cId="1614911353" sldId="272"/>
            <ac:picMk id="4" creationId="{8296BBC3-F6D6-6D49-B2A4-D03BC2CDC9B4}"/>
          </ac:picMkLst>
        </pc:picChg>
        <pc:picChg chg="add mod">
          <ac:chgData name="Antle, Rick" userId="c2afbbd2-30e4-4c8e-8af5-81913178ace3" providerId="ADAL" clId="{C075D79D-3FAD-7446-8FEB-21FD15EF0830}" dt="2022-04-06T19:37:42.502" v="172" actId="1076"/>
          <ac:picMkLst>
            <pc:docMk/>
            <pc:sldMk cId="1614911353" sldId="272"/>
            <ac:picMk id="5" creationId="{C188C54A-207D-AB4D-815B-17A11C866186}"/>
          </ac:picMkLst>
        </pc:picChg>
      </pc:sldChg>
      <pc:sldChg chg="delSp add del mod">
        <pc:chgData name="Antle, Rick" userId="c2afbbd2-30e4-4c8e-8af5-81913178ace3" providerId="ADAL" clId="{C075D79D-3FAD-7446-8FEB-21FD15EF0830}" dt="2022-04-06T18:50:22.515" v="49" actId="2696"/>
        <pc:sldMkLst>
          <pc:docMk/>
          <pc:sldMk cId="1630325222" sldId="289"/>
        </pc:sldMkLst>
        <pc:picChg chg="del">
          <ac:chgData name="Antle, Rick" userId="c2afbbd2-30e4-4c8e-8af5-81913178ace3" providerId="ADAL" clId="{C075D79D-3FAD-7446-8FEB-21FD15EF0830}" dt="2022-04-06T18:43:28.427" v="48" actId="478"/>
          <ac:picMkLst>
            <pc:docMk/>
            <pc:sldMk cId="1630325222" sldId="289"/>
            <ac:picMk id="5" creationId="{25DA1324-9E35-4833-B757-C50B214F2429}"/>
          </ac:picMkLst>
        </pc:picChg>
      </pc:sldChg>
      <pc:sldChg chg="add del">
        <pc:chgData name="Antle, Rick" userId="c2afbbd2-30e4-4c8e-8af5-81913178ace3" providerId="ADAL" clId="{C075D79D-3FAD-7446-8FEB-21FD15EF0830}" dt="2022-04-06T18:50:26.564" v="50" actId="2696"/>
        <pc:sldMkLst>
          <pc:docMk/>
          <pc:sldMk cId="927931232" sldId="290"/>
        </pc:sldMkLst>
      </pc:sldChg>
      <pc:sldChg chg="add del">
        <pc:chgData name="Antle, Rick" userId="c2afbbd2-30e4-4c8e-8af5-81913178ace3" providerId="ADAL" clId="{C075D79D-3FAD-7446-8FEB-21FD15EF0830}" dt="2022-04-06T18:41:59.967" v="47" actId="2696"/>
        <pc:sldMkLst>
          <pc:docMk/>
          <pc:sldMk cId="3793214866" sldId="292"/>
        </pc:sldMkLst>
      </pc:sldChg>
    </pc:docChg>
  </pc:docChgLst>
  <pc:docChgLst>
    <pc:chgData name="Antle, Rick" userId="S::rick.antle@yale.edu::c2afbbd2-30e4-4c8e-8af5-81913178ace3" providerId="AD" clId="Web-{E8266F12-C037-8DFD-32FE-918CCAE248C5}"/>
    <pc:docChg chg="modSld">
      <pc:chgData name="Antle, Rick" userId="S::rick.antle@yale.edu::c2afbbd2-30e4-4c8e-8af5-81913178ace3" providerId="AD" clId="Web-{E8266F12-C037-8DFD-32FE-918CCAE248C5}" dt="2025-04-09T20:06:32.015" v="2" actId="20577"/>
      <pc:docMkLst>
        <pc:docMk/>
      </pc:docMkLst>
      <pc:sldChg chg="modSp">
        <pc:chgData name="Antle, Rick" userId="S::rick.antle@yale.edu::c2afbbd2-30e4-4c8e-8af5-81913178ace3" providerId="AD" clId="Web-{E8266F12-C037-8DFD-32FE-918CCAE248C5}" dt="2025-04-09T20:06:32.015" v="2" actId="20577"/>
        <pc:sldMkLst>
          <pc:docMk/>
          <pc:sldMk cId="2464952412" sldId="256"/>
        </pc:sldMkLst>
        <pc:spChg chg="mod">
          <ac:chgData name="Antle, Rick" userId="S::rick.antle@yale.edu::c2afbbd2-30e4-4c8e-8af5-81913178ace3" providerId="AD" clId="Web-{E8266F12-C037-8DFD-32FE-918CCAE248C5}" dt="2025-04-09T20:06:25.874" v="1" actId="20577"/>
          <ac:spMkLst>
            <pc:docMk/>
            <pc:sldMk cId="2464952412" sldId="256"/>
            <ac:spMk id="2" creationId="{00000000-0000-0000-0000-000000000000}"/>
          </ac:spMkLst>
        </pc:spChg>
        <pc:spChg chg="mod">
          <ac:chgData name="Antle, Rick" userId="S::rick.antle@yale.edu::c2afbbd2-30e4-4c8e-8af5-81913178ace3" providerId="AD" clId="Web-{E8266F12-C037-8DFD-32FE-918CCAE248C5}" dt="2025-04-09T20:06:32.015" v="2" actId="20577"/>
          <ac:spMkLst>
            <pc:docMk/>
            <pc:sldMk cId="2464952412" sldId="256"/>
            <ac:spMk id="3" creationId="{00000000-0000-0000-0000-000000000000}"/>
          </ac:spMkLst>
        </pc:spChg>
      </pc:sldChg>
    </pc:docChg>
  </pc:docChgLst>
  <pc:docChgLst>
    <pc:chgData name="Antle, Rick" userId="c2afbbd2-30e4-4c8e-8af5-81913178ace3" providerId="ADAL" clId="{2259685D-3DCF-4D65-BA52-C13DCCDBD36E}"/>
    <pc:docChg chg="undo custSel addSld delSld modSld">
      <pc:chgData name="Antle, Rick" userId="c2afbbd2-30e4-4c8e-8af5-81913178ace3" providerId="ADAL" clId="{2259685D-3DCF-4D65-BA52-C13DCCDBD36E}" dt="2021-04-07T19:57:14.431" v="404" actId="20577"/>
      <pc:docMkLst>
        <pc:docMk/>
      </pc:docMkLst>
      <pc:sldChg chg="modSp mod">
        <pc:chgData name="Antle, Rick" userId="c2afbbd2-30e4-4c8e-8af5-81913178ace3" providerId="ADAL" clId="{2259685D-3DCF-4D65-BA52-C13DCCDBD36E}" dt="2021-04-07T19:35:07.375" v="0" actId="6549"/>
        <pc:sldMkLst>
          <pc:docMk/>
          <pc:sldMk cId="2464952412" sldId="256"/>
        </pc:sldMkLst>
        <pc:spChg chg="mod">
          <ac:chgData name="Antle, Rick" userId="c2afbbd2-30e4-4c8e-8af5-81913178ace3" providerId="ADAL" clId="{2259685D-3DCF-4D65-BA52-C13DCCDBD36E}" dt="2021-04-07T19:35:07.375" v="0" actId="6549"/>
          <ac:spMkLst>
            <pc:docMk/>
            <pc:sldMk cId="2464952412" sldId="256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2259685D-3DCF-4D65-BA52-C13DCCDBD36E}" dt="2021-04-07T19:36:51.513" v="71" actId="20577"/>
        <pc:sldMkLst>
          <pc:docMk/>
          <pc:sldMk cId="1978449826" sldId="257"/>
        </pc:sldMkLst>
        <pc:spChg chg="mod">
          <ac:chgData name="Antle, Rick" userId="c2afbbd2-30e4-4c8e-8af5-81913178ace3" providerId="ADAL" clId="{2259685D-3DCF-4D65-BA52-C13DCCDBD36E}" dt="2021-04-07T19:36:51.513" v="71" actId="20577"/>
          <ac:spMkLst>
            <pc:docMk/>
            <pc:sldMk cId="1978449826" sldId="257"/>
            <ac:spMk id="3" creationId="{B096D4E2-2C5F-C940-B24D-70871521E406}"/>
          </ac:spMkLst>
        </pc:spChg>
      </pc:sldChg>
      <pc:sldChg chg="del">
        <pc:chgData name="Antle, Rick" userId="c2afbbd2-30e4-4c8e-8af5-81913178ace3" providerId="ADAL" clId="{2259685D-3DCF-4D65-BA52-C13DCCDBD36E}" dt="2021-04-07T19:35:31.136" v="1" actId="47"/>
        <pc:sldMkLst>
          <pc:docMk/>
          <pc:sldMk cId="2534430416" sldId="258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3555129079" sldId="259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2903297218" sldId="260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1626114992" sldId="261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2287183398" sldId="262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4164505093" sldId="263"/>
        </pc:sldMkLst>
      </pc:sldChg>
      <pc:sldChg chg="del">
        <pc:chgData name="Antle, Rick" userId="c2afbbd2-30e4-4c8e-8af5-81913178ace3" providerId="ADAL" clId="{2259685D-3DCF-4D65-BA52-C13DCCDBD36E}" dt="2021-04-07T19:37:08.393" v="72" actId="47"/>
        <pc:sldMkLst>
          <pc:docMk/>
          <pc:sldMk cId="2401557433" sldId="264"/>
        </pc:sldMkLst>
      </pc:sldChg>
      <pc:sldChg chg="modSp mod">
        <pc:chgData name="Antle, Rick" userId="c2afbbd2-30e4-4c8e-8af5-81913178ace3" providerId="ADAL" clId="{2259685D-3DCF-4D65-BA52-C13DCCDBD36E}" dt="2021-04-07T19:45:28.672" v="254" actId="12"/>
        <pc:sldMkLst>
          <pc:docMk/>
          <pc:sldMk cId="2440084377" sldId="265"/>
        </pc:sldMkLst>
        <pc:spChg chg="mod">
          <ac:chgData name="Antle, Rick" userId="c2afbbd2-30e4-4c8e-8af5-81913178ace3" providerId="ADAL" clId="{2259685D-3DCF-4D65-BA52-C13DCCDBD36E}" dt="2021-04-07T19:45:18.792" v="251" actId="20577"/>
          <ac:spMkLst>
            <pc:docMk/>
            <pc:sldMk cId="2440084377" sldId="265"/>
            <ac:spMk id="2" creationId="{0F596716-1C9D-1A43-A748-942E94D8AF02}"/>
          </ac:spMkLst>
        </pc:spChg>
        <pc:spChg chg="mod">
          <ac:chgData name="Antle, Rick" userId="c2afbbd2-30e4-4c8e-8af5-81913178ace3" providerId="ADAL" clId="{2259685D-3DCF-4D65-BA52-C13DCCDBD36E}" dt="2021-04-07T19:45:28.672" v="254" actId="12"/>
          <ac:spMkLst>
            <pc:docMk/>
            <pc:sldMk cId="2440084377" sldId="265"/>
            <ac:spMk id="3" creationId="{212B362A-0D62-1640-87B3-E0A444BC5219}"/>
          </ac:spMkLst>
        </pc:spChg>
      </pc:sldChg>
      <pc:sldChg chg="modSp new mod">
        <pc:chgData name="Antle, Rick" userId="c2afbbd2-30e4-4c8e-8af5-81913178ace3" providerId="ADAL" clId="{2259685D-3DCF-4D65-BA52-C13DCCDBD36E}" dt="2021-04-07T19:38:29.029" v="193" actId="20577"/>
        <pc:sldMkLst>
          <pc:docMk/>
          <pc:sldMk cId="1532427155" sldId="266"/>
        </pc:sldMkLst>
        <pc:spChg chg="mod">
          <ac:chgData name="Antle, Rick" userId="c2afbbd2-30e4-4c8e-8af5-81913178ace3" providerId="ADAL" clId="{2259685D-3DCF-4D65-BA52-C13DCCDBD36E}" dt="2021-04-07T19:38:09.067" v="121" actId="20577"/>
          <ac:spMkLst>
            <pc:docMk/>
            <pc:sldMk cId="1532427155" sldId="266"/>
            <ac:spMk id="2" creationId="{6A102927-04AE-4669-BBAC-3B63809EBE88}"/>
          </ac:spMkLst>
        </pc:spChg>
        <pc:spChg chg="mod">
          <ac:chgData name="Antle, Rick" userId="c2afbbd2-30e4-4c8e-8af5-81913178ace3" providerId="ADAL" clId="{2259685D-3DCF-4D65-BA52-C13DCCDBD36E}" dt="2021-04-07T19:38:29.029" v="193" actId="20577"/>
          <ac:spMkLst>
            <pc:docMk/>
            <pc:sldMk cId="1532427155" sldId="266"/>
            <ac:spMk id="3" creationId="{9B033CF8-B8D3-442E-8FE8-77228DE4B0C3}"/>
          </ac:spMkLst>
        </pc:spChg>
      </pc:sldChg>
      <pc:sldChg chg="add">
        <pc:chgData name="Antle, Rick" userId="c2afbbd2-30e4-4c8e-8af5-81913178ace3" providerId="ADAL" clId="{2259685D-3DCF-4D65-BA52-C13DCCDBD36E}" dt="2021-04-07T19:38:43.156" v="194"/>
        <pc:sldMkLst>
          <pc:docMk/>
          <pc:sldMk cId="993796027" sldId="267"/>
        </pc:sldMkLst>
      </pc:sldChg>
      <pc:sldChg chg="modSp add mod">
        <pc:chgData name="Antle, Rick" userId="c2afbbd2-30e4-4c8e-8af5-81913178ace3" providerId="ADAL" clId="{2259685D-3DCF-4D65-BA52-C13DCCDBD36E}" dt="2021-04-07T19:51:07.253" v="382" actId="20577"/>
        <pc:sldMkLst>
          <pc:docMk/>
          <pc:sldMk cId="3014030807" sldId="268"/>
        </pc:sldMkLst>
        <pc:spChg chg="mod">
          <ac:chgData name="Antle, Rick" userId="c2afbbd2-30e4-4c8e-8af5-81913178ace3" providerId="ADAL" clId="{2259685D-3DCF-4D65-BA52-C13DCCDBD36E}" dt="2021-04-07T19:51:07.253" v="382" actId="20577"/>
          <ac:spMkLst>
            <pc:docMk/>
            <pc:sldMk cId="3014030807" sldId="268"/>
            <ac:spMk id="3" creationId="{212B362A-0D62-1640-87B3-E0A444BC5219}"/>
          </ac:spMkLst>
        </pc:spChg>
      </pc:sldChg>
      <pc:sldChg chg="modSp add mod">
        <pc:chgData name="Antle, Rick" userId="c2afbbd2-30e4-4c8e-8af5-81913178ace3" providerId="ADAL" clId="{2259685D-3DCF-4D65-BA52-C13DCCDBD36E}" dt="2021-04-07T19:53:09.564" v="391" actId="20577"/>
        <pc:sldMkLst>
          <pc:docMk/>
          <pc:sldMk cId="3923607143" sldId="269"/>
        </pc:sldMkLst>
        <pc:spChg chg="mod">
          <ac:chgData name="Antle, Rick" userId="c2afbbd2-30e4-4c8e-8af5-81913178ace3" providerId="ADAL" clId="{2259685D-3DCF-4D65-BA52-C13DCCDBD36E}" dt="2021-04-07T19:53:09.564" v="391" actId="20577"/>
          <ac:spMkLst>
            <pc:docMk/>
            <pc:sldMk cId="3923607143" sldId="269"/>
            <ac:spMk id="3" creationId="{212B362A-0D62-1640-87B3-E0A444BC5219}"/>
          </ac:spMkLst>
        </pc:spChg>
      </pc:sldChg>
      <pc:sldChg chg="modSp add mod">
        <pc:chgData name="Antle, Rick" userId="c2afbbd2-30e4-4c8e-8af5-81913178ace3" providerId="ADAL" clId="{2259685D-3DCF-4D65-BA52-C13DCCDBD36E}" dt="2021-04-07T19:57:14.431" v="404" actId="20577"/>
        <pc:sldMkLst>
          <pc:docMk/>
          <pc:sldMk cId="2590980703" sldId="270"/>
        </pc:sldMkLst>
        <pc:spChg chg="mod">
          <ac:chgData name="Antle, Rick" userId="c2afbbd2-30e4-4c8e-8af5-81913178ace3" providerId="ADAL" clId="{2259685D-3DCF-4D65-BA52-C13DCCDBD36E}" dt="2021-04-07T19:57:14.431" v="404" actId="20577"/>
          <ac:spMkLst>
            <pc:docMk/>
            <pc:sldMk cId="2590980703" sldId="270"/>
            <ac:spMk id="3" creationId="{212B362A-0D62-1640-87B3-E0A444BC5219}"/>
          </ac:spMkLst>
        </pc:spChg>
      </pc:sldChg>
    </pc:docChg>
  </pc:docChgLst>
  <pc:docChgLst>
    <pc:chgData name="Antle, Rick" userId="c2afbbd2-30e4-4c8e-8af5-81913178ace3" providerId="ADAL" clId="{4CB735D9-A215-431D-8B0C-43A3D0617798}"/>
    <pc:docChg chg="delSld modSld sldOrd">
      <pc:chgData name="Antle, Rick" userId="c2afbbd2-30e4-4c8e-8af5-81913178ace3" providerId="ADAL" clId="{4CB735D9-A215-431D-8B0C-43A3D0617798}" dt="2022-11-02T19:06:15.078" v="109" actId="20577"/>
      <pc:docMkLst>
        <pc:docMk/>
      </pc:docMkLst>
      <pc:sldChg chg="modSp mod">
        <pc:chgData name="Antle, Rick" userId="c2afbbd2-30e4-4c8e-8af5-81913178ace3" providerId="ADAL" clId="{4CB735D9-A215-431D-8B0C-43A3D0617798}" dt="2022-11-02T19:06:15.078" v="109" actId="20577"/>
        <pc:sldMkLst>
          <pc:docMk/>
          <pc:sldMk cId="2464952412" sldId="256"/>
        </pc:sldMkLst>
        <pc:spChg chg="mod">
          <ac:chgData name="Antle, Rick" userId="c2afbbd2-30e4-4c8e-8af5-81913178ace3" providerId="ADAL" clId="{4CB735D9-A215-431D-8B0C-43A3D0617798}" dt="2022-11-02T19:06:10.617" v="107" actId="20577"/>
          <ac:spMkLst>
            <pc:docMk/>
            <pc:sldMk cId="2464952412" sldId="256"/>
            <ac:spMk id="2" creationId="{00000000-0000-0000-0000-000000000000}"/>
          </ac:spMkLst>
        </pc:spChg>
        <pc:spChg chg="mod">
          <ac:chgData name="Antle, Rick" userId="c2afbbd2-30e4-4c8e-8af5-81913178ace3" providerId="ADAL" clId="{4CB735D9-A215-431D-8B0C-43A3D0617798}" dt="2022-11-02T19:06:15.078" v="109" actId="20577"/>
          <ac:spMkLst>
            <pc:docMk/>
            <pc:sldMk cId="2464952412" sldId="256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4CB735D9-A215-431D-8B0C-43A3D0617798}" dt="2022-11-02T19:03:03.877" v="99" actId="20577"/>
        <pc:sldMkLst>
          <pc:docMk/>
          <pc:sldMk cId="1978449826" sldId="257"/>
        </pc:sldMkLst>
        <pc:spChg chg="mod">
          <ac:chgData name="Antle, Rick" userId="c2afbbd2-30e4-4c8e-8af5-81913178ace3" providerId="ADAL" clId="{4CB735D9-A215-431D-8B0C-43A3D0617798}" dt="2022-11-02T19:03:03.877" v="99" actId="20577"/>
          <ac:spMkLst>
            <pc:docMk/>
            <pc:sldMk cId="1978449826" sldId="257"/>
            <ac:spMk id="3" creationId="{B096D4E2-2C5F-C940-B24D-70871521E406}"/>
          </ac:spMkLst>
        </pc:spChg>
      </pc:sldChg>
      <pc:sldChg chg="del">
        <pc:chgData name="Antle, Rick" userId="c2afbbd2-30e4-4c8e-8af5-81913178ace3" providerId="ADAL" clId="{4CB735D9-A215-431D-8B0C-43A3D0617798}" dt="2022-11-02T19:03:11.567" v="100" actId="47"/>
        <pc:sldMkLst>
          <pc:docMk/>
          <pc:sldMk cId="1532427155" sldId="266"/>
        </pc:sldMkLst>
      </pc:sldChg>
      <pc:sldChg chg="ord">
        <pc:chgData name="Antle, Rick" userId="c2afbbd2-30e4-4c8e-8af5-81913178ace3" providerId="ADAL" clId="{4CB735D9-A215-431D-8B0C-43A3D0617798}" dt="2022-11-02T19:03:22.685" v="103"/>
        <pc:sldMkLst>
          <pc:docMk/>
          <pc:sldMk cId="993796027" sldId="267"/>
        </pc:sldMkLst>
      </pc:sldChg>
      <pc:sldChg chg="del">
        <pc:chgData name="Antle, Rick" userId="c2afbbd2-30e4-4c8e-8af5-81913178ace3" providerId="ADAL" clId="{4CB735D9-A215-431D-8B0C-43A3D0617798}" dt="2022-11-02T19:03:13.301" v="101" actId="47"/>
        <pc:sldMkLst>
          <pc:docMk/>
          <pc:sldMk cId="3249698252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sc.fasb.org/glossarysection&amp;ioid=122651752&amp;id=SL6796137-10926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LAW 21474</a:t>
            </a:r>
            <a:br>
              <a:rPr lang="en-US" dirty="0"/>
            </a:br>
            <a:r>
              <a:rPr lang="en-US" dirty="0"/>
              <a:t>Financial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Impairments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E457-8274-2749-B022-A9615479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6D4E2-2C5F-C940-B24D-70871521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Impairments</a:t>
            </a:r>
          </a:p>
          <a:p>
            <a:pPr lvl="1"/>
            <a:r>
              <a:rPr lang="en-US" dirty="0"/>
              <a:t>JDS Uniphase</a:t>
            </a:r>
          </a:p>
          <a:p>
            <a:r>
              <a:rPr lang="en-US" dirty="0"/>
              <a:t>We will also get into some of the details of acquisitions</a:t>
            </a:r>
          </a:p>
        </p:txBody>
      </p:sp>
    </p:spTree>
    <p:extLst>
      <p:ext uri="{BB962C8B-B14F-4D97-AF65-F5344CB8AC3E}">
        <p14:creationId xmlns:p14="http://schemas.microsoft.com/office/powerpoint/2010/main" val="1978449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16-1C9D-1A43-A748-942E94D8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JDS Uniphase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62A-0D62-1640-87B3-E0A444BC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9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16-1C9D-1A43-A748-942E94D8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Goodwill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62A-0D62-1640-87B3-E0A444BC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ASC 350-20-35-2 </a:t>
            </a:r>
          </a:p>
          <a:p>
            <a:r>
              <a:rPr lang="en-US" dirty="0">
                <a:effectLst/>
              </a:rPr>
              <a:t>Impairment is the condition that exists when the carrying amount of goodwill exceeds its implied fair value. The fair value of goodwill can be measured only as a residual and cannot be measured directly. Therefore, this Subtopic includes a methodology to determine an amount that achieves a reasonable estimate of the value of goodwill for purposes of measuring an impairment loss. That estimate is referred to as the implied fair value of goodwill.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8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16-1C9D-1A43-A748-942E94D8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Goodwill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62A-0D62-1640-87B3-E0A444BC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ASC 350-20-35-3A </a:t>
            </a:r>
          </a:p>
          <a:p>
            <a:r>
              <a:rPr lang="en-US" dirty="0">
                <a:effectLst/>
              </a:rPr>
              <a:t>An entity may assess qualitative factors to determine whether it is more likely than not (that is, a likelihood of more than 50 percent) that the fair value of a reporting unit is less than its carrying amount, including goodwill.</a:t>
            </a:r>
          </a:p>
          <a:p>
            <a:r>
              <a:rPr lang="en-US" dirty="0"/>
              <a:t>Paragraphs 3B through 3G describe this process.</a:t>
            </a:r>
            <a:r>
              <a:rPr lang="en-US" dirty="0">
                <a:effectLst/>
              </a:rPr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3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16-1C9D-1A43-A748-942E94D8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Goodwill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62A-0D62-1640-87B3-E0A444BC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ASC 350-20-35-4 </a:t>
            </a:r>
          </a:p>
          <a:p>
            <a:r>
              <a:rPr lang="en-US" dirty="0"/>
              <a:t>The first step of the goodwill impairment test, used to identify potential impairment, compares the fair value of a reporting unit with its carrying amount, including goodwill.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ASC 350-20-35-9</a:t>
            </a:r>
            <a:endParaRPr lang="en-US" dirty="0"/>
          </a:p>
          <a:p>
            <a:r>
              <a:rPr lang="en-US" dirty="0"/>
              <a:t>If the carrying amount of a reporting unit exceeds its fair value, the second step of the goodwill impairment test shall be performed to measure the amount of impairment loss, if any.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60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16-1C9D-1A43-A748-942E94D8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Goodwill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62A-0D62-1640-87B3-E0A444BC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ASC 350-20-35-14 </a:t>
            </a:r>
          </a:p>
          <a:p>
            <a:r>
              <a:rPr lang="en-US" dirty="0"/>
              <a:t>The implied fair value of goodwill shall be determined in the same manner as the amount of goodwill recognized in a business combination or an </a:t>
            </a:r>
            <a:r>
              <a:rPr lang="en-US" dirty="0">
                <a:hlinkClick r:id="rId2"/>
              </a:rPr>
              <a:t>acquisition by a not-for-profit entity</a:t>
            </a:r>
            <a:r>
              <a:rPr lang="en-US" dirty="0"/>
              <a:t> was determined. That is, an entity shall assign the fair value of a reporting unit to all of the assets and liabilities of that unit (including any unrecognized intangible assets) as if the reporting unit had been acquired in a business combination or an acquisition by a not-for-profit entity….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98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8296BBC3-F6D6-6D49-B2A4-D03BC2CDC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41" b="83420"/>
          <a:stretch/>
        </p:blipFill>
        <p:spPr bwMode="auto">
          <a:xfrm>
            <a:off x="360281" y="285750"/>
            <a:ext cx="8423437" cy="5994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C188C54A-207D-AB4D-815B-17A11C8661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154"/>
          <a:stretch/>
        </p:blipFill>
        <p:spPr bwMode="auto">
          <a:xfrm>
            <a:off x="544158" y="971550"/>
            <a:ext cx="8055681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1491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w-21474" id="{29A268E7-C1EE-804E-9E21-42CF91E0CDD8}" vid="{1151EACA-FD17-F543-A3DE-9FA948D1AC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7439</TotalTime>
  <Words>325</Words>
  <Application>Microsoft Office PowerPoint</Application>
  <PresentationFormat>On-screen Show (16:9)</PresentationFormat>
  <Paragraphs>24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LAW 21474 Financial Accounting</vt:lpstr>
      <vt:lpstr>Agenda</vt:lpstr>
      <vt:lpstr>JDS Uniphase</vt:lpstr>
      <vt:lpstr>Goodwill Impairment</vt:lpstr>
      <vt:lpstr>Goodwill Impairment</vt:lpstr>
      <vt:lpstr>Goodwill Impairment</vt:lpstr>
      <vt:lpstr>Goodwill Impairment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21474 Financial Accounting</dc:title>
  <dc:creator>Rick Antle</dc:creator>
  <cp:lastModifiedBy>Antle, Rick</cp:lastModifiedBy>
  <cp:revision>14</cp:revision>
  <cp:lastPrinted>2020-04-06T19:47:47Z</cp:lastPrinted>
  <dcterms:created xsi:type="dcterms:W3CDTF">2018-03-05T04:34:36Z</dcterms:created>
  <dcterms:modified xsi:type="dcterms:W3CDTF">2025-04-09T20:06:35Z</dcterms:modified>
</cp:coreProperties>
</file>