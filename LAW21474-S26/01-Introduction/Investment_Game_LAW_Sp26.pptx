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278" r:id="rId3"/>
    <p:sldId id="279" r:id="rId4"/>
    <p:sldId id="339" r:id="rId5"/>
    <p:sldId id="343" r:id="rId6"/>
    <p:sldId id="351" r:id="rId7"/>
    <p:sldId id="344" r:id="rId8"/>
    <p:sldId id="345" r:id="rId9"/>
    <p:sldId id="346" r:id="rId10"/>
    <p:sldId id="347" r:id="rId11"/>
    <p:sldId id="348" r:id="rId12"/>
    <p:sldId id="349" r:id="rId13"/>
    <p:sldId id="363" r:id="rId14"/>
    <p:sldId id="350" r:id="rId15"/>
    <p:sldId id="352" r:id="rId16"/>
    <p:sldId id="353" r:id="rId17"/>
    <p:sldId id="354" r:id="rId18"/>
    <p:sldId id="355" r:id="rId19"/>
    <p:sldId id="364" r:id="rId20"/>
    <p:sldId id="365" r:id="rId21"/>
    <p:sldId id="359" r:id="rId22"/>
    <p:sldId id="358" r:id="rId23"/>
    <p:sldId id="366" r:id="rId24"/>
    <p:sldId id="367" r:id="rId25"/>
    <p:sldId id="361" r:id="rId26"/>
    <p:sldId id="370" r:id="rId27"/>
    <p:sldId id="362" r:id="rId28"/>
    <p:sldId id="369" r:id="rId29"/>
    <p:sldId id="368" r:id="rId30"/>
    <p:sldId id="340" r:id="rId31"/>
    <p:sldId id="270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B3E385-FEFA-4648-AEE6-0B61EB168351}" v="24" dt="2026-01-12T19:15:32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72" y="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B22BF353-A6D4-4E45-AB19-2E4F34336750}"/>
    <pc:docChg chg="custSel addSld modSld modMainMaster">
      <pc:chgData name="Antle, Rick" userId="c2afbbd2-30e4-4c8e-8af5-81913178ace3" providerId="ADAL" clId="{B22BF353-A6D4-4E45-AB19-2E4F34336750}" dt="2026-01-12T19:20:21.770" v="93" actId="20577"/>
      <pc:docMkLst>
        <pc:docMk/>
      </pc:docMkLst>
      <pc:sldChg chg="modSp mod">
        <pc:chgData name="Antle, Rick" userId="c2afbbd2-30e4-4c8e-8af5-81913178ace3" providerId="ADAL" clId="{B22BF353-A6D4-4E45-AB19-2E4F34336750}" dt="2026-01-12T19:20:21.770" v="93" actId="20577"/>
        <pc:sldMkLst>
          <pc:docMk/>
          <pc:sldMk cId="604637547" sldId="257"/>
        </pc:sldMkLst>
        <pc:spChg chg="mod">
          <ac:chgData name="Antle, Rick" userId="c2afbbd2-30e4-4c8e-8af5-81913178ace3" providerId="ADAL" clId="{B22BF353-A6D4-4E45-AB19-2E4F34336750}" dt="2026-01-12T19:20:21.770" v="93" actId="20577"/>
          <ac:spMkLst>
            <pc:docMk/>
            <pc:sldMk cId="604637547" sldId="257"/>
            <ac:spMk id="2" creationId="{00000000-0000-0000-0000-000000000000}"/>
          </ac:spMkLst>
        </pc:spChg>
        <pc:spChg chg="mod">
          <ac:chgData name="Antle, Rick" userId="c2afbbd2-30e4-4c8e-8af5-81913178ace3" providerId="ADAL" clId="{B22BF353-A6D4-4E45-AB19-2E4F34336750}" dt="2026-01-12T18:58:42.464" v="9" actId="20577"/>
          <ac:spMkLst>
            <pc:docMk/>
            <pc:sldMk cId="604637547" sldId="257"/>
            <ac:spMk id="3" creationId="{00000000-0000-0000-0000-000000000000}"/>
          </ac:spMkLst>
        </pc:spChg>
      </pc:sldChg>
      <pc:sldChg chg="modSp mod">
        <pc:chgData name="Antle, Rick" userId="c2afbbd2-30e4-4c8e-8af5-81913178ace3" providerId="ADAL" clId="{B22BF353-A6D4-4E45-AB19-2E4F34336750}" dt="2026-01-12T19:13:48.069" v="81" actId="20577"/>
        <pc:sldMkLst>
          <pc:docMk/>
          <pc:sldMk cId="465635654" sldId="278"/>
        </pc:sldMkLst>
        <pc:spChg chg="mod">
          <ac:chgData name="Antle, Rick" userId="c2afbbd2-30e4-4c8e-8af5-81913178ace3" providerId="ADAL" clId="{B22BF353-A6D4-4E45-AB19-2E4F34336750}" dt="2026-01-12T19:13:48.069" v="81" actId="20577"/>
          <ac:spMkLst>
            <pc:docMk/>
            <pc:sldMk cId="465635654" sldId="278"/>
            <ac:spMk id="3" creationId="{714D9656-8F85-4D83-95C9-09B4BDD62D52}"/>
          </ac:spMkLst>
        </pc:spChg>
      </pc:sldChg>
      <pc:sldChg chg="modSp">
        <pc:chgData name="Antle, Rick" userId="c2afbbd2-30e4-4c8e-8af5-81913178ace3" providerId="ADAL" clId="{B22BF353-A6D4-4E45-AB19-2E4F34336750}" dt="2026-01-12T19:09:02.574" v="20"/>
        <pc:sldMkLst>
          <pc:docMk/>
          <pc:sldMk cId="776586559" sldId="279"/>
        </pc:sldMkLst>
        <pc:graphicFrameChg chg="mod">
          <ac:chgData name="Antle, Rick" userId="c2afbbd2-30e4-4c8e-8af5-81913178ace3" providerId="ADAL" clId="{B22BF353-A6D4-4E45-AB19-2E4F34336750}" dt="2026-01-12T19:09:02.574" v="20"/>
          <ac:graphicFrameMkLst>
            <pc:docMk/>
            <pc:sldMk cId="776586559" sldId="279"/>
            <ac:graphicFrameMk id="4" creationId="{605792DF-59CB-D1B5-66F0-111B2A93CA4C}"/>
          </ac:graphicFrameMkLst>
        </pc:graphicFrameChg>
      </pc:sldChg>
      <pc:sldChg chg="modSp">
        <pc:chgData name="Antle, Rick" userId="c2afbbd2-30e4-4c8e-8af5-81913178ace3" providerId="ADAL" clId="{B22BF353-A6D4-4E45-AB19-2E4F34336750}" dt="2026-01-12T19:14:03.813" v="82" actId="20577"/>
        <pc:sldMkLst>
          <pc:docMk/>
          <pc:sldMk cId="807526937" sldId="339"/>
        </pc:sldMkLst>
        <pc:spChg chg="mod">
          <ac:chgData name="Antle, Rick" userId="c2afbbd2-30e4-4c8e-8af5-81913178ace3" providerId="ADAL" clId="{B22BF353-A6D4-4E45-AB19-2E4F34336750}" dt="2026-01-12T19:14:03.813" v="82" actId="20577"/>
          <ac:spMkLst>
            <pc:docMk/>
            <pc:sldMk cId="807526937" sldId="339"/>
            <ac:spMk id="3" creationId="{12557445-915E-BC24-F5EF-B4A974BFDBC7}"/>
          </ac:spMkLst>
        </pc:spChg>
      </pc:sldChg>
      <pc:sldChg chg="add">
        <pc:chgData name="Antle, Rick" userId="c2afbbd2-30e4-4c8e-8af5-81913178ace3" providerId="ADAL" clId="{B22BF353-A6D4-4E45-AB19-2E4F34336750}" dt="2026-01-12T19:15:32.919" v="83"/>
        <pc:sldMkLst>
          <pc:docMk/>
          <pc:sldMk cId="601711476" sldId="370"/>
        </pc:sldMkLst>
      </pc:sldChg>
      <pc:sldMasterChg chg="modSldLayout">
        <pc:chgData name="Antle, Rick" userId="c2afbbd2-30e4-4c8e-8af5-81913178ace3" providerId="ADAL" clId="{B22BF353-A6D4-4E45-AB19-2E4F34336750}" dt="2026-01-12T19:12:38.572" v="31"/>
        <pc:sldMasterMkLst>
          <pc:docMk/>
          <pc:sldMasterMk cId="1716889258" sldId="2147483648"/>
        </pc:sldMasterMkLst>
        <pc:sldLayoutChg chg="modSp">
          <pc:chgData name="Antle, Rick" userId="c2afbbd2-30e4-4c8e-8af5-81913178ace3" providerId="ADAL" clId="{B22BF353-A6D4-4E45-AB19-2E4F34336750}" dt="2026-01-12T19:09:02.574" v="20"/>
          <pc:sldLayoutMkLst>
            <pc:docMk/>
            <pc:sldMasterMk cId="1716889258" sldId="2147483648"/>
            <pc:sldLayoutMk cId="3400675408" sldId="2147483660"/>
          </pc:sldLayoutMkLst>
          <pc:spChg chg="mod">
            <ac:chgData name="Antle, Rick" userId="c2afbbd2-30e4-4c8e-8af5-81913178ace3" providerId="ADAL" clId="{B22BF353-A6D4-4E45-AB19-2E4F34336750}" dt="2026-01-12T19:06:09.958" v="10"/>
            <ac:spMkLst>
              <pc:docMk/>
              <pc:sldMasterMk cId="1716889258" sldId="2147483648"/>
              <pc:sldLayoutMk cId="3400675408" sldId="2147483660"/>
              <ac:spMk id="5" creationId="{AFA5647B-1A11-C3D6-8CE5-AEBF05587777}"/>
            </ac:spMkLst>
          </pc:spChg>
          <pc:spChg chg="mod">
            <ac:chgData name="Antle, Rick" userId="c2afbbd2-30e4-4c8e-8af5-81913178ace3" providerId="ADAL" clId="{B22BF353-A6D4-4E45-AB19-2E4F34336750}" dt="2026-01-12T19:08:49.377" v="19"/>
            <ac:spMkLst>
              <pc:docMk/>
              <pc:sldMasterMk cId="1716889258" sldId="2147483648"/>
              <pc:sldLayoutMk cId="3400675408" sldId="2147483660"/>
              <ac:spMk id="6" creationId="{82002A9A-958F-95E2-1B59-1EFE56C98377}"/>
            </ac:spMkLst>
          </pc:spChg>
          <pc:spChg chg="mod">
            <ac:chgData name="Antle, Rick" userId="c2afbbd2-30e4-4c8e-8af5-81913178ace3" providerId="ADAL" clId="{B22BF353-A6D4-4E45-AB19-2E4F34336750}" dt="2026-01-12T19:09:02.574" v="20"/>
            <ac:spMkLst>
              <pc:docMk/>
              <pc:sldMasterMk cId="1716889258" sldId="2147483648"/>
              <pc:sldLayoutMk cId="3400675408" sldId="2147483660"/>
              <ac:spMk id="7" creationId="{2C8D80F5-7C26-9505-5486-3C09C49A2538}"/>
            </ac:spMkLst>
          </pc:spChg>
          <pc:spChg chg="mod">
            <ac:chgData name="Antle, Rick" userId="c2afbbd2-30e4-4c8e-8af5-81913178ace3" providerId="ADAL" clId="{B22BF353-A6D4-4E45-AB19-2E4F34336750}" dt="2026-01-12T19:07:34.850" v="15"/>
            <ac:spMkLst>
              <pc:docMk/>
              <pc:sldMasterMk cId="1716889258" sldId="2147483648"/>
              <pc:sldLayoutMk cId="3400675408" sldId="2147483660"/>
              <ac:spMk id="8" creationId="{278A5FAC-2ED7-4AE7-F85B-325B7CE93F84}"/>
            </ac:spMkLst>
          </pc:spChg>
          <pc:spChg chg="mod">
            <ac:chgData name="Antle, Rick" userId="c2afbbd2-30e4-4c8e-8af5-81913178ace3" providerId="ADAL" clId="{B22BF353-A6D4-4E45-AB19-2E4F34336750}" dt="2026-01-12T19:07:21.074" v="14"/>
            <ac:spMkLst>
              <pc:docMk/>
              <pc:sldMasterMk cId="1716889258" sldId="2147483648"/>
              <pc:sldLayoutMk cId="3400675408" sldId="2147483660"/>
              <ac:spMk id="9" creationId="{94F8979C-10B8-2F49-DA23-B29DFD4C20B7}"/>
            </ac:spMkLst>
          </pc:spChg>
          <pc:spChg chg="mod">
            <ac:chgData name="Antle, Rick" userId="c2afbbd2-30e4-4c8e-8af5-81913178ace3" providerId="ADAL" clId="{B22BF353-A6D4-4E45-AB19-2E4F34336750}" dt="2026-01-12T19:07:03.104" v="13"/>
            <ac:spMkLst>
              <pc:docMk/>
              <pc:sldMasterMk cId="1716889258" sldId="2147483648"/>
              <pc:sldLayoutMk cId="3400675408" sldId="2147483660"/>
              <ac:spMk id="10" creationId="{206989D8-EEEA-0F78-65F3-BB4AB5D289F0}"/>
            </ac:spMkLst>
          </pc:spChg>
          <pc:spChg chg="mod">
            <ac:chgData name="Antle, Rick" userId="c2afbbd2-30e4-4c8e-8af5-81913178ace3" providerId="ADAL" clId="{B22BF353-A6D4-4E45-AB19-2E4F34336750}" dt="2026-01-12T19:06:47.768" v="12"/>
            <ac:spMkLst>
              <pc:docMk/>
              <pc:sldMasterMk cId="1716889258" sldId="2147483648"/>
              <pc:sldLayoutMk cId="3400675408" sldId="2147483660"/>
              <ac:spMk id="11" creationId="{01358558-5673-2BD5-9168-23AE8AA1959B}"/>
            </ac:spMkLst>
          </pc:spChg>
          <pc:spChg chg="mod">
            <ac:chgData name="Antle, Rick" userId="c2afbbd2-30e4-4c8e-8af5-81913178ace3" providerId="ADAL" clId="{B22BF353-A6D4-4E45-AB19-2E4F34336750}" dt="2026-01-12T19:06:28.728" v="11"/>
            <ac:spMkLst>
              <pc:docMk/>
              <pc:sldMasterMk cId="1716889258" sldId="2147483648"/>
              <pc:sldLayoutMk cId="3400675408" sldId="2147483660"/>
              <ac:spMk id="12" creationId="{11D3901C-4F47-B489-1ABB-B23585E7EF0E}"/>
            </ac:spMkLst>
          </pc:spChg>
          <pc:spChg chg="mod">
            <ac:chgData name="Antle, Rick" userId="c2afbbd2-30e4-4c8e-8af5-81913178ace3" providerId="ADAL" clId="{B22BF353-A6D4-4E45-AB19-2E4F34336750}" dt="2026-01-12T19:07:50.039" v="16"/>
            <ac:spMkLst>
              <pc:docMk/>
              <pc:sldMasterMk cId="1716889258" sldId="2147483648"/>
              <pc:sldLayoutMk cId="3400675408" sldId="2147483660"/>
              <ac:spMk id="13" creationId="{EA0C1F04-480D-DE4C-869F-88A028CAA8A9}"/>
            </ac:spMkLst>
          </pc:spChg>
          <pc:spChg chg="mod">
            <ac:chgData name="Antle, Rick" userId="c2afbbd2-30e4-4c8e-8af5-81913178ace3" providerId="ADAL" clId="{B22BF353-A6D4-4E45-AB19-2E4F34336750}" dt="2026-01-12T19:08:11.943" v="17"/>
            <ac:spMkLst>
              <pc:docMk/>
              <pc:sldMasterMk cId="1716889258" sldId="2147483648"/>
              <pc:sldLayoutMk cId="3400675408" sldId="2147483660"/>
              <ac:spMk id="14" creationId="{EB62A6DC-DA6D-9E1D-C5B2-B137F23FFAEF}"/>
            </ac:spMkLst>
          </pc:spChg>
          <pc:spChg chg="mod">
            <ac:chgData name="Antle, Rick" userId="c2afbbd2-30e4-4c8e-8af5-81913178ace3" providerId="ADAL" clId="{B22BF353-A6D4-4E45-AB19-2E4F34336750}" dt="2026-01-12T19:08:35.243" v="18"/>
            <ac:spMkLst>
              <pc:docMk/>
              <pc:sldMasterMk cId="1716889258" sldId="2147483648"/>
              <pc:sldLayoutMk cId="3400675408" sldId="2147483660"/>
              <ac:spMk id="15" creationId="{97F2ABFC-03F5-41D7-5AE6-0C167A72487D}"/>
            </ac:spMkLst>
          </pc:spChg>
        </pc:sldLayoutChg>
        <pc:sldLayoutChg chg="modSp">
          <pc:chgData name="Antle, Rick" userId="c2afbbd2-30e4-4c8e-8af5-81913178ace3" providerId="ADAL" clId="{B22BF353-A6D4-4E45-AB19-2E4F34336750}" dt="2026-01-12T19:11:58.572" v="26"/>
          <pc:sldLayoutMkLst>
            <pc:docMk/>
            <pc:sldMasterMk cId="1716889258" sldId="2147483648"/>
            <pc:sldLayoutMk cId="3286915177" sldId="2147483661"/>
          </pc:sldLayoutMkLst>
          <pc:graphicFrameChg chg="mod">
            <ac:chgData name="Antle, Rick" userId="c2afbbd2-30e4-4c8e-8af5-81913178ace3" providerId="ADAL" clId="{B22BF353-A6D4-4E45-AB19-2E4F34336750}" dt="2026-01-12T19:11:28.450" v="21"/>
            <ac:graphicFrameMkLst>
              <pc:docMk/>
              <pc:sldMasterMk cId="1716889258" sldId="2147483648"/>
              <pc:sldLayoutMk cId="3286915177" sldId="2147483661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34.890" v="22"/>
            <ac:graphicFrameMkLst>
              <pc:docMk/>
              <pc:sldMasterMk cId="1716889258" sldId="2147483648"/>
              <pc:sldLayoutMk cId="3286915177" sldId="2147483661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0.786" v="23"/>
            <ac:graphicFrameMkLst>
              <pc:docMk/>
              <pc:sldMasterMk cId="1716889258" sldId="2147483648"/>
              <pc:sldLayoutMk cId="3286915177" sldId="2147483661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6.153" v="24"/>
            <ac:graphicFrameMkLst>
              <pc:docMk/>
              <pc:sldMasterMk cId="1716889258" sldId="2147483648"/>
              <pc:sldLayoutMk cId="3286915177" sldId="2147483661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52.244" v="25"/>
            <ac:graphicFrameMkLst>
              <pc:docMk/>
              <pc:sldMasterMk cId="1716889258" sldId="2147483648"/>
              <pc:sldLayoutMk cId="3286915177" sldId="2147483661"/>
              <ac:graphicFrameMk id="13" creationId="{00B8EB12-758A-3511-5734-597D5FFB8137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58.572" v="26"/>
            <ac:graphicFrameMkLst>
              <pc:docMk/>
              <pc:sldMasterMk cId="1716889258" sldId="2147483648"/>
              <pc:sldLayoutMk cId="3286915177" sldId="2147483661"/>
              <ac:graphicFrameMk id="14" creationId="{81B52D3C-2DFC-1FB3-FCFC-D11C82EA59DC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12:38.572" v="31"/>
          <pc:sldLayoutMkLst>
            <pc:docMk/>
            <pc:sldMasterMk cId="1716889258" sldId="2147483648"/>
            <pc:sldLayoutMk cId="2328599161" sldId="2147483662"/>
          </pc:sldLayoutMkLst>
          <pc:graphicFrameChg chg="mod">
            <ac:chgData name="Antle, Rick" userId="c2afbbd2-30e4-4c8e-8af5-81913178ace3" providerId="ADAL" clId="{B22BF353-A6D4-4E45-AB19-2E4F34336750}" dt="2026-01-12T19:12:05.569" v="27"/>
            <ac:graphicFrameMkLst>
              <pc:docMk/>
              <pc:sldMasterMk cId="1716889258" sldId="2147483648"/>
              <pc:sldLayoutMk cId="2328599161" sldId="2147483662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11.139" v="28"/>
            <ac:graphicFrameMkLst>
              <pc:docMk/>
              <pc:sldMasterMk cId="1716889258" sldId="2147483648"/>
              <pc:sldLayoutMk cId="2328599161" sldId="2147483662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17.028" v="29"/>
            <ac:graphicFrameMkLst>
              <pc:docMk/>
              <pc:sldMasterMk cId="1716889258" sldId="2147483648"/>
              <pc:sldLayoutMk cId="2328599161" sldId="2147483662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22.301" v="30"/>
            <ac:graphicFrameMkLst>
              <pc:docMk/>
              <pc:sldMasterMk cId="1716889258" sldId="2147483648"/>
              <pc:sldLayoutMk cId="2328599161" sldId="2147483662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38.572" v="31"/>
            <ac:graphicFrameMkLst>
              <pc:docMk/>
              <pc:sldMasterMk cId="1716889258" sldId="2147483648"/>
              <pc:sldLayoutMk cId="2328599161" sldId="2147483662"/>
              <ac:graphicFrameMk id="13" creationId="{00B8EB12-758A-3511-5734-597D5FFB8137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11:58.572" v="26"/>
          <pc:sldLayoutMkLst>
            <pc:docMk/>
            <pc:sldMasterMk cId="1716889258" sldId="2147483648"/>
            <pc:sldLayoutMk cId="122171105" sldId="2147483663"/>
          </pc:sldLayoutMkLst>
          <pc:graphicFrameChg chg="mod">
            <ac:chgData name="Antle, Rick" userId="c2afbbd2-30e4-4c8e-8af5-81913178ace3" providerId="ADAL" clId="{B22BF353-A6D4-4E45-AB19-2E4F34336750}" dt="2026-01-12T19:11:28.450" v="21"/>
            <ac:graphicFrameMkLst>
              <pc:docMk/>
              <pc:sldMasterMk cId="1716889258" sldId="2147483648"/>
              <pc:sldLayoutMk cId="122171105" sldId="2147483663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34.890" v="22"/>
            <ac:graphicFrameMkLst>
              <pc:docMk/>
              <pc:sldMasterMk cId="1716889258" sldId="2147483648"/>
              <pc:sldLayoutMk cId="122171105" sldId="2147483663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0.786" v="23"/>
            <ac:graphicFrameMkLst>
              <pc:docMk/>
              <pc:sldMasterMk cId="1716889258" sldId="2147483648"/>
              <pc:sldLayoutMk cId="122171105" sldId="2147483663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6.153" v="24"/>
            <ac:graphicFrameMkLst>
              <pc:docMk/>
              <pc:sldMasterMk cId="1716889258" sldId="2147483648"/>
              <pc:sldLayoutMk cId="122171105" sldId="2147483663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52.244" v="25"/>
            <ac:graphicFrameMkLst>
              <pc:docMk/>
              <pc:sldMasterMk cId="1716889258" sldId="2147483648"/>
              <pc:sldLayoutMk cId="122171105" sldId="2147483663"/>
              <ac:graphicFrameMk id="13" creationId="{00B8EB12-758A-3511-5734-597D5FFB8137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58.572" v="26"/>
            <ac:graphicFrameMkLst>
              <pc:docMk/>
              <pc:sldMasterMk cId="1716889258" sldId="2147483648"/>
              <pc:sldLayoutMk cId="122171105" sldId="2147483663"/>
              <ac:graphicFrameMk id="14" creationId="{81B52D3C-2DFC-1FB3-FCFC-D11C82EA59DC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12:38.572" v="31"/>
          <pc:sldLayoutMkLst>
            <pc:docMk/>
            <pc:sldMasterMk cId="1716889258" sldId="2147483648"/>
            <pc:sldLayoutMk cId="2146733639" sldId="2147483664"/>
          </pc:sldLayoutMkLst>
          <pc:graphicFrameChg chg="mod">
            <ac:chgData name="Antle, Rick" userId="c2afbbd2-30e4-4c8e-8af5-81913178ace3" providerId="ADAL" clId="{B22BF353-A6D4-4E45-AB19-2E4F34336750}" dt="2026-01-12T19:12:05.569" v="27"/>
            <ac:graphicFrameMkLst>
              <pc:docMk/>
              <pc:sldMasterMk cId="1716889258" sldId="2147483648"/>
              <pc:sldLayoutMk cId="2146733639" sldId="2147483664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11.139" v="28"/>
            <ac:graphicFrameMkLst>
              <pc:docMk/>
              <pc:sldMasterMk cId="1716889258" sldId="2147483648"/>
              <pc:sldLayoutMk cId="2146733639" sldId="2147483664"/>
              <ac:graphicFrameMk id="9" creationId="{CD317FC0-4884-4A4E-ED66-324ADE55EC6D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17.028" v="29"/>
            <ac:graphicFrameMkLst>
              <pc:docMk/>
              <pc:sldMasterMk cId="1716889258" sldId="2147483648"/>
              <pc:sldLayoutMk cId="2146733639" sldId="2147483664"/>
              <ac:graphicFrameMk id="10" creationId="{557FB07C-29A4-C8EF-262E-CBFC2B7F89FA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22.301" v="30"/>
            <ac:graphicFrameMkLst>
              <pc:docMk/>
              <pc:sldMasterMk cId="1716889258" sldId="2147483648"/>
              <pc:sldLayoutMk cId="2146733639" sldId="2147483664"/>
              <ac:graphicFrameMk id="12" creationId="{D6728A95-DBC2-246B-19A5-4F09D9AE3DB6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38.572" v="31"/>
            <ac:graphicFrameMkLst>
              <pc:docMk/>
              <pc:sldMasterMk cId="1716889258" sldId="2147483648"/>
              <pc:sldLayoutMk cId="2146733639" sldId="2147483664"/>
              <ac:graphicFrameMk id="13" creationId="{00B8EB12-758A-3511-5734-597D5FFB8137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11:46.153" v="24"/>
          <pc:sldLayoutMkLst>
            <pc:docMk/>
            <pc:sldMasterMk cId="1716889258" sldId="2147483648"/>
            <pc:sldLayoutMk cId="1543063996" sldId="2147483665"/>
          </pc:sldLayoutMkLst>
          <pc:graphicFrameChg chg="mod">
            <ac:chgData name="Antle, Rick" userId="c2afbbd2-30e4-4c8e-8af5-81913178ace3" providerId="ADAL" clId="{B22BF353-A6D4-4E45-AB19-2E4F34336750}" dt="2026-01-12T19:11:28.450" v="21"/>
            <ac:graphicFrameMkLst>
              <pc:docMk/>
              <pc:sldMasterMk cId="1716889258" sldId="2147483648"/>
              <pc:sldLayoutMk cId="1543063996" sldId="2147483665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34.890" v="22"/>
            <ac:graphicFrameMkLst>
              <pc:docMk/>
              <pc:sldMasterMk cId="1716889258" sldId="2147483648"/>
              <pc:sldLayoutMk cId="1543063996" sldId="2147483665"/>
              <ac:graphicFrameMk id="8" creationId="{B0C1BBD9-F043-CD79-DDDB-3CA531106558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6.153" v="24"/>
            <ac:graphicFrameMkLst>
              <pc:docMk/>
              <pc:sldMasterMk cId="1716889258" sldId="2147483648"/>
              <pc:sldLayoutMk cId="1543063996" sldId="2147483665"/>
              <ac:graphicFrameMk id="11" creationId="{AC285667-E8B4-FC41-4581-AD56871C341F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0.786" v="23"/>
            <ac:graphicFrameMkLst>
              <pc:docMk/>
              <pc:sldMasterMk cId="1716889258" sldId="2147483648"/>
              <pc:sldLayoutMk cId="1543063996" sldId="2147483665"/>
              <ac:graphicFrameMk id="16" creationId="{2A9912CB-9270-72A0-AD01-032916C4ED0E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12:05.569" v="27"/>
          <pc:sldLayoutMkLst>
            <pc:docMk/>
            <pc:sldMasterMk cId="1716889258" sldId="2147483648"/>
            <pc:sldLayoutMk cId="390030917" sldId="2147483666"/>
          </pc:sldLayoutMkLst>
          <pc:graphicFrameChg chg="mod">
            <ac:chgData name="Antle, Rick" userId="c2afbbd2-30e4-4c8e-8af5-81913178ace3" providerId="ADAL" clId="{B22BF353-A6D4-4E45-AB19-2E4F34336750}" dt="2026-01-12T19:11:58.572" v="26"/>
            <ac:graphicFrameMkLst>
              <pc:docMk/>
              <pc:sldMasterMk cId="1716889258" sldId="2147483648"/>
              <pc:sldLayoutMk cId="390030917" sldId="2147483666"/>
              <ac:graphicFrameMk id="4" creationId="{5936C059-2ED3-855C-9D4C-A57A36E9DEDE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2:05.569" v="27"/>
            <ac:graphicFrameMkLst>
              <pc:docMk/>
              <pc:sldMasterMk cId="1716889258" sldId="2147483648"/>
              <pc:sldLayoutMk cId="390030917" sldId="2147483666"/>
              <ac:graphicFrameMk id="5" creationId="{DEFB6B83-4884-5E72-0886-4E0BA540DD55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52.244" v="25"/>
            <ac:graphicFrameMkLst>
              <pc:docMk/>
              <pc:sldMasterMk cId="1716889258" sldId="2147483648"/>
              <pc:sldLayoutMk cId="390030917" sldId="2147483666"/>
              <ac:graphicFrameMk id="7" creationId="{8E9AEEC0-B26D-25D3-47F1-9B76BEBBDF35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34.890" v="22"/>
            <ac:graphicFrameMkLst>
              <pc:docMk/>
              <pc:sldMasterMk cId="1716889258" sldId="2147483648"/>
              <pc:sldLayoutMk cId="390030917" sldId="2147483666"/>
              <ac:graphicFrameMk id="8" creationId="{B0C1BBD9-F043-CD79-DDDB-3CA531106558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6.153" v="24"/>
            <ac:graphicFrameMkLst>
              <pc:docMk/>
              <pc:sldMasterMk cId="1716889258" sldId="2147483648"/>
              <pc:sldLayoutMk cId="390030917" sldId="2147483666"/>
              <ac:graphicFrameMk id="11" creationId="{AC285667-E8B4-FC41-4581-AD56871C341F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11:40.786" v="23"/>
            <ac:graphicFrameMkLst>
              <pc:docMk/>
              <pc:sldMasterMk cId="1716889258" sldId="2147483648"/>
              <pc:sldLayoutMk cId="390030917" sldId="2147483666"/>
              <ac:graphicFrameMk id="16" creationId="{2A9912CB-9270-72A0-AD01-032916C4ED0E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12:11.139" v="28"/>
          <pc:sldLayoutMkLst>
            <pc:docMk/>
            <pc:sldMasterMk cId="1716889258" sldId="2147483648"/>
            <pc:sldLayoutMk cId="4229083468" sldId="2147483667"/>
          </pc:sldLayoutMkLst>
          <pc:graphicFrameChg chg="mod">
            <ac:chgData name="Antle, Rick" userId="c2afbbd2-30e4-4c8e-8af5-81913178ace3" providerId="ADAL" clId="{B22BF353-A6D4-4E45-AB19-2E4F34336750}" dt="2026-01-12T19:12:11.139" v="28"/>
            <ac:graphicFrameMkLst>
              <pc:docMk/>
              <pc:sldMasterMk cId="1716889258" sldId="2147483648"/>
              <pc:sldLayoutMk cId="4229083468" sldId="2147483667"/>
              <ac:graphicFrameMk id="8" creationId="{B0C1BBD9-F043-CD79-DDDB-3CA531106558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09:02.574" v="20"/>
          <pc:sldLayoutMkLst>
            <pc:docMk/>
            <pc:sldMasterMk cId="1716889258" sldId="2147483648"/>
            <pc:sldLayoutMk cId="3572057922" sldId="2147483668"/>
          </pc:sldLayoutMkLst>
          <pc:graphicFrameChg chg="mod">
            <ac:chgData name="Antle, Rick" userId="c2afbbd2-30e4-4c8e-8af5-81913178ace3" providerId="ADAL" clId="{B22BF353-A6D4-4E45-AB19-2E4F34336750}" dt="2026-01-12T19:09:02.574" v="20"/>
            <ac:graphicFrameMkLst>
              <pc:docMk/>
              <pc:sldMasterMk cId="1716889258" sldId="2147483648"/>
              <pc:sldLayoutMk cId="3572057922" sldId="2147483668"/>
              <ac:graphicFrameMk id="5" creationId="{09E8B303-841D-A95E-9071-AD65650F0474}"/>
            </ac:graphicFrameMkLst>
          </pc:graphicFrameChg>
        </pc:sldLayoutChg>
        <pc:sldLayoutChg chg="modSp">
          <pc:chgData name="Antle, Rick" userId="c2afbbd2-30e4-4c8e-8af5-81913178ace3" providerId="ADAL" clId="{B22BF353-A6D4-4E45-AB19-2E4F34336750}" dt="2026-01-12T19:09:02.574" v="20"/>
          <pc:sldLayoutMkLst>
            <pc:docMk/>
            <pc:sldMasterMk cId="1716889258" sldId="2147483648"/>
            <pc:sldLayoutMk cId="3667278974" sldId="2147483669"/>
          </pc:sldLayoutMkLst>
          <pc:graphicFrameChg chg="mod">
            <ac:chgData name="Antle, Rick" userId="c2afbbd2-30e4-4c8e-8af5-81913178ace3" providerId="ADAL" clId="{B22BF353-A6D4-4E45-AB19-2E4F34336750}" dt="2026-01-12T19:09:02.574" v="20"/>
            <ac:graphicFrameMkLst>
              <pc:docMk/>
              <pc:sldMasterMk cId="1716889258" sldId="2147483648"/>
              <pc:sldLayoutMk cId="3667278974" sldId="2147483669"/>
              <ac:graphicFrameMk id="2" creationId="{71B6C31B-42DE-A433-EB65-BEE9D7959E61}"/>
            </ac:graphicFrameMkLst>
          </pc:graphicFrameChg>
          <pc:graphicFrameChg chg="mod">
            <ac:chgData name="Antle, Rick" userId="c2afbbd2-30e4-4c8e-8af5-81913178ace3" providerId="ADAL" clId="{B22BF353-A6D4-4E45-AB19-2E4F34336750}" dt="2026-01-12T19:06:47.768" v="12"/>
            <ac:graphicFrameMkLst>
              <pc:docMk/>
              <pc:sldMasterMk cId="1716889258" sldId="2147483648"/>
              <pc:sldLayoutMk cId="3667278974" sldId="2147483669"/>
              <ac:graphicFrameMk id="5" creationId="{09E8B303-841D-A95E-9071-AD65650F0474}"/>
            </ac:graphicFrameMkLst>
          </pc:graphicFrameChg>
        </pc:sldLayoutChg>
      </pc:sldMasterChg>
    </pc:docChg>
  </pc:docChgLst>
  <pc:docChgLst>
    <pc:chgData name="Antle, Rick" userId="c2afbbd2-30e4-4c8e-8af5-81913178ace3" providerId="ADAL" clId="{F73BF815-EE3A-4E08-9E7A-74034BABF7FE}"/>
    <pc:docChg chg="custSel delSld modSld sldOrd modMainMaster">
      <pc:chgData name="Antle, Rick" userId="c2afbbd2-30e4-4c8e-8af5-81913178ace3" providerId="ADAL" clId="{F73BF815-EE3A-4E08-9E7A-74034BABF7FE}" dt="2026-01-13T13:49:57.170" v="148" actId="20577"/>
      <pc:docMkLst>
        <pc:docMk/>
      </pc:docMkLst>
      <pc:sldChg chg="ord">
        <pc:chgData name="Antle, Rick" userId="c2afbbd2-30e4-4c8e-8af5-81913178ace3" providerId="ADAL" clId="{F73BF815-EE3A-4E08-9E7A-74034BABF7FE}" dt="2026-01-13T13:47:04.161" v="9"/>
        <pc:sldMkLst>
          <pc:docMk/>
          <pc:sldMk cId="2993516708" sldId="270"/>
        </pc:sldMkLst>
      </pc:sldChg>
      <pc:sldChg chg="del">
        <pc:chgData name="Antle, Rick" userId="c2afbbd2-30e4-4c8e-8af5-81913178ace3" providerId="ADAL" clId="{F73BF815-EE3A-4E08-9E7A-74034BABF7FE}" dt="2026-01-13T13:46:01.695" v="7" actId="47"/>
        <pc:sldMkLst>
          <pc:docMk/>
          <pc:sldMk cId="4062271601" sldId="281"/>
        </pc:sldMkLst>
      </pc:sldChg>
      <pc:sldChg chg="modSp mod">
        <pc:chgData name="Antle, Rick" userId="c2afbbd2-30e4-4c8e-8af5-81913178ace3" providerId="ADAL" clId="{F73BF815-EE3A-4E08-9E7A-74034BABF7FE}" dt="2026-01-13T13:49:57.170" v="148" actId="20577"/>
        <pc:sldMkLst>
          <pc:docMk/>
          <pc:sldMk cId="1897613449" sldId="347"/>
        </pc:sldMkLst>
        <pc:spChg chg="mod">
          <ac:chgData name="Antle, Rick" userId="c2afbbd2-30e4-4c8e-8af5-81913178ace3" providerId="ADAL" clId="{F73BF815-EE3A-4E08-9E7A-74034BABF7FE}" dt="2026-01-13T13:49:57.170" v="148" actId="20577"/>
          <ac:spMkLst>
            <pc:docMk/>
            <pc:sldMk cId="1897613449" sldId="347"/>
            <ac:spMk id="3" creationId="{ADD1ACF8-4902-252E-6284-FBD7D3770ACF}"/>
          </ac:spMkLst>
        </pc:spChg>
      </pc:sldChg>
      <pc:sldMasterChg chg="modSldLayout">
        <pc:chgData name="Antle, Rick" userId="c2afbbd2-30e4-4c8e-8af5-81913178ace3" providerId="ADAL" clId="{F73BF815-EE3A-4E08-9E7A-74034BABF7FE}" dt="2026-01-13T13:45:36.923" v="6" actId="20577"/>
        <pc:sldMasterMkLst>
          <pc:docMk/>
          <pc:sldMasterMk cId="1716889258" sldId="2147483648"/>
        </pc:sldMasterMkLst>
        <pc:sldLayoutChg chg="modSp mod">
          <pc:chgData name="Antle, Rick" userId="c2afbbd2-30e4-4c8e-8af5-81913178ace3" providerId="ADAL" clId="{F73BF815-EE3A-4E08-9E7A-74034BABF7FE}" dt="2026-01-13T13:45:36.923" v="6" actId="20577"/>
          <pc:sldLayoutMkLst>
            <pc:docMk/>
            <pc:sldMasterMk cId="1716889258" sldId="2147483648"/>
            <pc:sldLayoutMk cId="1543063996" sldId="2147483665"/>
          </pc:sldLayoutMkLst>
          <pc:graphicFrameChg chg="modGraphic">
            <ac:chgData name="Antle, Rick" userId="c2afbbd2-30e4-4c8e-8af5-81913178ace3" providerId="ADAL" clId="{F73BF815-EE3A-4E08-9E7A-74034BABF7FE}" dt="2026-01-13T13:41:57.046" v="4" actId="20577"/>
            <ac:graphicFrameMkLst>
              <pc:docMk/>
              <pc:sldMasterMk cId="1716889258" sldId="2147483648"/>
              <pc:sldLayoutMk cId="1543063996" sldId="2147483665"/>
              <ac:graphicFrameMk id="8" creationId="{B0C1BBD9-F043-CD79-DDDB-3CA531106558}"/>
            </ac:graphicFrameMkLst>
          </pc:graphicFrameChg>
          <pc:graphicFrameChg chg="modGraphic">
            <ac:chgData name="Antle, Rick" userId="c2afbbd2-30e4-4c8e-8af5-81913178ace3" providerId="ADAL" clId="{F73BF815-EE3A-4E08-9E7A-74034BABF7FE}" dt="2026-01-13T13:45:36.923" v="6" actId="20577"/>
            <ac:graphicFrameMkLst>
              <pc:docMk/>
              <pc:sldMasterMk cId="1716889258" sldId="2147483648"/>
              <pc:sldLayoutMk cId="1543063996" sldId="2147483665"/>
              <ac:graphicFrameMk id="11" creationId="{AC285667-E8B4-FC41-4581-AD56871C341F}"/>
            </ac:graphicFrameMkLst>
          </pc:graphicFrameChg>
          <pc:graphicFrameChg chg="modGraphic">
            <ac:chgData name="Antle, Rick" userId="c2afbbd2-30e4-4c8e-8af5-81913178ace3" providerId="ADAL" clId="{F73BF815-EE3A-4E08-9E7A-74034BABF7FE}" dt="2026-01-13T13:45:33.913" v="5" actId="20577"/>
            <ac:graphicFrameMkLst>
              <pc:docMk/>
              <pc:sldMasterMk cId="1716889258" sldId="2147483648"/>
              <pc:sldLayoutMk cId="1543063996" sldId="2147483665"/>
              <ac:graphicFrameMk id="16" creationId="{2A9912CB-9270-72A0-AD01-032916C4ED0E}"/>
            </ac:graphicFrameMkLst>
          </pc:graphicFrame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F803-BC00-471F-8558-CF8CC1EF0AA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1E791-6A01-4C49-970B-DC3B0E898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4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85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26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36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D864-065E-7F1E-0017-14F48F6E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C4602-67C4-5B76-43F1-07ECE83D0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0CCBE-F413-1D4D-06A4-B0455C4C4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BFAE3-9988-4B0F-2DD8-DA89FE71C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69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5661-CFF6-74C0-E61D-389A65BE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010ED-A245-D543-04A6-DB9B160D3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AF64A-2E79-05A0-D89B-C1F75382F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CADF8-1347-8243-9995-56CADF1BB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7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D2B7-97D2-D245-A5E7-F9EEA458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CDE7A-5659-0926-E4F4-193FE6500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27725-680C-28FA-1D22-1AAF3CF4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4BFEA-35C3-1B6E-1E7E-5CFCF33EA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15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2E540-DEB8-899E-39DC-12C1EDF61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DD7C9-F7CD-EA88-919D-407AA5481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70CEF-7EAE-EB48-110A-93BE046DA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2ADB8-9363-7746-F30D-24282C503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96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7527-4A53-4873-2C13-32624987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58DCD-E2EB-74C3-CF22-9CA220176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0AD1C-8945-3296-C7E6-334DCF210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9AEFD-D6D8-C87D-7965-41FAA200C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84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6EE8-0ED8-D4D5-E319-D8D89C1C2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BB03D-9283-4507-20B1-3FCEE1F45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A4BAB-EADD-B011-F180-C1B7F6DB6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5DCEA-6ABA-E38B-EA67-65EBBCECD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64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D774-5654-624C-40BC-5EE912D1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7F2FF-009E-FB34-A66D-781E33D67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62248-EEB6-E754-697A-623DC9FB0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6C2CE-5452-9467-10F5-9270A5A0A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0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7B6C-D89D-4575-D396-FA70DE27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560AD-EA5F-EF09-CB59-F9345D77A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F91F3-A294-A305-8F23-4D40EB926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96D89-8D24-0124-C9C2-C658EC2D1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6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2004-9008-E118-FABA-9EF13A31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ACCBF-4845-7B91-E238-C5CD8514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132B8-13F8-92FC-B146-A3D349755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55111-9A46-B609-E324-7973C7B47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09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2EFBF-0236-9E8B-19E5-AB0E1B1E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369A7-B508-ED03-815F-5DACD5829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6B6BD-F711-FB51-1386-3363A0A08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B30BA-66F0-7FD8-D102-F49537887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19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620B-FD8B-92E7-B3F8-2CE66F34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89F44-6742-32BC-FD4E-6E0AE128F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5542B-0848-689E-1857-88A548466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CE55D-D0D5-ECC3-E51D-0E177F2EE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67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1E791-6A01-4C49-970B-DC3B0E89810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1272" y="4767263"/>
            <a:ext cx="795528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46136" y="4767263"/>
            <a:ext cx="740664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36992" y="4767263"/>
            <a:ext cx="749808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7848" y="4767263"/>
            <a:ext cx="758952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1-Statements-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20093006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Alejandro Escamilla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25754848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Kevin Xiao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 (5)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5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70028418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Negar Saatchi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   -</a:t>
                      </a:r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33562147"/>
              </p:ext>
            </p:extLst>
          </p:nvPr>
        </p:nvGraphicFramePr>
        <p:xfrm>
          <a:off x="498739" y="2627384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Emma 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   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0515333"/>
              </p:ext>
            </p:extLst>
          </p:nvPr>
        </p:nvGraphicFramePr>
        <p:xfrm>
          <a:off x="3354182" y="262002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Ruth Tomlin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1B52D3C-2DFC-1FB3-FCFC-D11C82EA59D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67002866"/>
              </p:ext>
            </p:extLst>
          </p:nvPr>
        </p:nvGraphicFramePr>
        <p:xfrm>
          <a:off x="6247472" y="2630435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Amanda Chen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9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eriod-1-Statements-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994354"/>
              </p:ext>
            </p:extLst>
          </p:nvPr>
        </p:nvGraphicFramePr>
        <p:xfrm>
          <a:off x="501013" y="145766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Alejandro Escamilla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2EAAC4-C62E-C75E-C067-BD13660A69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4809753"/>
              </p:ext>
            </p:extLst>
          </p:nvPr>
        </p:nvGraphicFramePr>
        <p:xfrm>
          <a:off x="6064155" y="351942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Statement Totals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(15)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5A972-F175-9613-DE6C-E0DD7B49F85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8975738"/>
              </p:ext>
            </p:extLst>
          </p:nvPr>
        </p:nvGraphicFramePr>
        <p:xfrm>
          <a:off x="6039134" y="2856306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Rick’s Pocket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(15)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C1BBD9-F043-CD79-DDDB-3CA5311065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86124224"/>
              </p:ext>
            </p:extLst>
          </p:nvPr>
        </p:nvGraphicFramePr>
        <p:xfrm>
          <a:off x="3273783" y="143491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Kevin Xiao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5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285667-E8B4-FC41-4581-AD56871C341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967435"/>
              </p:ext>
            </p:extLst>
          </p:nvPr>
        </p:nvGraphicFramePr>
        <p:xfrm>
          <a:off x="3289705" y="2656954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Emma Li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9912CB-9270-72A0-AD01-032916C4ED0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83719459"/>
              </p:ext>
            </p:extLst>
          </p:nvPr>
        </p:nvGraphicFramePr>
        <p:xfrm>
          <a:off x="521485" y="2668327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Negar Saatchi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06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eriod-2-Statements-2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92294487"/>
              </p:ext>
            </p:extLst>
          </p:nvPr>
        </p:nvGraphicFramePr>
        <p:xfrm>
          <a:off x="519209" y="2625108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Ruth Tomlin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C1BBD9-F043-CD79-DDDB-3CA5311065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46094019"/>
              </p:ext>
            </p:extLst>
          </p:nvPr>
        </p:nvGraphicFramePr>
        <p:xfrm>
          <a:off x="521484" y="184435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Kevin Xiao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285667-E8B4-FC41-4581-AD56871C341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75698037"/>
              </p:ext>
            </p:extLst>
          </p:nvPr>
        </p:nvGraphicFramePr>
        <p:xfrm>
          <a:off x="6092045" y="191259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Emma Li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9912CB-9270-72A0-AD01-032916C4ED0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12030183"/>
              </p:ext>
            </p:extLst>
          </p:nvPr>
        </p:nvGraphicFramePr>
        <p:xfrm>
          <a:off x="3296529" y="184434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Negar Saatchi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36C059-2ED3-855C-9D4C-A57A36E9DED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60721818"/>
              </p:ext>
            </p:extLst>
          </p:nvPr>
        </p:nvGraphicFramePr>
        <p:xfrm>
          <a:off x="3310176" y="2627382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Amanda Chen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(10)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10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EFB6B83-4884-5E72-0886-4E0BA540DD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1489773"/>
              </p:ext>
            </p:extLst>
          </p:nvPr>
        </p:nvGraphicFramePr>
        <p:xfrm>
          <a:off x="6110242" y="2634206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Brian Fydenkevez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3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eriod-2-Statements-7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2EAAC4-C62E-C75E-C067-BD13660A69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2790200"/>
              </p:ext>
            </p:extLst>
          </p:nvPr>
        </p:nvGraphicFramePr>
        <p:xfrm>
          <a:off x="6064155" y="351942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Statement Totals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₿ 100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5A972-F175-9613-DE6C-E0DD7B49F85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04849180"/>
              </p:ext>
            </p:extLst>
          </p:nvPr>
        </p:nvGraphicFramePr>
        <p:xfrm>
          <a:off x="6039134" y="2856306"/>
          <a:ext cx="233376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57">
                  <a:extLst>
                    <a:ext uri="{9D8B030D-6E8A-4147-A177-3AD203B41FA5}">
                      <a16:colId xmlns:a16="http://schemas.microsoft.com/office/drawing/2014/main" val="2580190594"/>
                    </a:ext>
                  </a:extLst>
                </a:gridCol>
                <a:gridCol w="850710">
                  <a:extLst>
                    <a:ext uri="{9D8B030D-6E8A-4147-A177-3AD203B41FA5}">
                      <a16:colId xmlns:a16="http://schemas.microsoft.com/office/drawing/2014/main" val="1117469595"/>
                    </a:ext>
                  </a:extLst>
                </a:gridCol>
              </a:tblGrid>
              <a:tr h="28632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/>
                        <a:t>Rick’s Pocket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828618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₿ 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575602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602515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Earnings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11574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/>
                        <a:t>Withdrawals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27959"/>
                  </a:ext>
                </a:extLst>
              </a:tr>
              <a:tr h="286328">
                <a:tc>
                  <a:txBody>
                    <a:bodyPr/>
                    <a:lstStyle/>
                    <a:p>
                      <a:r>
                        <a:rPr lang="en-US" sz="1600" b="1"/>
                        <a:t>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₿ 35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95069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0C1BBD9-F043-CD79-DDDB-3CA53110655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8532509"/>
              </p:ext>
            </p:extLst>
          </p:nvPr>
        </p:nvGraphicFramePr>
        <p:xfrm>
          <a:off x="406486" y="215337"/>
          <a:ext cx="2431087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i="1" dirty="0"/>
                        <a:t>Luis Bravo Lumbreras</a:t>
                      </a:r>
                    </a:p>
                    <a:p>
                      <a:r>
                        <a:rPr lang="en-US" sz="1200" i="1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10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20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08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1-Statements-7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1821209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Brian Fydenkevez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₿ 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35820768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Luis Bravo Lumbreras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34293326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Jane Lord-Krause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85913941"/>
              </p:ext>
            </p:extLst>
          </p:nvPr>
        </p:nvGraphicFramePr>
        <p:xfrm>
          <a:off x="1881713" y="2641032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Christian Aviles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15732174"/>
              </p:ext>
            </p:extLst>
          </p:nvPr>
        </p:nvGraphicFramePr>
        <p:xfrm>
          <a:off x="4800845" y="2656421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Keegan Vacanti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99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2-Statements-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0750530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Alejandro Escamilla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67985787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Kevin Xiao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 (5)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5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24417113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Negar Saatchi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10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10149774"/>
              </p:ext>
            </p:extLst>
          </p:nvPr>
        </p:nvGraphicFramePr>
        <p:xfrm>
          <a:off x="498739" y="2627384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Emma Li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59571960"/>
              </p:ext>
            </p:extLst>
          </p:nvPr>
        </p:nvGraphicFramePr>
        <p:xfrm>
          <a:off x="3354182" y="262002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Ruth Tomlin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1B52D3C-2DFC-1FB3-FCFC-D11C82EA59D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03279323"/>
              </p:ext>
            </p:extLst>
          </p:nvPr>
        </p:nvGraphicFramePr>
        <p:xfrm>
          <a:off x="6247472" y="2630435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Amanda Chen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 b="1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71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iod-2-Statements-7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9AEEC0-B26D-25D3-47F1-9B76BEBBDF3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4490800"/>
              </p:ext>
            </p:extLst>
          </p:nvPr>
        </p:nvGraphicFramePr>
        <p:xfrm>
          <a:off x="501013" y="145766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Brian Fydenkevez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317FC0-4884-4A4E-ED66-324ADE55EC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006309"/>
              </p:ext>
            </p:extLst>
          </p:nvPr>
        </p:nvGraphicFramePr>
        <p:xfrm>
          <a:off x="3356456" y="138409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Luis Bravo Lumbreras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7FB07C-29A4-C8EF-262E-CBFC2B7F89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02878257"/>
              </p:ext>
            </p:extLst>
          </p:nvPr>
        </p:nvGraphicFramePr>
        <p:xfrm>
          <a:off x="6249746" y="148817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Jane Lord-Krause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728A95-DBC2-246B-19A5-4F09D9AE3D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61889239"/>
              </p:ext>
            </p:extLst>
          </p:nvPr>
        </p:nvGraphicFramePr>
        <p:xfrm>
          <a:off x="1881713" y="2641032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Christian Aviles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B8EB12-758A-3511-5734-597D5FFB813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61177560"/>
              </p:ext>
            </p:extLst>
          </p:nvPr>
        </p:nvGraphicFramePr>
        <p:xfrm>
          <a:off x="4800845" y="2656421"/>
          <a:ext cx="2431087" cy="23774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788131">
                  <a:extLst>
                    <a:ext uri="{9D8B030D-6E8A-4147-A177-3AD203B41FA5}">
                      <a16:colId xmlns:a16="http://schemas.microsoft.com/office/drawing/2014/main" val="1309922246"/>
                    </a:ext>
                  </a:extLst>
                </a:gridCol>
                <a:gridCol w="642956">
                  <a:extLst>
                    <a:ext uri="{9D8B030D-6E8A-4147-A177-3AD203B41FA5}">
                      <a16:colId xmlns:a16="http://schemas.microsoft.com/office/drawing/2014/main" val="1460608929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RLA Investment Securities LLC</a:t>
                      </a:r>
                    </a:p>
                    <a:p>
                      <a:pPr algn="ctr"/>
                      <a:r>
                        <a:rPr lang="en-US" sz="1200" dirty="0"/>
                        <a:t>Period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55014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Keegan Vacanti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06370"/>
                  </a:ext>
                </a:extLst>
              </a:tr>
              <a:tr h="263769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Law School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869488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Beginning 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72029994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Deposits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51748247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  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3471201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/>
                        <a:t>Withdrawals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900473"/>
                  </a:ext>
                </a:extLst>
              </a:tr>
              <a:tr h="263769">
                <a:tc>
                  <a:txBody>
                    <a:bodyPr/>
                    <a:lstStyle/>
                    <a:p>
                      <a:r>
                        <a:rPr lang="en-US" sz="1200" b="1"/>
                        <a:t>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₿ 0</a:t>
                      </a:r>
                      <a:endParaRPr lang="en-US" sz="120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11986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BA0CAE4-7A72-B10A-09DD-9805228CE100}"/>
              </a:ext>
            </a:extLst>
          </p:cNvPr>
          <p:cNvSpPr/>
          <p:nvPr userDrawn="1"/>
        </p:nvSpPr>
        <p:spPr>
          <a:xfrm>
            <a:off x="8165911" y="4335439"/>
            <a:ext cx="691487" cy="755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33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mmary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E8B303-841D-A95E-9071-AD65650F047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65289587"/>
              </p:ext>
            </p:extLst>
          </p:nvPr>
        </p:nvGraphicFramePr>
        <p:xfrm>
          <a:off x="313509" y="245836"/>
          <a:ext cx="7576458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006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541474">
                  <a:extLst>
                    <a:ext uri="{9D8B030D-6E8A-4147-A177-3AD203B41FA5}">
                      <a16:colId xmlns:a16="http://schemas.microsoft.com/office/drawing/2014/main" val="1331553977"/>
                    </a:ext>
                  </a:extLst>
                </a:gridCol>
                <a:gridCol w="1377536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334538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102390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Investor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r>
                        <a:rPr lang="en-US" sz="1400" dirty="0"/>
                        <a:t>Alejandro Escamilla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2526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Kevin Xiao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60137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Negar Saatchi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052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Emma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39312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Ruth Tomlin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3756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Amanda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56896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Brian Fydenkevez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2241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Luis Bravo Lumbreras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810732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Jane Lord-Krause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6668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Christian Aviles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30409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Keegan Vacanti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68380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0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057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inners_Los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E8B303-841D-A95E-9071-AD65650F047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09768878"/>
              </p:ext>
            </p:extLst>
          </p:nvPr>
        </p:nvGraphicFramePr>
        <p:xfrm>
          <a:off x="1247504" y="187053"/>
          <a:ext cx="614116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858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1202516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164981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89381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Winners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r>
                        <a:rPr lang="en-US" sz="1400" dirty="0"/>
                        <a:t>Alejandro Escamilla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2526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Kevin Xiao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60137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Negar Saatchi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052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05698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B6C31B-42DE-A433-EB65-BEE9D7959E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778986"/>
              </p:ext>
            </p:extLst>
          </p:nvPr>
        </p:nvGraphicFramePr>
        <p:xfrm>
          <a:off x="1236618" y="1782898"/>
          <a:ext cx="6141169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858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1202516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164981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89381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RLAIS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Emma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39312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Ruth Tomlin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3756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Brian Fydenkevez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22414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Luis Bravo Lumbreras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810732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Jane Lord-Krause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166680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Christian Aviles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30409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Keegan Vacanti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(40)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(40)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683801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(155)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0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278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4030E31-1946-B341-49C4-3A26FE0FE624}"/>
              </a:ext>
            </a:extLst>
          </p:cNvPr>
          <p:cNvSpPr/>
          <p:nvPr userDrawn="1"/>
        </p:nvSpPr>
        <p:spPr>
          <a:xfrm>
            <a:off x="6229631" y="1490743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127E0-A5FC-C4F9-B993-4F2BCB77D8EB}"/>
              </a:ext>
            </a:extLst>
          </p:cNvPr>
          <p:cNvSpPr/>
          <p:nvPr userDrawn="1"/>
        </p:nvSpPr>
        <p:spPr>
          <a:xfrm>
            <a:off x="6229631" y="728743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8F00B1-C7D4-DF74-9B1C-E143D4EFA9DD}"/>
              </a:ext>
            </a:extLst>
          </p:cNvPr>
          <p:cNvSpPr/>
          <p:nvPr userDrawn="1"/>
        </p:nvSpPr>
        <p:spPr>
          <a:xfrm>
            <a:off x="6229631" y="3757150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58A06F-11F1-E62D-17C8-E029AF033FA3}"/>
              </a:ext>
            </a:extLst>
          </p:cNvPr>
          <p:cNvSpPr/>
          <p:nvPr userDrawn="1"/>
        </p:nvSpPr>
        <p:spPr>
          <a:xfrm>
            <a:off x="6229631" y="2995150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5C167E-A513-3C46-FFF3-89E80C61B2C4}"/>
              </a:ext>
            </a:extLst>
          </p:cNvPr>
          <p:cNvSpPr/>
          <p:nvPr userDrawn="1"/>
        </p:nvSpPr>
        <p:spPr>
          <a:xfrm>
            <a:off x="6229631" y="2246212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59D4EC-58A9-4F03-2C80-626ADAEFE44E}"/>
              </a:ext>
            </a:extLst>
          </p:cNvPr>
          <p:cNvSpPr/>
          <p:nvPr userDrawn="1"/>
        </p:nvSpPr>
        <p:spPr>
          <a:xfrm>
            <a:off x="427546" y="511029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01E2E3-D278-E40A-BB6F-9D23CA094791}"/>
              </a:ext>
            </a:extLst>
          </p:cNvPr>
          <p:cNvSpPr/>
          <p:nvPr userDrawn="1"/>
        </p:nvSpPr>
        <p:spPr>
          <a:xfrm>
            <a:off x="427546" y="1206843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5996FA-5514-51FD-5247-11DE93A818A4}"/>
              </a:ext>
            </a:extLst>
          </p:cNvPr>
          <p:cNvSpPr/>
          <p:nvPr userDrawn="1"/>
        </p:nvSpPr>
        <p:spPr>
          <a:xfrm>
            <a:off x="427546" y="1902657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10A230-9249-32F7-2C73-2A1E504D9A9A}"/>
              </a:ext>
            </a:extLst>
          </p:cNvPr>
          <p:cNvSpPr/>
          <p:nvPr userDrawn="1"/>
        </p:nvSpPr>
        <p:spPr>
          <a:xfrm>
            <a:off x="427546" y="2598471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C35814-86A9-5DC7-9B74-3B0E5AE016B3}"/>
              </a:ext>
            </a:extLst>
          </p:cNvPr>
          <p:cNvSpPr/>
          <p:nvPr userDrawn="1"/>
        </p:nvSpPr>
        <p:spPr>
          <a:xfrm>
            <a:off x="427546" y="3294285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2BF629-CA44-5960-3F38-221D010DEE06}"/>
              </a:ext>
            </a:extLst>
          </p:cNvPr>
          <p:cNvSpPr/>
          <p:nvPr userDrawn="1"/>
        </p:nvSpPr>
        <p:spPr>
          <a:xfrm>
            <a:off x="427546" y="3990100"/>
            <a:ext cx="2167759" cy="65426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36408" y="4767263"/>
            <a:ext cx="493776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5647B-1A11-C3D6-8CE5-AEBF05587777}"/>
              </a:ext>
            </a:extLst>
          </p:cNvPr>
          <p:cNvSpPr/>
          <p:nvPr userDrawn="1"/>
        </p:nvSpPr>
        <p:spPr>
          <a:xfrm>
            <a:off x="510498" y="4046139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Alejandro Escamilla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02A9A-958F-95E2-1B59-1EFE56C98377}"/>
              </a:ext>
            </a:extLst>
          </p:cNvPr>
          <p:cNvSpPr/>
          <p:nvPr userDrawn="1"/>
        </p:nvSpPr>
        <p:spPr>
          <a:xfrm>
            <a:off x="6857616" y="1548640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Christian Aviles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8D80F5-7C26-9505-5486-3C09C49A2538}"/>
              </a:ext>
            </a:extLst>
          </p:cNvPr>
          <p:cNvSpPr/>
          <p:nvPr userDrawn="1"/>
        </p:nvSpPr>
        <p:spPr>
          <a:xfrm>
            <a:off x="6857616" y="794842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Keegan Vacanti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A5FAC-2ED7-4AE7-F85B-325B7CE93F84}"/>
              </a:ext>
            </a:extLst>
          </p:cNvPr>
          <p:cNvSpPr/>
          <p:nvPr userDrawn="1"/>
        </p:nvSpPr>
        <p:spPr>
          <a:xfrm>
            <a:off x="510498" y="574554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Amanda Chen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8979C-10B8-2F49-DA23-B29DFD4C20B7}"/>
              </a:ext>
            </a:extLst>
          </p:cNvPr>
          <p:cNvSpPr/>
          <p:nvPr userDrawn="1"/>
        </p:nvSpPr>
        <p:spPr>
          <a:xfrm>
            <a:off x="510498" y="1268871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Ruth Tomlin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6989D8-EEEA-0F78-65F3-BB4AB5D289F0}"/>
              </a:ext>
            </a:extLst>
          </p:cNvPr>
          <p:cNvSpPr/>
          <p:nvPr userDrawn="1"/>
        </p:nvSpPr>
        <p:spPr>
          <a:xfrm>
            <a:off x="510498" y="1963188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Emma Li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358558-5673-2BD5-9168-23AE8AA1959B}"/>
              </a:ext>
            </a:extLst>
          </p:cNvPr>
          <p:cNvSpPr/>
          <p:nvPr userDrawn="1"/>
        </p:nvSpPr>
        <p:spPr>
          <a:xfrm>
            <a:off x="510498" y="2657505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Negar Saatchi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D3901C-4F47-B489-1ABB-B23585E7EF0E}"/>
              </a:ext>
            </a:extLst>
          </p:cNvPr>
          <p:cNvSpPr/>
          <p:nvPr userDrawn="1"/>
        </p:nvSpPr>
        <p:spPr>
          <a:xfrm>
            <a:off x="510498" y="3351822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Kevin Xiao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0C1F04-480D-DE4C-869F-88A028CAA8A9}"/>
              </a:ext>
            </a:extLst>
          </p:cNvPr>
          <p:cNvSpPr/>
          <p:nvPr userDrawn="1"/>
        </p:nvSpPr>
        <p:spPr>
          <a:xfrm>
            <a:off x="6857616" y="3810034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Brian Fydenkevez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62A6DC-DA6D-9E1D-C5B2-B137F23FFAEF}"/>
              </a:ext>
            </a:extLst>
          </p:cNvPr>
          <p:cNvSpPr/>
          <p:nvPr userDrawn="1"/>
        </p:nvSpPr>
        <p:spPr>
          <a:xfrm>
            <a:off x="6857616" y="3056236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Luis Bravo Lumbreras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F2ABFC-03F5-41D7-5AE6-0C167A72487D}"/>
              </a:ext>
            </a:extLst>
          </p:cNvPr>
          <p:cNvSpPr/>
          <p:nvPr userDrawn="1"/>
        </p:nvSpPr>
        <p:spPr>
          <a:xfrm>
            <a:off x="6857616" y="2302438"/>
            <a:ext cx="1447800" cy="4795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Jane Lord-Krause</a:t>
            </a:r>
          </a:p>
        </p:txBody>
      </p:sp>
    </p:spTree>
    <p:extLst>
      <p:ext uri="{BB962C8B-B14F-4D97-AF65-F5344CB8AC3E}">
        <p14:creationId xmlns:p14="http://schemas.microsoft.com/office/powerpoint/2010/main" val="340067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603DFB-57EE-1441-A120-C0F52985D79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65" r:id="rId8"/>
    <p:sldLayoutId id="2147483666" r:id="rId9"/>
    <p:sldLayoutId id="2147483667" r:id="rId10"/>
    <p:sldLayoutId id="2147483662" r:id="rId11"/>
    <p:sldLayoutId id="2147483663" r:id="rId12"/>
    <p:sldLayoutId id="2147483664" r:id="rId13"/>
    <p:sldLayoutId id="2147483655" r:id="rId14"/>
    <p:sldLayoutId id="2147483668" r:id="rId15"/>
    <p:sldLayoutId id="2147483669" r:id="rId16"/>
    <p:sldLayoutId id="2147483660" r:id="rId17"/>
    <p:sldLayoutId id="2147483656" r:id="rId18"/>
    <p:sldLayoutId id="2147483657" r:id="rId19"/>
    <p:sldLayoutId id="2147483658" r:id="rId20"/>
    <p:sldLayoutId id="2147483659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inbase.com/price/bitcoi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15" y="1771539"/>
            <a:ext cx="8665535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Investment Game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940" y="3270176"/>
            <a:ext cx="6973165" cy="711052"/>
          </a:xfrm>
        </p:spPr>
        <p:txBody>
          <a:bodyPr>
            <a:normAutofit/>
          </a:bodyPr>
          <a:lstStyle/>
          <a:p>
            <a:r>
              <a:rPr lang="en-US" dirty="0"/>
              <a:t>LAW 21474 Spring 2026</a:t>
            </a:r>
          </a:p>
        </p:txBody>
      </p:sp>
    </p:spTree>
    <p:extLst>
      <p:ext uri="{BB962C8B-B14F-4D97-AF65-F5344CB8AC3E}">
        <p14:creationId xmlns:p14="http://schemas.microsoft.com/office/powerpoint/2010/main" val="60463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AC4F-B32E-4926-880A-0472EF28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Investment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D9656-8F85-4D83-95C9-09B4BDD62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chose 11 of you to participate.</a:t>
            </a:r>
          </a:p>
          <a:p>
            <a:r>
              <a:rPr lang="en-US" dirty="0"/>
              <a:t>Each will have an endowment (that’s what we call what you start with in economics) of (pretend) Bitcoin.</a:t>
            </a:r>
          </a:p>
          <a:p>
            <a:r>
              <a:rPr lang="en-US" dirty="0"/>
              <a:t>Each will make investments with a promised rate of return of 100% per period.</a:t>
            </a:r>
          </a:p>
          <a:p>
            <a:r>
              <a:rPr lang="en-US" dirty="0"/>
              <a:t>Some of you will withdrawal funds from their accounts.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3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AC65-0769-4EB9-9EBD-E97B82B5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Investors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5792DF-59CB-D1B5-66F0-111B2A93C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16233"/>
              </p:ext>
            </p:extLst>
          </p:nvPr>
        </p:nvGraphicFramePr>
        <p:xfrm>
          <a:off x="1524000" y="915584"/>
          <a:ext cx="6093417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6970">
                  <a:extLst>
                    <a:ext uri="{9D8B030D-6E8A-4147-A177-3AD203B41FA5}">
                      <a16:colId xmlns:a16="http://schemas.microsoft.com/office/drawing/2014/main" val="291828666"/>
                    </a:ext>
                  </a:extLst>
                </a:gridCol>
                <a:gridCol w="1049565">
                  <a:extLst>
                    <a:ext uri="{9D8B030D-6E8A-4147-A177-3AD203B41FA5}">
                      <a16:colId xmlns:a16="http://schemas.microsoft.com/office/drawing/2014/main" val="3708739224"/>
                    </a:ext>
                  </a:extLst>
                </a:gridCol>
                <a:gridCol w="846882">
                  <a:extLst>
                    <a:ext uri="{9D8B030D-6E8A-4147-A177-3AD203B41FA5}">
                      <a16:colId xmlns:a16="http://schemas.microsoft.com/office/drawing/2014/main" val="2127824868"/>
                    </a:ext>
                  </a:extLst>
                </a:gridCol>
              </a:tblGrid>
              <a:tr h="29307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₿</a:t>
                      </a:r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</a:rPr>
                        <a:t>Accnt</a:t>
                      </a:r>
                      <a:r>
                        <a:rPr lang="en-US" b="1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856727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Alejandro Escamilla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54986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Kevin Xiao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668504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Negar Saatchi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720032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Emma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49088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Ruth Tomlin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04720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Amanda 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55284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Brian Fydenkevez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160951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Luis Bravo Lumbreras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105297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Jane Lord-Krause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289874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Christian Aviles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513223"/>
                  </a:ext>
                </a:extLst>
              </a:tr>
              <a:tr h="2930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Keegan Vacanti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143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8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0E78-D6F2-7DD6-8F2E-CE5F81DF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Investment Company and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57445-915E-BC24-F5EF-B4A974BFD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5778"/>
            <a:ext cx="8229600" cy="33944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Ricky Lee Antle Investment Securities, LLC </a:t>
            </a:r>
            <a:br>
              <a:rPr lang="en-US" dirty="0"/>
            </a:br>
            <a:r>
              <a:rPr lang="en-US" dirty="0"/>
              <a:t>(hereafter, </a:t>
            </a:r>
            <a:r>
              <a:rPr lang="en-US" b="1" dirty="0"/>
              <a:t>RLAIS</a:t>
            </a:r>
            <a:r>
              <a:rPr lang="en-US" dirty="0"/>
              <a:t>)</a:t>
            </a:r>
          </a:p>
          <a:p>
            <a:r>
              <a:rPr lang="en-US" dirty="0"/>
              <a:t>Beginning endowment: ₿20</a:t>
            </a:r>
          </a:p>
          <a:p>
            <a:r>
              <a:rPr lang="en-US" dirty="0"/>
              <a:t>Stated rate of return on RLAIS strategy: 100%</a:t>
            </a:r>
          </a:p>
          <a:p>
            <a:r>
              <a:rPr lang="en-US" dirty="0"/>
              <a:t>RLAIS fees: 0%</a:t>
            </a:r>
          </a:p>
          <a:p>
            <a:r>
              <a:rPr lang="en-US" dirty="0"/>
              <a:t>Minimum investment: ₿5</a:t>
            </a:r>
          </a:p>
          <a:p>
            <a:r>
              <a:rPr lang="en-US" dirty="0"/>
              <a:t>Deposits at the beginning of the period, withdrawals at the end of the period.</a:t>
            </a:r>
          </a:p>
          <a:p>
            <a:r>
              <a:rPr lang="en-US" dirty="0"/>
              <a:t>Just so we understand the stakes: </a:t>
            </a:r>
            <a:r>
              <a:rPr lang="en-US" dirty="0">
                <a:hlinkClick r:id="rId2"/>
              </a:rPr>
              <a:t>Bitcoin-Dollar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2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5C019-925A-B48B-8CFC-59E3EFDF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84544A9-13F9-CAB5-0F7A-13A948DEA8B9}"/>
              </a:ext>
            </a:extLst>
          </p:cNvPr>
          <p:cNvSpPr/>
          <p:nvPr/>
        </p:nvSpPr>
        <p:spPr>
          <a:xfrm>
            <a:off x="4100289" y="1828599"/>
            <a:ext cx="943423" cy="9337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  <a:p>
            <a:pPr algn="ctr"/>
            <a:r>
              <a:rPr lang="en-US" sz="1600" b="1"/>
              <a:t>RLAIS</a:t>
            </a:r>
          </a:p>
          <a:p>
            <a:pPr algn="ctr"/>
            <a:endParaRPr lang="en-US" sz="16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C09F15-62E0-53BB-302E-1576EB4FB8CA}"/>
              </a:ext>
            </a:extLst>
          </p:cNvPr>
          <p:cNvSpPr txBox="1"/>
          <p:nvPr/>
        </p:nvSpPr>
        <p:spPr>
          <a:xfrm>
            <a:off x="2079564" y="414362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93E91-613F-3E8F-0369-64798A459E47}"/>
              </a:ext>
            </a:extLst>
          </p:cNvPr>
          <p:cNvSpPr txBox="1"/>
          <p:nvPr/>
        </p:nvSpPr>
        <p:spPr>
          <a:xfrm>
            <a:off x="2127271" y="274212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3BD51A-A49B-2B56-88E9-8BA13266B69C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A63C25-A524-0FEF-330B-C85F427FEED9}"/>
              </a:ext>
            </a:extLst>
          </p:cNvPr>
          <p:cNvSpPr txBox="1"/>
          <p:nvPr/>
        </p:nvSpPr>
        <p:spPr>
          <a:xfrm>
            <a:off x="2127271" y="3434925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EC7EBB-674C-1B70-880C-E47C97DDD823}"/>
              </a:ext>
            </a:extLst>
          </p:cNvPr>
          <p:cNvSpPr txBox="1"/>
          <p:nvPr/>
        </p:nvSpPr>
        <p:spPr>
          <a:xfrm>
            <a:off x="2127271" y="2049327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7471AD-BE0C-5E10-7573-5C9000F6F387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0C5C5F-93DF-BCEA-BFE2-DA68F0828D3C}"/>
              </a:ext>
            </a:extLst>
          </p:cNvPr>
          <p:cNvSpPr txBox="1"/>
          <p:nvPr/>
        </p:nvSpPr>
        <p:spPr>
          <a:xfrm>
            <a:off x="6255587" y="168903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C1A196-7DAE-09BA-11AC-0D1FADF2768A}"/>
              </a:ext>
            </a:extLst>
          </p:cNvPr>
          <p:cNvSpPr txBox="1"/>
          <p:nvPr/>
        </p:nvSpPr>
        <p:spPr>
          <a:xfrm>
            <a:off x="6239685" y="93134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79EA79-2D9E-80A0-C4F8-B1633F0366C4}"/>
              </a:ext>
            </a:extLst>
          </p:cNvPr>
          <p:cNvSpPr txBox="1"/>
          <p:nvPr/>
        </p:nvSpPr>
        <p:spPr>
          <a:xfrm>
            <a:off x="6295344" y="389053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572CEC-F238-7449-24DB-C09F4975924D}"/>
              </a:ext>
            </a:extLst>
          </p:cNvPr>
          <p:cNvSpPr txBox="1"/>
          <p:nvPr/>
        </p:nvSpPr>
        <p:spPr>
          <a:xfrm>
            <a:off x="6303295" y="316465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86F73-E026-CF04-5BD4-C8034E3E7CF4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608895-5F55-C5C3-89EA-8B38B75E5549}"/>
              </a:ext>
            </a:extLst>
          </p:cNvPr>
          <p:cNvSpPr txBox="1"/>
          <p:nvPr/>
        </p:nvSpPr>
        <p:spPr>
          <a:xfrm>
            <a:off x="4276829" y="2390754"/>
            <a:ext cx="622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₿20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D4F934-EE1C-6B75-4D9E-506981415E2E}"/>
              </a:ext>
            </a:extLst>
          </p:cNvPr>
          <p:cNvSpPr txBox="1"/>
          <p:nvPr/>
        </p:nvSpPr>
        <p:spPr>
          <a:xfrm>
            <a:off x="2945722" y="452567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90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0E0B-7768-1EC7-59A7-529F6BE7F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759F-0073-EB96-94EE-6ABDE005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E2719-E013-1C46-B50D-033179848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8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1214-1097-1819-E340-32ED189C1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DEEF1D1-B2DD-CDBD-96BF-A737A2B3187C}"/>
              </a:ext>
            </a:extLst>
          </p:cNvPr>
          <p:cNvSpPr/>
          <p:nvPr/>
        </p:nvSpPr>
        <p:spPr>
          <a:xfrm>
            <a:off x="4100289" y="1828599"/>
            <a:ext cx="943423" cy="9337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/>
          </a:p>
          <a:p>
            <a:pPr algn="ctr"/>
            <a:r>
              <a:rPr lang="en-US" sz="1600" b="1"/>
              <a:t>RLAIS</a:t>
            </a:r>
          </a:p>
          <a:p>
            <a:pPr algn="ctr"/>
            <a:endParaRPr lang="en-US" sz="16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6A7638-AB77-7D75-B3B4-B58154EFE9CF}"/>
              </a:ext>
            </a:extLst>
          </p:cNvPr>
          <p:cNvSpPr txBox="1"/>
          <p:nvPr/>
        </p:nvSpPr>
        <p:spPr>
          <a:xfrm>
            <a:off x="2127271" y="412772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A7DF5-C19B-1552-11F1-70A3138F45E4}"/>
              </a:ext>
            </a:extLst>
          </p:cNvPr>
          <p:cNvSpPr txBox="1"/>
          <p:nvPr/>
        </p:nvSpPr>
        <p:spPr>
          <a:xfrm>
            <a:off x="2127271" y="274212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7F733-490D-878D-7710-19A4D752989B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448438-841C-33E8-2866-1B721FF17899}"/>
              </a:ext>
            </a:extLst>
          </p:cNvPr>
          <p:cNvSpPr txBox="1"/>
          <p:nvPr/>
        </p:nvSpPr>
        <p:spPr>
          <a:xfrm>
            <a:off x="2127271" y="3434925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836834-EC5C-3433-F4DD-AB521D2BDF48}"/>
              </a:ext>
            </a:extLst>
          </p:cNvPr>
          <p:cNvSpPr txBox="1"/>
          <p:nvPr/>
        </p:nvSpPr>
        <p:spPr>
          <a:xfrm>
            <a:off x="2127271" y="2049327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1C1A9B-FE7D-1F2F-FD2C-3067E4990978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552DC7-F636-5E31-9FFB-04F3DB4FD36A}"/>
              </a:ext>
            </a:extLst>
          </p:cNvPr>
          <p:cNvSpPr txBox="1"/>
          <p:nvPr/>
        </p:nvSpPr>
        <p:spPr>
          <a:xfrm>
            <a:off x="6271490" y="164927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F6ECCA-41E1-5C61-E8AE-5AB8835BD2BA}"/>
              </a:ext>
            </a:extLst>
          </p:cNvPr>
          <p:cNvSpPr txBox="1"/>
          <p:nvPr/>
        </p:nvSpPr>
        <p:spPr>
          <a:xfrm>
            <a:off x="6287393" y="85978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9B8F13-C98E-FB7A-8F93-43881A322E0D}"/>
              </a:ext>
            </a:extLst>
          </p:cNvPr>
          <p:cNvSpPr txBox="1"/>
          <p:nvPr/>
        </p:nvSpPr>
        <p:spPr>
          <a:xfrm>
            <a:off x="6295344" y="38984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52D597-19F1-6E2A-8CA2-7B4F732D503D}"/>
              </a:ext>
            </a:extLst>
          </p:cNvPr>
          <p:cNvSpPr txBox="1"/>
          <p:nvPr/>
        </p:nvSpPr>
        <p:spPr>
          <a:xfrm>
            <a:off x="6279441" y="313284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25ACBC-4481-7CC6-408C-B966F3705A85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9097DE-6019-EFD0-B135-AE524E246252}"/>
              </a:ext>
            </a:extLst>
          </p:cNvPr>
          <p:cNvSpPr txBox="1"/>
          <p:nvPr/>
        </p:nvSpPr>
        <p:spPr>
          <a:xfrm>
            <a:off x="4268877" y="2366900"/>
            <a:ext cx="622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₿20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F73D0-4FF5-5432-A88C-E2D42B471DF0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EA64D-63E5-1257-1836-7B59C392B34D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Beginning</a:t>
            </a:r>
          </a:p>
        </p:txBody>
      </p:sp>
    </p:spTree>
    <p:extLst>
      <p:ext uri="{BB962C8B-B14F-4D97-AF65-F5344CB8AC3E}">
        <p14:creationId xmlns:p14="http://schemas.microsoft.com/office/powerpoint/2010/main" val="202424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7.40741E-7 L 0.22378 0.0067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81" y="3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83951E-6 L 0.22083 -0.0981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2" y="-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7037E-6 L 0.23559 -0.23302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-1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60494E-6 L 0.23559 -0.33827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-16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" grpId="0"/>
      <p:bldP spid="35" grpId="0"/>
      <p:bldP spid="37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2269-EA56-CEE4-6798-CD4D13CA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DBFB48F-68D6-6777-BDDF-33FC3842C196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8B0C8-C03F-3A24-1272-670D8E85F120}"/>
              </a:ext>
            </a:extLst>
          </p:cNvPr>
          <p:cNvSpPr txBox="1"/>
          <p:nvPr/>
        </p:nvSpPr>
        <p:spPr>
          <a:xfrm>
            <a:off x="2127271" y="412772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D46BD-0ED5-3317-D0D7-4D4029B94AFA}"/>
              </a:ext>
            </a:extLst>
          </p:cNvPr>
          <p:cNvSpPr txBox="1"/>
          <p:nvPr/>
        </p:nvSpPr>
        <p:spPr>
          <a:xfrm>
            <a:off x="2127271" y="2742126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F3C2CF-91CC-8336-A35C-DFDECF1ABD9D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64D03A-FDCC-D18D-A3AB-3DA974F4147F}"/>
              </a:ext>
            </a:extLst>
          </p:cNvPr>
          <p:cNvSpPr txBox="1"/>
          <p:nvPr/>
        </p:nvSpPr>
        <p:spPr>
          <a:xfrm>
            <a:off x="2127271" y="3434925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1C32AB-443A-8346-8D91-7548080E9DB2}"/>
              </a:ext>
            </a:extLst>
          </p:cNvPr>
          <p:cNvSpPr txBox="1"/>
          <p:nvPr/>
        </p:nvSpPr>
        <p:spPr>
          <a:xfrm>
            <a:off x="2127271" y="2049327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20494B-D047-9F8B-06D3-A1DF85F11927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73215F-A4D7-F346-6BAF-2A6968F07D86}"/>
              </a:ext>
            </a:extLst>
          </p:cNvPr>
          <p:cNvSpPr txBox="1"/>
          <p:nvPr/>
        </p:nvSpPr>
        <p:spPr>
          <a:xfrm>
            <a:off x="6287392" y="166517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369026-423C-58F4-AB06-FCD5D4FA258B}"/>
              </a:ext>
            </a:extLst>
          </p:cNvPr>
          <p:cNvSpPr txBox="1"/>
          <p:nvPr/>
        </p:nvSpPr>
        <p:spPr>
          <a:xfrm>
            <a:off x="6287392" y="89953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C741C5-589C-4F41-283B-39B56721AEBA}"/>
              </a:ext>
            </a:extLst>
          </p:cNvPr>
          <p:cNvSpPr txBox="1"/>
          <p:nvPr/>
        </p:nvSpPr>
        <p:spPr>
          <a:xfrm>
            <a:off x="6327149" y="388258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EA194A-2D67-0C08-B83A-2CC21DF2C91D}"/>
              </a:ext>
            </a:extLst>
          </p:cNvPr>
          <p:cNvSpPr txBox="1"/>
          <p:nvPr/>
        </p:nvSpPr>
        <p:spPr>
          <a:xfrm>
            <a:off x="6311247" y="317260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4EF580-58BB-3779-E3EA-0185BDB04FE4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D8F5B0-EBE3-878A-3592-ADAC1BC77A33}"/>
              </a:ext>
            </a:extLst>
          </p:cNvPr>
          <p:cNvSpPr txBox="1"/>
          <p:nvPr/>
        </p:nvSpPr>
        <p:spPr>
          <a:xfrm>
            <a:off x="4237071" y="2488238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4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A11C9-B0DF-693C-FEF2-487E44AA93FE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25DC5-FB8F-50EF-CBEA-BE3D778AF3FE}"/>
              </a:ext>
            </a:extLst>
          </p:cNvPr>
          <p:cNvSpPr txBox="1"/>
          <p:nvPr/>
        </p:nvSpPr>
        <p:spPr>
          <a:xfrm>
            <a:off x="2945722" y="452567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FEF8F-CDC0-4209-F753-EBF20611F167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Beginning</a:t>
            </a:r>
          </a:p>
        </p:txBody>
      </p:sp>
    </p:spTree>
    <p:extLst>
      <p:ext uri="{BB962C8B-B14F-4D97-AF65-F5344CB8AC3E}">
        <p14:creationId xmlns:p14="http://schemas.microsoft.com/office/powerpoint/2010/main" val="384599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7957-63C7-C628-27AC-A05000A10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C8DD033-B133-E9D3-555D-F6AA2F6A6169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E9A8BE-C596-6AC8-CB12-41E11098A22C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57ED9C-6E52-8090-F46F-D63805E1B1AF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17748E-53C5-EC03-C7AD-97AF068B28F3}"/>
              </a:ext>
            </a:extLst>
          </p:cNvPr>
          <p:cNvSpPr txBox="1"/>
          <p:nvPr/>
        </p:nvSpPr>
        <p:spPr>
          <a:xfrm>
            <a:off x="6263539" y="168903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F9F625-56CB-7638-5E0D-9530C36C8E98}"/>
              </a:ext>
            </a:extLst>
          </p:cNvPr>
          <p:cNvSpPr txBox="1"/>
          <p:nvPr/>
        </p:nvSpPr>
        <p:spPr>
          <a:xfrm>
            <a:off x="6263539" y="93929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950E8D-366F-1598-8C62-F13F5EBBFDF3}"/>
              </a:ext>
            </a:extLst>
          </p:cNvPr>
          <p:cNvSpPr txBox="1"/>
          <p:nvPr/>
        </p:nvSpPr>
        <p:spPr>
          <a:xfrm>
            <a:off x="6247637" y="389053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E96A67-3FAC-5C6A-003A-257B32210E48}"/>
              </a:ext>
            </a:extLst>
          </p:cNvPr>
          <p:cNvSpPr txBox="1"/>
          <p:nvPr/>
        </p:nvSpPr>
        <p:spPr>
          <a:xfrm>
            <a:off x="6255587" y="314874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0A4EAF-056D-9892-D5F2-75789390E0A5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5B6823-7606-3B3E-EAE6-0A2121C39652}"/>
              </a:ext>
            </a:extLst>
          </p:cNvPr>
          <p:cNvSpPr txBox="1"/>
          <p:nvPr/>
        </p:nvSpPr>
        <p:spPr>
          <a:xfrm>
            <a:off x="4213217" y="2512092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4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9FEC5-0302-6C90-2539-D120C27750D8}"/>
              </a:ext>
            </a:extLst>
          </p:cNvPr>
          <p:cNvSpPr txBox="1"/>
          <p:nvPr/>
        </p:nvSpPr>
        <p:spPr>
          <a:xfrm>
            <a:off x="4501116" y="350284"/>
            <a:ext cx="330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Earnings occur during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829CA-C15F-5285-A4FC-76E5712C1447}"/>
              </a:ext>
            </a:extLst>
          </p:cNvPr>
          <p:cNvSpPr txBox="1"/>
          <p:nvPr/>
        </p:nvSpPr>
        <p:spPr>
          <a:xfrm>
            <a:off x="2945722" y="4525670"/>
            <a:ext cx="413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reported wealth of the group: </a:t>
            </a:r>
            <a:r>
              <a:rPr lang="en-US" dirty="0">
                <a:latin typeface="Arial" panose="020B0604020202020204" pitchFamily="34" charset="0"/>
              </a:rPr>
              <a:t>₿240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EBD44-87BE-E55E-D741-3DC5D14AADA3}"/>
              </a:ext>
            </a:extLst>
          </p:cNvPr>
          <p:cNvSpPr txBox="1"/>
          <p:nvPr/>
        </p:nvSpPr>
        <p:spPr>
          <a:xfrm>
            <a:off x="4045641" y="2364532"/>
            <a:ext cx="1115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3600" dirty="0">
                <a:latin typeface="Arial" panose="020B0604020202020204" pitchFamily="34" charset="0"/>
              </a:rPr>
              <a:t>8</a:t>
            </a:r>
            <a:r>
              <a:rPr lang="en-US" sz="3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4B649-B523-B444-843D-180651B331E8}"/>
              </a:ext>
            </a:extLst>
          </p:cNvPr>
          <p:cNvSpPr txBox="1"/>
          <p:nvPr/>
        </p:nvSpPr>
        <p:spPr>
          <a:xfrm>
            <a:off x="501888" y="165618"/>
            <a:ext cx="17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During</a:t>
            </a:r>
          </a:p>
        </p:txBody>
      </p:sp>
    </p:spTree>
    <p:extLst>
      <p:ext uri="{BB962C8B-B14F-4D97-AF65-F5344CB8AC3E}">
        <p14:creationId xmlns:p14="http://schemas.microsoft.com/office/powerpoint/2010/main" val="56687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4" grpId="0"/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CCCD-F4D2-70AF-9732-B66B7C02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SECRET…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ACF8-4902-252E-6284-FBD7D3770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RLAIS has no operations and it earns nothing.</a:t>
            </a:r>
          </a:p>
          <a:p>
            <a:r>
              <a:rPr lang="en-US" dirty="0"/>
              <a:t>I.e</a:t>
            </a:r>
            <a:r>
              <a:rPr lang="en-US"/>
              <a:t>., RLAIS’s </a:t>
            </a:r>
            <a:r>
              <a:rPr lang="en-US" dirty="0"/>
              <a:t>actual rate of return is 0%.</a:t>
            </a:r>
          </a:p>
        </p:txBody>
      </p:sp>
    </p:spTree>
    <p:extLst>
      <p:ext uri="{BB962C8B-B14F-4D97-AF65-F5344CB8AC3E}">
        <p14:creationId xmlns:p14="http://schemas.microsoft.com/office/powerpoint/2010/main" val="1897613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36DB-479B-6BF4-9D5C-1816D43B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6E72C2D-7263-964B-AD7C-C4E9913D2623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78D887-E7C8-2DBC-5B44-2B08DC784622}"/>
              </a:ext>
            </a:extLst>
          </p:cNvPr>
          <p:cNvSpPr txBox="1"/>
          <p:nvPr/>
        </p:nvSpPr>
        <p:spPr>
          <a:xfrm>
            <a:off x="2127271" y="412772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92BB7-8081-EA9D-A251-78693F371C72}"/>
              </a:ext>
            </a:extLst>
          </p:cNvPr>
          <p:cNvSpPr txBox="1"/>
          <p:nvPr/>
        </p:nvSpPr>
        <p:spPr>
          <a:xfrm>
            <a:off x="2127271" y="2742126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F4F2E9-1662-78E1-D295-F23BC9E9306A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388EA8-2DF9-46A6-3F1C-540137F63588}"/>
              </a:ext>
            </a:extLst>
          </p:cNvPr>
          <p:cNvSpPr txBox="1"/>
          <p:nvPr/>
        </p:nvSpPr>
        <p:spPr>
          <a:xfrm>
            <a:off x="2127271" y="3434925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53928C-A114-74D0-EAD8-923220F3001B}"/>
              </a:ext>
            </a:extLst>
          </p:cNvPr>
          <p:cNvSpPr txBox="1"/>
          <p:nvPr/>
        </p:nvSpPr>
        <p:spPr>
          <a:xfrm>
            <a:off x="2127271" y="2049327"/>
            <a:ext cx="437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08CE29-8BD8-3BB0-747C-1EA92D22D0D1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FADC39-DC83-C39F-41A1-04FDAA7F0C7B}"/>
              </a:ext>
            </a:extLst>
          </p:cNvPr>
          <p:cNvSpPr txBox="1"/>
          <p:nvPr/>
        </p:nvSpPr>
        <p:spPr>
          <a:xfrm>
            <a:off x="6303296" y="164927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DF8FCF-0200-B705-6C6D-2CE63ACAB7CE}"/>
              </a:ext>
            </a:extLst>
          </p:cNvPr>
          <p:cNvSpPr txBox="1"/>
          <p:nvPr/>
        </p:nvSpPr>
        <p:spPr>
          <a:xfrm>
            <a:off x="6287393" y="89953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96AC6B-04F0-BC63-A3F7-15E7C51914A7}"/>
              </a:ext>
            </a:extLst>
          </p:cNvPr>
          <p:cNvSpPr txBox="1"/>
          <p:nvPr/>
        </p:nvSpPr>
        <p:spPr>
          <a:xfrm>
            <a:off x="6319198" y="393029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B12687-BE14-2B5E-5529-A9C154EF8A39}"/>
              </a:ext>
            </a:extLst>
          </p:cNvPr>
          <p:cNvSpPr txBox="1"/>
          <p:nvPr/>
        </p:nvSpPr>
        <p:spPr>
          <a:xfrm>
            <a:off x="6335100" y="318850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9179E5-93C3-0BFE-DA89-0189F99CB511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3E0A71-14CB-D7FC-9EB2-4D14005B3E4E}"/>
              </a:ext>
            </a:extLst>
          </p:cNvPr>
          <p:cNvSpPr txBox="1"/>
          <p:nvPr/>
        </p:nvSpPr>
        <p:spPr>
          <a:xfrm>
            <a:off x="4237072" y="2512093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4</a:t>
            </a:r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80514-3D53-2224-3B8E-3B24C210EEAD}"/>
              </a:ext>
            </a:extLst>
          </p:cNvPr>
          <p:cNvSpPr txBox="1"/>
          <p:nvPr/>
        </p:nvSpPr>
        <p:spPr>
          <a:xfrm>
            <a:off x="4501116" y="350284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actual state before withdrawals is: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A547F-760D-214E-0A7C-181F74570AC8}"/>
              </a:ext>
            </a:extLst>
          </p:cNvPr>
          <p:cNvSpPr txBox="1"/>
          <p:nvPr/>
        </p:nvSpPr>
        <p:spPr>
          <a:xfrm>
            <a:off x="2945722" y="4525670"/>
            <a:ext cx="387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actual wealth of the group: </a:t>
            </a:r>
            <a:r>
              <a:rPr lang="en-US" dirty="0">
                <a:latin typeface="Arial" panose="020B0604020202020204" pitchFamily="34" charset="0"/>
              </a:rPr>
              <a:t>₿200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36F57-3260-5AB5-D90D-F85BFD780981}"/>
              </a:ext>
            </a:extLst>
          </p:cNvPr>
          <p:cNvSpPr txBox="1"/>
          <p:nvPr/>
        </p:nvSpPr>
        <p:spPr>
          <a:xfrm>
            <a:off x="501888" y="165618"/>
            <a:ext cx="17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During</a:t>
            </a:r>
          </a:p>
        </p:txBody>
      </p:sp>
    </p:spTree>
    <p:extLst>
      <p:ext uri="{BB962C8B-B14F-4D97-AF65-F5344CB8AC3E}">
        <p14:creationId xmlns:p14="http://schemas.microsoft.com/office/powerpoint/2010/main" val="338055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ABF0-0FC9-323D-84F8-847C0BC16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B4E9FA8-1452-96A2-8B0B-B27C43203FE0}"/>
              </a:ext>
            </a:extLst>
          </p:cNvPr>
          <p:cNvSpPr/>
          <p:nvPr/>
        </p:nvSpPr>
        <p:spPr>
          <a:xfrm>
            <a:off x="3708716" y="1565927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3E082C-481B-1DEE-44F5-AB04E74BA2A6}"/>
              </a:ext>
            </a:extLst>
          </p:cNvPr>
          <p:cNvSpPr txBox="1"/>
          <p:nvPr/>
        </p:nvSpPr>
        <p:spPr>
          <a:xfrm>
            <a:off x="204013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641812-408B-F3D9-EDA4-591598238D19}"/>
              </a:ext>
            </a:extLst>
          </p:cNvPr>
          <p:cNvSpPr txBox="1"/>
          <p:nvPr/>
        </p:nvSpPr>
        <p:spPr>
          <a:xfrm>
            <a:off x="204013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73EBE2-F535-11BA-5701-0AEAEB356184}"/>
              </a:ext>
            </a:extLst>
          </p:cNvPr>
          <p:cNvSpPr txBox="1"/>
          <p:nvPr/>
        </p:nvSpPr>
        <p:spPr>
          <a:xfrm>
            <a:off x="6295344" y="166517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E8CD12-44BF-8A7F-10B0-115EB277A954}"/>
              </a:ext>
            </a:extLst>
          </p:cNvPr>
          <p:cNvSpPr txBox="1"/>
          <p:nvPr/>
        </p:nvSpPr>
        <p:spPr>
          <a:xfrm>
            <a:off x="6263539" y="89953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01E258-3C41-F786-E2F3-23398901CAAD}"/>
              </a:ext>
            </a:extLst>
          </p:cNvPr>
          <p:cNvSpPr txBox="1"/>
          <p:nvPr/>
        </p:nvSpPr>
        <p:spPr>
          <a:xfrm>
            <a:off x="6327149" y="386668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CF666E-B185-D7FC-E675-25C3D6539DBA}"/>
              </a:ext>
            </a:extLst>
          </p:cNvPr>
          <p:cNvSpPr txBox="1"/>
          <p:nvPr/>
        </p:nvSpPr>
        <p:spPr>
          <a:xfrm>
            <a:off x="6311247" y="3148749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0D73ED-777E-287B-6D8A-79C6CA08B90C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E4DBBD-9BBA-FB28-13FA-4F8B7CA2A730}"/>
              </a:ext>
            </a:extLst>
          </p:cNvPr>
          <p:cNvSpPr txBox="1"/>
          <p:nvPr/>
        </p:nvSpPr>
        <p:spPr>
          <a:xfrm>
            <a:off x="4181412" y="2623411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25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23BD3-0D76-61FE-A439-86C3118057B3}"/>
              </a:ext>
            </a:extLst>
          </p:cNvPr>
          <p:cNvSpPr txBox="1"/>
          <p:nvPr/>
        </p:nvSpPr>
        <p:spPr>
          <a:xfrm>
            <a:off x="4501116" y="350284"/>
            <a:ext cx="429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Withdrawals occur at the end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F2E08-6301-740F-E02F-7254475FD1FF}"/>
              </a:ext>
            </a:extLst>
          </p:cNvPr>
          <p:cNvSpPr txBox="1"/>
          <p:nvPr/>
        </p:nvSpPr>
        <p:spPr>
          <a:xfrm>
            <a:off x="2945722" y="452567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2E5C4-5134-CB62-973A-0EE7116100F4}"/>
              </a:ext>
            </a:extLst>
          </p:cNvPr>
          <p:cNvSpPr txBox="1"/>
          <p:nvPr/>
        </p:nvSpPr>
        <p:spPr>
          <a:xfrm>
            <a:off x="4607575" y="240207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86B5A-2304-F271-D576-A2C4856F3FCC}"/>
              </a:ext>
            </a:extLst>
          </p:cNvPr>
          <p:cNvSpPr txBox="1"/>
          <p:nvPr/>
        </p:nvSpPr>
        <p:spPr>
          <a:xfrm>
            <a:off x="3908052" y="242072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₿5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99A000-859B-D786-0D0A-BF967AFCC0D2}"/>
              </a:ext>
            </a:extLst>
          </p:cNvPr>
          <p:cNvSpPr txBox="1"/>
          <p:nvPr/>
        </p:nvSpPr>
        <p:spPr>
          <a:xfrm>
            <a:off x="501888" y="165618"/>
            <a:ext cx="1450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1: End</a:t>
            </a:r>
          </a:p>
        </p:txBody>
      </p:sp>
    </p:spTree>
    <p:extLst>
      <p:ext uri="{BB962C8B-B14F-4D97-AF65-F5344CB8AC3E}">
        <p14:creationId xmlns:p14="http://schemas.microsoft.com/office/powerpoint/2010/main" val="239172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0.2823 0.3339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01" y="1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93827E-6 L -0.20069 0.1941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35" y="96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" grpId="0"/>
      <p:bldP spid="6" grpId="0"/>
      <p:bldP spid="6" grpId="1"/>
      <p:bldP spid="9" grpId="0"/>
      <p:bldP spid="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83FC2A4-A412-D1AA-60E3-EF9B1B186B19}"/>
              </a:ext>
            </a:extLst>
          </p:cNvPr>
          <p:cNvSpPr/>
          <p:nvPr/>
        </p:nvSpPr>
        <p:spPr>
          <a:xfrm>
            <a:off x="2359841" y="2011568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A39D49-37AD-B967-8F93-E64F6AB1718F}"/>
              </a:ext>
            </a:extLst>
          </p:cNvPr>
          <p:cNvSpPr/>
          <p:nvPr/>
        </p:nvSpPr>
        <p:spPr>
          <a:xfrm>
            <a:off x="5113845" y="2020030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9100D3-BE99-5E11-C381-2FBF9F5AA559}"/>
              </a:ext>
            </a:extLst>
          </p:cNvPr>
          <p:cNvSpPr/>
          <p:nvPr/>
        </p:nvSpPr>
        <p:spPr>
          <a:xfrm>
            <a:off x="2373487" y="4554542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16FA9A-06B4-AFF9-9E26-F23924CF5E15}"/>
              </a:ext>
            </a:extLst>
          </p:cNvPr>
          <p:cNvSpPr/>
          <p:nvPr/>
        </p:nvSpPr>
        <p:spPr>
          <a:xfrm>
            <a:off x="5141140" y="4543180"/>
            <a:ext cx="535692" cy="5016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93B7E-7659-EFF1-C580-93CA9D98BE81}"/>
              </a:ext>
            </a:extLst>
          </p:cNvPr>
          <p:cNvSpPr/>
          <p:nvPr/>
        </p:nvSpPr>
        <p:spPr>
          <a:xfrm>
            <a:off x="5964072" y="209266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TOTALS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E9BA5-02DD-B168-C3DE-27F9ED8C024B}"/>
              </a:ext>
            </a:extLst>
          </p:cNvPr>
          <p:cNvSpPr/>
          <p:nvPr/>
        </p:nvSpPr>
        <p:spPr>
          <a:xfrm>
            <a:off x="5957248" y="2631743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RICK</a:t>
            </a:r>
          </a:p>
        </p:txBody>
      </p:sp>
    </p:spTree>
    <p:extLst>
      <p:ext uri="{BB962C8B-B14F-4D97-AF65-F5344CB8AC3E}">
        <p14:creationId xmlns:p14="http://schemas.microsoft.com/office/powerpoint/2010/main" val="155212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A14-05AA-41C9-B9EA-F048BE68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1A23E-57BC-EC5D-0877-36589B622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04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2575-6ACF-C7CD-7438-4496D34E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54B2643-E8C8-9AD6-9FEB-A71BDFC693C4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RLAIS</a:t>
            </a:r>
          </a:p>
          <a:p>
            <a:pPr algn="ctr"/>
            <a:endParaRPr lang="en-US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5BE307-4FF7-DD1D-9103-0829DAE2F10A}"/>
              </a:ext>
            </a:extLst>
          </p:cNvPr>
          <p:cNvSpPr txBox="1"/>
          <p:nvPr/>
        </p:nvSpPr>
        <p:spPr>
          <a:xfrm>
            <a:off x="2073443" y="7252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442FBE-B009-B07B-95CD-2D2D9DF52C97}"/>
              </a:ext>
            </a:extLst>
          </p:cNvPr>
          <p:cNvSpPr txBox="1"/>
          <p:nvPr/>
        </p:nvSpPr>
        <p:spPr>
          <a:xfrm>
            <a:off x="2073443" y="138730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₿10</a:t>
            </a: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42F9D6-7B2F-F6FA-9652-F9BCDE9889EB}"/>
              </a:ext>
            </a:extLst>
          </p:cNvPr>
          <p:cNvSpPr txBox="1"/>
          <p:nvPr/>
        </p:nvSpPr>
        <p:spPr>
          <a:xfrm>
            <a:off x="6279442" y="164927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7EEC1D-A3A3-012A-3647-F5C80869016D}"/>
              </a:ext>
            </a:extLst>
          </p:cNvPr>
          <p:cNvSpPr txBox="1"/>
          <p:nvPr/>
        </p:nvSpPr>
        <p:spPr>
          <a:xfrm>
            <a:off x="6279441" y="92339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6AF956-7F9E-D7A8-3736-167200A889DE}"/>
              </a:ext>
            </a:extLst>
          </p:cNvPr>
          <p:cNvSpPr txBox="1"/>
          <p:nvPr/>
        </p:nvSpPr>
        <p:spPr>
          <a:xfrm>
            <a:off x="6247636" y="389053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CC67D7-853F-43B1-E93A-4E05E91F6DE2}"/>
              </a:ext>
            </a:extLst>
          </p:cNvPr>
          <p:cNvSpPr txBox="1"/>
          <p:nvPr/>
        </p:nvSpPr>
        <p:spPr>
          <a:xfrm>
            <a:off x="6319197" y="3140797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7254F7-AE9F-A7D0-5DB2-6225A218B97F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18F2F9-3FCA-EBA3-D582-AA6B346653B7}"/>
              </a:ext>
            </a:extLst>
          </p:cNvPr>
          <p:cNvSpPr txBox="1"/>
          <p:nvPr/>
        </p:nvSpPr>
        <p:spPr>
          <a:xfrm>
            <a:off x="4213218" y="2512093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25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B29D6-FCC2-6BC4-D2CC-33419E982E6C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2D948-E932-0F18-782B-0F4A287B019C}"/>
              </a:ext>
            </a:extLst>
          </p:cNvPr>
          <p:cNvSpPr txBox="1"/>
          <p:nvPr/>
        </p:nvSpPr>
        <p:spPr>
          <a:xfrm>
            <a:off x="2953673" y="4501816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D735B-22F3-5C19-460C-01375E9CD3E4}"/>
              </a:ext>
            </a:extLst>
          </p:cNvPr>
          <p:cNvSpPr txBox="1"/>
          <p:nvPr/>
        </p:nvSpPr>
        <p:spPr>
          <a:xfrm>
            <a:off x="2146717" y="3436307"/>
            <a:ext cx="465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₿5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52E06-DEDB-CC34-D430-0D20306A8200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2: Beginning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8838A-A6CC-49EA-CD64-C77D671DC388}"/>
              </a:ext>
            </a:extLst>
          </p:cNvPr>
          <p:cNvSpPr txBox="1"/>
          <p:nvPr/>
        </p:nvSpPr>
        <p:spPr>
          <a:xfrm>
            <a:off x="4189364" y="2505065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65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F33DB-2E19-5E68-74C5-A44A2CCFD365}"/>
              </a:ext>
            </a:extLst>
          </p:cNvPr>
          <p:cNvSpPr txBox="1"/>
          <p:nvPr/>
        </p:nvSpPr>
        <p:spPr>
          <a:xfrm>
            <a:off x="2049589" y="412374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0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8.64198E-7 L 0.19375 0.196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87" y="98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5679E-6 L 0.24636 0.2283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9" y="114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32099E-6 L -0.20608 0.1265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12" y="63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93827E-6 L -0.20608 0.1265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12" y="63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  <p:bldP spid="38" grpId="0"/>
      <p:bldP spid="38" grpId="1"/>
      <p:bldP spid="39" grpId="0"/>
      <p:bldP spid="39" grpId="1"/>
      <p:bldP spid="40" grpId="0"/>
      <p:bldP spid="40" grpId="1"/>
      <p:bldP spid="44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5B6E6-DBAD-0B35-DEFA-0677CCEB1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49CAF02-7DDF-0E00-9EC5-248ED7FDAE1C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4A3236-F185-68BF-3163-BCB462066FCB}"/>
              </a:ext>
            </a:extLst>
          </p:cNvPr>
          <p:cNvSpPr txBox="1"/>
          <p:nvPr/>
        </p:nvSpPr>
        <p:spPr>
          <a:xfrm>
            <a:off x="6263538" y="391438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20BAF-C092-E1C5-6642-45BA2E525AFA}"/>
              </a:ext>
            </a:extLst>
          </p:cNvPr>
          <p:cNvSpPr txBox="1"/>
          <p:nvPr/>
        </p:nvSpPr>
        <p:spPr>
          <a:xfrm>
            <a:off x="6287393" y="315670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85B995-D925-CB65-35ED-D5F1D318C2EB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3C8B6-85FD-E896-40AC-041E76102314}"/>
              </a:ext>
            </a:extLst>
          </p:cNvPr>
          <p:cNvSpPr txBox="1"/>
          <p:nvPr/>
        </p:nvSpPr>
        <p:spPr>
          <a:xfrm>
            <a:off x="5355771" y="382382"/>
            <a:ext cx="330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Earnings occur during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B663B-09AE-0CCB-9E4E-10179E8D59DB}"/>
              </a:ext>
            </a:extLst>
          </p:cNvPr>
          <p:cNvSpPr txBox="1"/>
          <p:nvPr/>
        </p:nvSpPr>
        <p:spPr>
          <a:xfrm>
            <a:off x="3028224" y="434004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81EFB-B56D-2445-2DD4-1905683A0137}"/>
              </a:ext>
            </a:extLst>
          </p:cNvPr>
          <p:cNvSpPr txBox="1"/>
          <p:nvPr/>
        </p:nvSpPr>
        <p:spPr>
          <a:xfrm>
            <a:off x="2190890" y="3457168"/>
            <a:ext cx="443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₿5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20101-627A-83B5-1798-421EBB804241}"/>
              </a:ext>
            </a:extLst>
          </p:cNvPr>
          <p:cNvSpPr txBox="1"/>
          <p:nvPr/>
        </p:nvSpPr>
        <p:spPr>
          <a:xfrm>
            <a:off x="501888" y="165618"/>
            <a:ext cx="1787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2: During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CB8E6-56E4-98DB-FD2D-9AFBFEB82B56}"/>
              </a:ext>
            </a:extLst>
          </p:cNvPr>
          <p:cNvSpPr txBox="1"/>
          <p:nvPr/>
        </p:nvSpPr>
        <p:spPr>
          <a:xfrm>
            <a:off x="4223978" y="2636910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65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A35A0-E7B2-9003-3549-E5292DA60C4E}"/>
              </a:ext>
            </a:extLst>
          </p:cNvPr>
          <p:cNvSpPr txBox="1"/>
          <p:nvPr/>
        </p:nvSpPr>
        <p:spPr>
          <a:xfrm>
            <a:off x="2106753" y="400148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 sz="1600">
                <a:latin typeface="Arial" panose="020B0604020202020204" pitchFamily="34" charset="0"/>
              </a:rPr>
              <a:t>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83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2166-EC1B-02FB-0729-C76EA6218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DBCDF94-8544-4E2C-40A4-32FD02D0400C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6C3945-92D5-C69A-8FCB-8C4CB141FEBC}"/>
              </a:ext>
            </a:extLst>
          </p:cNvPr>
          <p:cNvSpPr txBox="1"/>
          <p:nvPr/>
        </p:nvSpPr>
        <p:spPr>
          <a:xfrm>
            <a:off x="6287393" y="3906436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8AF140-0E0A-B7C9-CC96-922AC25B7D7C}"/>
              </a:ext>
            </a:extLst>
          </p:cNvPr>
          <p:cNvSpPr txBox="1"/>
          <p:nvPr/>
        </p:nvSpPr>
        <p:spPr>
          <a:xfrm>
            <a:off x="6287392" y="315670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F40F44-6724-5BE9-6EEF-7F6C40845B39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8A3F9-A26A-CCDF-9A8C-68F8CDA7160B}"/>
              </a:ext>
            </a:extLst>
          </p:cNvPr>
          <p:cNvSpPr txBox="1"/>
          <p:nvPr/>
        </p:nvSpPr>
        <p:spPr>
          <a:xfrm>
            <a:off x="4762485" y="350284"/>
            <a:ext cx="429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Withdrawals occur at the end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13ED4-2E2A-9CAE-7E43-D6EB64417831}"/>
              </a:ext>
            </a:extLst>
          </p:cNvPr>
          <p:cNvSpPr txBox="1"/>
          <p:nvPr/>
        </p:nvSpPr>
        <p:spPr>
          <a:xfrm>
            <a:off x="3028224" y="434004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E47DE-5708-B57E-AA29-7483FC4FA6E0}"/>
              </a:ext>
            </a:extLst>
          </p:cNvPr>
          <p:cNvSpPr txBox="1"/>
          <p:nvPr/>
        </p:nvSpPr>
        <p:spPr>
          <a:xfrm>
            <a:off x="2190890" y="3457168"/>
            <a:ext cx="443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₿5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F7B91A-92AA-E983-B3BB-4F9977AE28F3}"/>
              </a:ext>
            </a:extLst>
          </p:cNvPr>
          <p:cNvSpPr txBox="1"/>
          <p:nvPr/>
        </p:nvSpPr>
        <p:spPr>
          <a:xfrm>
            <a:off x="501888" y="165618"/>
            <a:ext cx="1450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2: 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1D4F4-8205-CBDE-E4E5-7FAECFECC061}"/>
              </a:ext>
            </a:extLst>
          </p:cNvPr>
          <p:cNvSpPr txBox="1"/>
          <p:nvPr/>
        </p:nvSpPr>
        <p:spPr>
          <a:xfrm>
            <a:off x="2082899" y="413665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4218E-DAC7-CA5A-0C7C-35546C30ACE3}"/>
              </a:ext>
            </a:extLst>
          </p:cNvPr>
          <p:cNvSpPr txBox="1"/>
          <p:nvPr/>
        </p:nvSpPr>
        <p:spPr>
          <a:xfrm>
            <a:off x="4324167" y="2561098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 sz="1600">
                <a:latin typeface="Arial" panose="020B0604020202020204" pitchFamily="34" charset="0"/>
              </a:rPr>
              <a:t>10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8040E-CCE9-C561-54B9-35A439AE13C7}"/>
              </a:ext>
            </a:extLst>
          </p:cNvPr>
          <p:cNvSpPr txBox="1"/>
          <p:nvPr/>
        </p:nvSpPr>
        <p:spPr>
          <a:xfrm>
            <a:off x="4324167" y="232361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 sz="1600">
                <a:latin typeface="Arial" panose="020B0604020202020204" pitchFamily="34" charset="0"/>
              </a:rPr>
              <a:t>10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3BE54-641C-6D7C-58D3-39F5DD32FB4B}"/>
              </a:ext>
            </a:extLst>
          </p:cNvPr>
          <p:cNvSpPr txBox="1"/>
          <p:nvPr/>
        </p:nvSpPr>
        <p:spPr>
          <a:xfrm>
            <a:off x="4324167" y="1732202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</a:t>
            </a:r>
            <a:r>
              <a:rPr lang="en-US" sz="1600">
                <a:latin typeface="Arial" panose="020B0604020202020204" pitchFamily="34" charset="0"/>
              </a:rPr>
              <a:t>10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D840E-1E99-3F9C-B7E9-0F0382AE9F3E}"/>
              </a:ext>
            </a:extLst>
          </p:cNvPr>
          <p:cNvSpPr txBox="1"/>
          <p:nvPr/>
        </p:nvSpPr>
        <p:spPr>
          <a:xfrm>
            <a:off x="4223978" y="2636910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65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960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19753E-6 L -0.23871 0.1333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44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09877E-6 L -0.24704 0.0888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61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-0.23958 -0.2009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-100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2" grpId="0"/>
      <p:bldP spid="12" grpId="1"/>
      <p:bldP spid="14" grpId="0"/>
      <p:bldP spid="1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C5B8A-5811-2332-40CE-C7E267B0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6CA1A47-9394-75C7-DB56-8B8A471A50EE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DCBB47-5900-61C8-0848-642B1882C73D}"/>
              </a:ext>
            </a:extLst>
          </p:cNvPr>
          <p:cNvSpPr txBox="1"/>
          <p:nvPr/>
        </p:nvSpPr>
        <p:spPr>
          <a:xfrm>
            <a:off x="6303295" y="3898485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EC56DE-EB2A-43DC-7259-01425F8437D1}"/>
              </a:ext>
            </a:extLst>
          </p:cNvPr>
          <p:cNvSpPr txBox="1"/>
          <p:nvPr/>
        </p:nvSpPr>
        <p:spPr>
          <a:xfrm>
            <a:off x="6303295" y="315670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160049-7CE8-E71F-43CC-E273A7855F8D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6CC38-2874-A305-E057-DDEADF9734C5}"/>
              </a:ext>
            </a:extLst>
          </p:cNvPr>
          <p:cNvSpPr txBox="1"/>
          <p:nvPr/>
        </p:nvSpPr>
        <p:spPr>
          <a:xfrm>
            <a:off x="4762485" y="350284"/>
            <a:ext cx="429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Withdrawals occur at the end of the period.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C0883-4671-4524-854B-3974BD196D14}"/>
              </a:ext>
            </a:extLst>
          </p:cNvPr>
          <p:cNvSpPr txBox="1"/>
          <p:nvPr/>
        </p:nvSpPr>
        <p:spPr>
          <a:xfrm>
            <a:off x="3028224" y="434004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0318D-B60D-C555-3D0E-5599569C53DD}"/>
              </a:ext>
            </a:extLst>
          </p:cNvPr>
          <p:cNvSpPr txBox="1"/>
          <p:nvPr/>
        </p:nvSpPr>
        <p:spPr>
          <a:xfrm>
            <a:off x="2036127" y="3473071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D41B1-EC6A-7FA7-B8FD-002D177BD0DA}"/>
              </a:ext>
            </a:extLst>
          </p:cNvPr>
          <p:cNvSpPr txBox="1"/>
          <p:nvPr/>
        </p:nvSpPr>
        <p:spPr>
          <a:xfrm>
            <a:off x="501888" y="165618"/>
            <a:ext cx="1450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2: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8D2CE-70F0-F8F2-79E9-16D1C11E0600}"/>
              </a:ext>
            </a:extLst>
          </p:cNvPr>
          <p:cNvSpPr txBox="1"/>
          <p:nvPr/>
        </p:nvSpPr>
        <p:spPr>
          <a:xfrm>
            <a:off x="4231929" y="2461983"/>
            <a:ext cx="74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35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6FA00-DC37-D60F-FDEB-B15BF5B01E77}"/>
              </a:ext>
            </a:extLst>
          </p:cNvPr>
          <p:cNvSpPr txBox="1"/>
          <p:nvPr/>
        </p:nvSpPr>
        <p:spPr>
          <a:xfrm>
            <a:off x="2044078" y="4152561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D4F5C-9A51-1BFC-A1E7-5E40CE5873BB}"/>
              </a:ext>
            </a:extLst>
          </p:cNvPr>
          <p:cNvSpPr txBox="1"/>
          <p:nvPr/>
        </p:nvSpPr>
        <p:spPr>
          <a:xfrm>
            <a:off x="2075883" y="691650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A2F9E4-0229-ABC5-87A9-4F4C40E54775}"/>
              </a:ext>
            </a:extLst>
          </p:cNvPr>
          <p:cNvSpPr txBox="1"/>
          <p:nvPr/>
        </p:nvSpPr>
        <p:spPr>
          <a:xfrm>
            <a:off x="2070384" y="2756933"/>
            <a:ext cx="607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19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790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FE294E-C730-5773-AD5E-F40634CB37B0}"/>
              </a:ext>
            </a:extLst>
          </p:cNvPr>
          <p:cNvSpPr/>
          <p:nvPr/>
        </p:nvSpPr>
        <p:spPr>
          <a:xfrm>
            <a:off x="5964072" y="209266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TOTALS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43234-7307-5E12-3D15-FED4FD06DF9C}"/>
              </a:ext>
            </a:extLst>
          </p:cNvPr>
          <p:cNvSpPr/>
          <p:nvPr/>
        </p:nvSpPr>
        <p:spPr>
          <a:xfrm>
            <a:off x="5957248" y="2631743"/>
            <a:ext cx="2565779" cy="236248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RICK</a:t>
            </a:r>
          </a:p>
        </p:txBody>
      </p:sp>
    </p:spTree>
    <p:extLst>
      <p:ext uri="{BB962C8B-B14F-4D97-AF65-F5344CB8AC3E}">
        <p14:creationId xmlns:p14="http://schemas.microsoft.com/office/powerpoint/2010/main" val="9539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9E3D-6922-CADB-151A-4413C80E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A5BB-F3C1-F9EB-1D97-250435E1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89D8D-380C-1F48-95DA-288DEB00B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96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78E7-8A93-4A96-C87D-A673D75F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8695B54-20AF-95CA-1FF9-DE137D4886D2}"/>
              </a:ext>
            </a:extLst>
          </p:cNvPr>
          <p:cNvSpPr/>
          <p:nvPr/>
        </p:nvSpPr>
        <p:spPr>
          <a:xfrm>
            <a:off x="3788229" y="1510268"/>
            <a:ext cx="1567542" cy="15704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r>
              <a:rPr lang="en-US" sz="2000" b="1"/>
              <a:t>RLAIS</a:t>
            </a:r>
          </a:p>
          <a:p>
            <a:pPr algn="ctr"/>
            <a:endParaRPr lang="en-US" sz="20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5E3EC2-4113-49AB-51C6-86D269D80E85}"/>
              </a:ext>
            </a:extLst>
          </p:cNvPr>
          <p:cNvSpPr txBox="1"/>
          <p:nvPr/>
        </p:nvSpPr>
        <p:spPr>
          <a:xfrm>
            <a:off x="6279441" y="3874631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₿40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1E1D43-BE7A-E84F-7D67-4A013E49B05D}"/>
              </a:ext>
            </a:extLst>
          </p:cNvPr>
          <p:cNvSpPr txBox="1"/>
          <p:nvPr/>
        </p:nvSpPr>
        <p:spPr>
          <a:xfrm>
            <a:off x="6279441" y="3093089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4</a:t>
            </a:r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0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8B429D-7AFF-8C17-D975-7506859A8A6C}"/>
              </a:ext>
            </a:extLst>
          </p:cNvPr>
          <p:cNvSpPr txBox="1"/>
          <p:nvPr/>
        </p:nvSpPr>
        <p:spPr>
          <a:xfrm>
            <a:off x="6295344" y="2406964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>
                <a:effectLst/>
                <a:latin typeface="Arial" panose="020B0604020202020204" pitchFamily="34" charset="0"/>
              </a:rPr>
              <a:t>₿40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CD551-7B03-095A-B6D3-608FC269B15C}"/>
              </a:ext>
            </a:extLst>
          </p:cNvPr>
          <p:cNvSpPr txBox="1"/>
          <p:nvPr/>
        </p:nvSpPr>
        <p:spPr>
          <a:xfrm>
            <a:off x="3028224" y="4340040"/>
            <a:ext cx="3252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wealth of the group: </a:t>
            </a:r>
            <a:r>
              <a:rPr lang="en-US">
                <a:latin typeface="Arial" panose="020B0604020202020204" pitchFamily="34" charset="0"/>
              </a:rPr>
              <a:t>₿200</a:t>
            </a:r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CC000-ABA8-69D7-92B5-0E1E9E3DC291}"/>
              </a:ext>
            </a:extLst>
          </p:cNvPr>
          <p:cNvSpPr txBox="1"/>
          <p:nvPr/>
        </p:nvSpPr>
        <p:spPr>
          <a:xfrm>
            <a:off x="2020225" y="3473071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D68D0-9B79-93C7-B8CD-7FFEA1D48481}"/>
              </a:ext>
            </a:extLst>
          </p:cNvPr>
          <p:cNvSpPr txBox="1"/>
          <p:nvPr/>
        </p:nvSpPr>
        <p:spPr>
          <a:xfrm>
            <a:off x="501888" y="165618"/>
            <a:ext cx="2037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Period 3: Beginning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6CB83-E4CD-15EC-B5F2-A5808240A806}"/>
              </a:ext>
            </a:extLst>
          </p:cNvPr>
          <p:cNvSpPr txBox="1"/>
          <p:nvPr/>
        </p:nvSpPr>
        <p:spPr>
          <a:xfrm>
            <a:off x="4160367" y="2611998"/>
            <a:ext cx="895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2000" dirty="0">
                <a:latin typeface="Arial" panose="020B0604020202020204" pitchFamily="34" charset="0"/>
              </a:rPr>
              <a:t>155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B4532-0AAC-8002-95F7-95E20D83C83C}"/>
              </a:ext>
            </a:extLst>
          </p:cNvPr>
          <p:cNvSpPr txBox="1"/>
          <p:nvPr/>
        </p:nvSpPr>
        <p:spPr>
          <a:xfrm>
            <a:off x="2020224" y="410485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08AA1-F541-57E9-27E4-DB0F88E5AC92}"/>
              </a:ext>
            </a:extLst>
          </p:cNvPr>
          <p:cNvSpPr txBox="1"/>
          <p:nvPr/>
        </p:nvSpPr>
        <p:spPr>
          <a:xfrm>
            <a:off x="2044078" y="651893"/>
            <a:ext cx="612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</a:t>
            </a:r>
            <a:r>
              <a:rPr lang="en-US" sz="1600" dirty="0">
                <a:latin typeface="Arial" panose="020B0604020202020204" pitchFamily="34" charset="0"/>
              </a:rPr>
              <a:t>10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4912E-7B19-09C0-94FE-E67F8F1191C1}"/>
              </a:ext>
            </a:extLst>
          </p:cNvPr>
          <p:cNvSpPr txBox="1"/>
          <p:nvPr/>
        </p:nvSpPr>
        <p:spPr>
          <a:xfrm>
            <a:off x="2054482" y="2788738"/>
            <a:ext cx="607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effectLst/>
                <a:latin typeface="Arial" panose="020B0604020202020204" pitchFamily="34" charset="0"/>
              </a:rPr>
              <a:t>₿10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DB303-C8FC-B7C5-E3AB-EEC51072E7AD}"/>
              </a:ext>
            </a:extLst>
          </p:cNvPr>
          <p:cNvSpPr txBox="1"/>
          <p:nvPr/>
        </p:nvSpPr>
        <p:spPr>
          <a:xfrm>
            <a:off x="4501116" y="350284"/>
            <a:ext cx="448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Deposits occur at the beginning of the period.</a:t>
            </a:r>
          </a:p>
        </p:txBody>
      </p:sp>
    </p:spTree>
    <p:extLst>
      <p:ext uri="{BB962C8B-B14F-4D97-AF65-F5344CB8AC3E}">
        <p14:creationId xmlns:p14="http://schemas.microsoft.com/office/powerpoint/2010/main" val="362461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71605E-6 L -0.21962 -0.1450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90" y="-72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7.40741E-7 L -0.21406 -0.1317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12" y="-66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309 L -0.17413 -0.3006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50" y="-148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2" grpId="0"/>
      <p:bldP spid="42" grpId="1"/>
      <p:bldP spid="43" grpId="0"/>
      <p:bldP spid="43" grpId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185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D22B6E-2930-4677-E704-B2DF17B92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079792"/>
              </p:ext>
            </p:extLst>
          </p:nvPr>
        </p:nvGraphicFramePr>
        <p:xfrm>
          <a:off x="697348" y="756612"/>
          <a:ext cx="757645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49">
                  <a:extLst>
                    <a:ext uri="{9D8B030D-6E8A-4147-A177-3AD203B41FA5}">
                      <a16:colId xmlns:a16="http://schemas.microsoft.com/office/drawing/2014/main" val="208639514"/>
                    </a:ext>
                  </a:extLst>
                </a:gridCol>
                <a:gridCol w="1025718">
                  <a:extLst>
                    <a:ext uri="{9D8B030D-6E8A-4147-A177-3AD203B41FA5}">
                      <a16:colId xmlns:a16="http://schemas.microsoft.com/office/drawing/2014/main" val="1331553977"/>
                    </a:ext>
                  </a:extLst>
                </a:gridCol>
                <a:gridCol w="1892411">
                  <a:extLst>
                    <a:ext uri="{9D8B030D-6E8A-4147-A177-3AD203B41FA5}">
                      <a16:colId xmlns:a16="http://schemas.microsoft.com/office/drawing/2014/main" val="1034765164"/>
                    </a:ext>
                  </a:extLst>
                </a:gridCol>
                <a:gridCol w="1604476">
                  <a:extLst>
                    <a:ext uri="{9D8B030D-6E8A-4147-A177-3AD203B41FA5}">
                      <a16:colId xmlns:a16="http://schemas.microsoft.com/office/drawing/2014/main" val="904966568"/>
                    </a:ext>
                  </a:extLst>
                </a:gridCol>
                <a:gridCol w="1023904">
                  <a:extLst>
                    <a:ext uri="{9D8B030D-6E8A-4147-A177-3AD203B41FA5}">
                      <a16:colId xmlns:a16="http://schemas.microsoft.com/office/drawing/2014/main" val="4182767744"/>
                    </a:ext>
                  </a:extLst>
                </a:gridCol>
              </a:tblGrid>
              <a:tr h="3054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Criminal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From “Investors”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“Investors”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391405"/>
                  </a:ext>
                </a:extLst>
              </a:tr>
              <a:tr h="291294">
                <a:tc>
                  <a:txBody>
                    <a:bodyPr/>
                    <a:lstStyle/>
                    <a:p>
                      <a:r>
                        <a:rPr lang="en-US" sz="1400" dirty="0"/>
                        <a:t>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(45)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25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904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B7C4-B4C0-DC4A-9267-13D90361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Results for RJAIS, LLC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847F-A6C5-8051-B9A9-75471B4E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Took in </a:t>
            </a:r>
            <a:r>
              <a:rPr lang="en-US" sz="32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Distributed </a:t>
            </a:r>
            <a:r>
              <a:rPr lang="en-US" sz="32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₿45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Stole </a:t>
            </a:r>
            <a:r>
              <a:rPr lang="en-US" sz="32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1290903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975F-A9BD-2975-C95A-B3E74586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Did the Investors Lose?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E5E8-8C54-E89B-E188-11BBCA9F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they thought they had at the time the loss was discovered?</a:t>
            </a:r>
          </a:p>
          <a:p>
            <a:r>
              <a:rPr lang="en-US" dirty="0"/>
              <a:t>Lost cash plus opportunity cost?</a:t>
            </a:r>
          </a:p>
          <a:p>
            <a:r>
              <a:rPr lang="en-US" dirty="0"/>
              <a:t>Just the cash?</a:t>
            </a:r>
          </a:p>
          <a:p>
            <a:r>
              <a:rPr lang="en-US" dirty="0"/>
              <a:t>What the legal system dictates/allows</a:t>
            </a:r>
          </a:p>
          <a:p>
            <a:pPr lvl="1"/>
            <a:r>
              <a:rPr lang="en-US" dirty="0"/>
              <a:t>Laws</a:t>
            </a:r>
          </a:p>
          <a:p>
            <a:pPr lvl="1"/>
            <a:r>
              <a:rPr lang="en-US"/>
              <a:t>Precedents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11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38A1C-4CA5-A19E-68CF-C37BAD3F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2430-D622-438A-112B-4A720404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Compensation for the Loss?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C1EA2-BC5A-76E5-3482-52DC08280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How can we compensate the investors for the loss?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Rick took the </a:t>
            </a:r>
            <a:r>
              <a:rPr lang="en-US" sz="2800" b="0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₿135, so begin by getting as much of that back as we can.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Rick also had an endowment of </a:t>
            </a:r>
            <a:r>
              <a:rPr lang="en-US" sz="2800" b="0" i="0" u="none" strike="noStrike">
                <a:effectLst/>
                <a:latin typeface="Arial" panose="020B0604020202020204" pitchFamily="34" charset="0"/>
              </a:rPr>
              <a:t>₿20, so we could get what is left of that</a:t>
            </a:r>
          </a:p>
          <a:p>
            <a:r>
              <a:rPr lang="en-US" b="0" i="0" u="none" strike="noStrike">
                <a:effectLst/>
                <a:latin typeface="Arial" panose="020B0604020202020204" pitchFamily="34" charset="0"/>
              </a:rPr>
              <a:t>Anything else?</a:t>
            </a:r>
          </a:p>
          <a:p>
            <a:pPr lvl="1"/>
            <a:r>
              <a:rPr lang="en-US">
                <a:latin typeface="Arial" panose="020B0604020202020204" pitchFamily="34" charset="0"/>
              </a:rPr>
              <a:t>The experience was not uniform across the investor group.</a:t>
            </a:r>
          </a:p>
          <a:p>
            <a:pPr lvl="1"/>
            <a:r>
              <a:rPr lang="en-US" b="0" i="0" u="none" strike="noStrike">
                <a:effectLst/>
                <a:latin typeface="Arial" panose="020B0604020202020204" pitchFamily="34" charset="0"/>
              </a:rPr>
              <a:t>Many lost, but some </a:t>
            </a:r>
            <a:r>
              <a:rPr lang="en-US" i="1">
                <a:latin typeface="Arial" panose="020B0604020202020204" pitchFamily="34" charset="0"/>
              </a:rPr>
              <a:t>won</a:t>
            </a:r>
            <a:r>
              <a:rPr lang="en-US">
                <a:latin typeface="Arial" panose="020B0604020202020204" pitchFamily="34" charset="0"/>
              </a:rPr>
              <a:t> (i.e., withdrew more than they deposited).</a:t>
            </a:r>
            <a:endParaRPr lang="en-US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816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4323E9-3145-A47B-3FD9-11CE934A9C3A}"/>
              </a:ext>
            </a:extLst>
          </p:cNvPr>
          <p:cNvCxnSpPr>
            <a:cxnSpLocks/>
          </p:cNvCxnSpPr>
          <p:nvPr/>
        </p:nvCxnSpPr>
        <p:spPr>
          <a:xfrm>
            <a:off x="415827" y="872845"/>
            <a:ext cx="2961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F8B67F-724F-36E6-0603-77A0CEF35EA8}"/>
              </a:ext>
            </a:extLst>
          </p:cNvPr>
          <p:cNvCxnSpPr>
            <a:cxnSpLocks/>
          </p:cNvCxnSpPr>
          <p:nvPr/>
        </p:nvCxnSpPr>
        <p:spPr>
          <a:xfrm>
            <a:off x="410737" y="1185622"/>
            <a:ext cx="294815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F1176A-AFB5-10A0-413A-D6863B2FEA5F}"/>
              </a:ext>
            </a:extLst>
          </p:cNvPr>
          <p:cNvCxnSpPr>
            <a:cxnSpLocks/>
          </p:cNvCxnSpPr>
          <p:nvPr/>
        </p:nvCxnSpPr>
        <p:spPr>
          <a:xfrm>
            <a:off x="400060" y="1469973"/>
            <a:ext cx="29832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E125DE-4CD9-0CFD-0C09-01F470E7FC3D}"/>
              </a:ext>
            </a:extLst>
          </p:cNvPr>
          <p:cNvSpPr/>
          <p:nvPr/>
        </p:nvSpPr>
        <p:spPr>
          <a:xfrm>
            <a:off x="4450080" y="554736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A142C1-977E-D39E-137A-AA7FFF221B3F}"/>
              </a:ext>
            </a:extLst>
          </p:cNvPr>
          <p:cNvSpPr/>
          <p:nvPr/>
        </p:nvSpPr>
        <p:spPr>
          <a:xfrm>
            <a:off x="4450080" y="829056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27A566-345E-325F-1430-CAF868524EB6}"/>
              </a:ext>
            </a:extLst>
          </p:cNvPr>
          <p:cNvSpPr/>
          <p:nvPr/>
        </p:nvSpPr>
        <p:spPr>
          <a:xfrm>
            <a:off x="4456176" y="1127760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DD5DB3-5096-F400-6B88-C0242F7D47D7}"/>
              </a:ext>
            </a:extLst>
          </p:cNvPr>
          <p:cNvCxnSpPr>
            <a:cxnSpLocks/>
          </p:cNvCxnSpPr>
          <p:nvPr/>
        </p:nvCxnSpPr>
        <p:spPr>
          <a:xfrm>
            <a:off x="361960" y="2399613"/>
            <a:ext cx="29832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C8F74A-C01D-D913-5DA8-4A776D2D5360}"/>
              </a:ext>
            </a:extLst>
          </p:cNvPr>
          <p:cNvSpPr/>
          <p:nvPr/>
        </p:nvSpPr>
        <p:spPr>
          <a:xfrm>
            <a:off x="4418076" y="2057400"/>
            <a:ext cx="2048256" cy="4084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2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25F0D04-488C-0C83-9216-CEE905FAF0EE}"/>
              </a:ext>
            </a:extLst>
          </p:cNvPr>
          <p:cNvSpPr/>
          <p:nvPr/>
        </p:nvSpPr>
        <p:spPr>
          <a:xfrm>
            <a:off x="6734862" y="1129683"/>
            <a:ext cx="377126" cy="353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033553-C323-B98A-1918-0038446132B9}"/>
              </a:ext>
            </a:extLst>
          </p:cNvPr>
          <p:cNvSpPr/>
          <p:nvPr/>
        </p:nvSpPr>
        <p:spPr>
          <a:xfrm>
            <a:off x="6741874" y="784472"/>
            <a:ext cx="377126" cy="353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CBD16C-4E6A-4FE4-2CAC-9968D062980E}"/>
              </a:ext>
            </a:extLst>
          </p:cNvPr>
          <p:cNvSpPr/>
          <p:nvPr/>
        </p:nvSpPr>
        <p:spPr>
          <a:xfrm>
            <a:off x="6754066" y="448963"/>
            <a:ext cx="377126" cy="353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1980692-295E-1437-0ABA-46B69EB797C7}"/>
              </a:ext>
            </a:extLst>
          </p:cNvPr>
          <p:cNvSpPr/>
          <p:nvPr/>
        </p:nvSpPr>
        <p:spPr>
          <a:xfrm>
            <a:off x="8016240" y="2887980"/>
            <a:ext cx="594360" cy="6781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1D96FA-D1A5-CFA0-B909-518A487D25B6}"/>
              </a:ext>
            </a:extLst>
          </p:cNvPr>
          <p:cNvSpPr/>
          <p:nvPr/>
        </p:nvSpPr>
        <p:spPr>
          <a:xfrm>
            <a:off x="982980" y="2065020"/>
            <a:ext cx="3246120" cy="226314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43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8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0.00308 L 0.15087 0.5080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35" y="2555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60494E-6 L 0.15226 0.4503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04" y="225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34568E-6 L 0.14948 0.3799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65" y="1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93827E-7 L -0.61927 -0.0049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72" y="-2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3" grpId="0" animBg="1"/>
      <p:bldP spid="3" grpId="1" animBg="1"/>
      <p:bldP spid="3" grpId="2" animBg="1"/>
      <p:bldP spid="4" grpId="0" animBg="1"/>
      <p:bldP spid="4" grpId="1" animBg="1"/>
      <p:bldP spid="4" grpId="2" animBg="1"/>
      <p:bldP spid="6" grpId="0" animBg="1"/>
      <p:bldP spid="6" grpId="1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Rick Antle, founder of Tanimura &amp; Antle in a vest.">
            <a:extLst>
              <a:ext uri="{FF2B5EF4-FFF2-40B4-BE49-F238E27FC236}">
                <a16:creationId xmlns:a16="http://schemas.microsoft.com/office/drawing/2014/main" id="{40345D02-96B2-69C8-B480-FDD0FD03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962025"/>
            <a:ext cx="3771900" cy="3219450"/>
          </a:xfrm>
          <a:prstGeom prst="rect">
            <a:avLst/>
          </a:prstGeom>
        </p:spPr>
      </p:pic>
      <p:pic>
        <p:nvPicPr>
          <p:cNvPr id="11" name="Picture 10" descr="RIck Antle of Yale SOM standing in front of a blackboard">
            <a:extLst>
              <a:ext uri="{FF2B5EF4-FFF2-40B4-BE49-F238E27FC236}">
                <a16:creationId xmlns:a16="http://schemas.microsoft.com/office/drawing/2014/main" id="{8958FC9B-9041-7F1E-480D-7C0CF9A0A2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167"/>
          <a:stretch/>
        </p:blipFill>
        <p:spPr>
          <a:xfrm>
            <a:off x="2583721" y="1308176"/>
            <a:ext cx="4131749" cy="2795999"/>
          </a:xfrm>
          <a:prstGeom prst="rect">
            <a:avLst/>
          </a:prstGeom>
        </p:spPr>
      </p:pic>
      <p:pic>
        <p:nvPicPr>
          <p:cNvPr id="4" name="Picture 3" descr="A close up of a piano&#10;&#10;Description automatically generated">
            <a:extLst>
              <a:ext uri="{FF2B5EF4-FFF2-40B4-BE49-F238E27FC236}">
                <a16:creationId xmlns:a16="http://schemas.microsoft.com/office/drawing/2014/main" id="{CB956472-073B-58D6-027A-01170812F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662" y="201926"/>
            <a:ext cx="4711866" cy="49415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164783-ABC2-AB6C-E935-B0560F39420B}"/>
              </a:ext>
            </a:extLst>
          </p:cNvPr>
          <p:cNvSpPr txBox="1"/>
          <p:nvPr/>
        </p:nvSpPr>
        <p:spPr>
          <a:xfrm>
            <a:off x="3479386" y="4242673"/>
            <a:ext cx="1992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Oops, wrong Rick!!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5F48AD8-5949-FAB3-BCA2-E0CDF829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 we do with Rick?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1D7898-91C1-D90A-28CE-0EDE68C896E7}"/>
              </a:ext>
            </a:extLst>
          </p:cNvPr>
          <p:cNvSpPr txBox="1"/>
          <p:nvPr/>
        </p:nvSpPr>
        <p:spPr>
          <a:xfrm>
            <a:off x="6952502" y="1693124"/>
            <a:ext cx="1913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Rick Antle of</a:t>
            </a:r>
          </a:p>
          <a:p>
            <a:r>
              <a:rPr lang="en-US" b="1" err="1"/>
              <a:t>Tanamura</a:t>
            </a:r>
            <a:r>
              <a:rPr lang="en-US" b="1"/>
              <a:t> &amp; Antle</a:t>
            </a:r>
          </a:p>
        </p:txBody>
      </p:sp>
    </p:spTree>
    <p:extLst>
      <p:ext uri="{BB962C8B-B14F-4D97-AF65-F5344CB8AC3E}">
        <p14:creationId xmlns:p14="http://schemas.microsoft.com/office/powerpoint/2010/main" val="102522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80449__turtlelg__jaildoorclo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Ponzi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Work by inviting/encouraging/inducing people to make a key mistake:</a:t>
            </a:r>
          </a:p>
          <a:p>
            <a:r>
              <a:rPr lang="en-US" dirty="0"/>
              <a:t>Confuse </a:t>
            </a:r>
            <a:r>
              <a:rPr lang="en-US" b="1" i="1" dirty="0"/>
              <a:t>creation</a:t>
            </a:r>
            <a:r>
              <a:rPr lang="en-US" dirty="0"/>
              <a:t> of wealth with the  </a:t>
            </a:r>
            <a:r>
              <a:rPr lang="en-US" b="1" i="1" dirty="0"/>
              <a:t>redistribution</a:t>
            </a:r>
            <a:r>
              <a:rPr lang="en-US" dirty="0"/>
              <a:t> of wealth.</a:t>
            </a:r>
          </a:p>
          <a:p>
            <a:r>
              <a:rPr lang="en-US" dirty="0"/>
              <a:t>Accounting words: confusing </a:t>
            </a:r>
            <a:r>
              <a:rPr lang="en-US" b="1" i="1" dirty="0"/>
              <a:t>income</a:t>
            </a:r>
            <a:r>
              <a:rPr lang="en-US" dirty="0"/>
              <a:t> (or </a:t>
            </a:r>
            <a:r>
              <a:rPr lang="en-US" b="1" i="1" dirty="0"/>
              <a:t>profit</a:t>
            </a:r>
            <a:r>
              <a:rPr lang="en-US" dirty="0"/>
              <a:t>)</a:t>
            </a:r>
            <a:r>
              <a:rPr lang="en-US" b="1" i="1" dirty="0"/>
              <a:t> generating activities</a:t>
            </a:r>
            <a:r>
              <a:rPr lang="en-US" dirty="0"/>
              <a:t> with </a:t>
            </a:r>
            <a:r>
              <a:rPr lang="en-US" b="1" i="1" dirty="0"/>
              <a:t>financing</a:t>
            </a:r>
            <a:r>
              <a:rPr lang="en-US" dirty="0"/>
              <a:t>, or </a:t>
            </a:r>
            <a:r>
              <a:rPr lang="en-US" b="1" i="1" dirty="0"/>
              <a:t>capital raising (and returning) activities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ACCT270-white-wide</Template>
  <TotalTime>31</TotalTime>
  <Words>888</Words>
  <Application>Microsoft Office PowerPoint</Application>
  <PresentationFormat>On-screen Show (16:9)</PresentationFormat>
  <Paragraphs>276</Paragraphs>
  <Slides>31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ACCT270-white-wide</vt:lpstr>
      <vt:lpstr>Investment Game </vt:lpstr>
      <vt:lpstr>Investment Game</vt:lpstr>
      <vt:lpstr>Investors</vt:lpstr>
      <vt:lpstr>Investment Company and Rules</vt:lpstr>
      <vt:lpstr>PowerPoint Presentation</vt:lpstr>
      <vt:lpstr>Round 1</vt:lpstr>
      <vt:lpstr>PowerPoint Presentation</vt:lpstr>
      <vt:lpstr>PowerPoint Presentation</vt:lpstr>
      <vt:lpstr>PowerPoint Presentation</vt:lpstr>
      <vt:lpstr>BIG SECRET…</vt:lpstr>
      <vt:lpstr>PowerPoint Presentation</vt:lpstr>
      <vt:lpstr>PowerPoint Presentation</vt:lpstr>
      <vt:lpstr>PowerPoint Presentation</vt:lpstr>
      <vt:lpstr>Round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Round 3</vt:lpstr>
      <vt:lpstr>PowerPoint Presentation</vt:lpstr>
      <vt:lpstr>PowerPoint Presentation</vt:lpstr>
      <vt:lpstr>PowerPoint Presentation</vt:lpstr>
      <vt:lpstr>Overall Results for RJAIS, LLC</vt:lpstr>
      <vt:lpstr>How Much Did the Investors Lose?</vt:lpstr>
      <vt:lpstr>Compensation for the Loss?</vt:lpstr>
      <vt:lpstr>PowerPoint Presentation</vt:lpstr>
      <vt:lpstr>PowerPoint Presentation</vt:lpstr>
      <vt:lpstr>What do we do with Rick?</vt:lpstr>
      <vt:lpstr>Ponzi Schemes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 270 Foundations of Accounting &amp; Valuation</dc:title>
  <dc:creator>rantle</dc:creator>
  <cp:lastModifiedBy>Antle, Rick</cp:lastModifiedBy>
  <cp:revision>2</cp:revision>
  <dcterms:created xsi:type="dcterms:W3CDTF">2016-01-19T21:04:12Z</dcterms:created>
  <dcterms:modified xsi:type="dcterms:W3CDTF">2026-01-13T13:49:59Z</dcterms:modified>
</cp:coreProperties>
</file>