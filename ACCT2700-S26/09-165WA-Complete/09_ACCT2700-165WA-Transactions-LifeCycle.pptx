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61" r:id="rId4"/>
    <p:sldId id="262" r:id="rId5"/>
    <p:sldId id="263" r:id="rId6"/>
    <p:sldId id="264" r:id="rId7"/>
    <p:sldId id="272" r:id="rId8"/>
    <p:sldId id="268" r:id="rId9"/>
    <p:sldId id="274" r:id="rId10"/>
    <p:sldId id="273" r:id="rId11"/>
    <p:sldId id="260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707265-80AB-4696-BAE3-68BC68CF5CB5}" v="134" dt="2025-02-10T05:19:43.995"/>
    <p1510:client id="{E8F83B8D-8602-E87B-5B08-CE9A35FAB997}" v="14" dt="2025-02-10T13:49:05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21CCFADD-CAC8-4E61-8284-857155F74D64}"/>
    <pc:docChg chg="undo redo custSel delSld modSld">
      <pc:chgData name="Antle, Rick" userId="c2afbbd2-30e4-4c8e-8af5-81913178ace3" providerId="ADAL" clId="{21CCFADD-CAC8-4E61-8284-857155F74D64}" dt="2023-09-25T02:55:31.694" v="279" actId="47"/>
      <pc:docMkLst>
        <pc:docMk/>
      </pc:docMkLst>
      <pc:sldChg chg="modSp mod">
        <pc:chgData name="Antle, Rick" userId="c2afbbd2-30e4-4c8e-8af5-81913178ace3" providerId="ADAL" clId="{21CCFADD-CAC8-4E61-8284-857155F74D64}" dt="2023-09-25T02:28:06.568" v="3" actId="20577"/>
        <pc:sldMkLst>
          <pc:docMk/>
          <pc:sldMk cId="499498318" sldId="261"/>
        </pc:sldMkLst>
      </pc:sldChg>
      <pc:sldChg chg="modSp mod">
        <pc:chgData name="Antle, Rick" userId="c2afbbd2-30e4-4c8e-8af5-81913178ace3" providerId="ADAL" clId="{21CCFADD-CAC8-4E61-8284-857155F74D64}" dt="2023-09-25T02:28:58.202" v="17" actId="20577"/>
        <pc:sldMkLst>
          <pc:docMk/>
          <pc:sldMk cId="554654503" sldId="262"/>
        </pc:sldMkLst>
      </pc:sldChg>
      <pc:sldChg chg="modSp mod">
        <pc:chgData name="Antle, Rick" userId="c2afbbd2-30e4-4c8e-8af5-81913178ace3" providerId="ADAL" clId="{21CCFADD-CAC8-4E61-8284-857155F74D64}" dt="2023-09-25T02:30:22.484" v="42" actId="20577"/>
        <pc:sldMkLst>
          <pc:docMk/>
          <pc:sldMk cId="1999203941" sldId="263"/>
        </pc:sldMkLst>
      </pc:sldChg>
      <pc:sldChg chg="modSp mod">
        <pc:chgData name="Antle, Rick" userId="c2afbbd2-30e4-4c8e-8af5-81913178ace3" providerId="ADAL" clId="{21CCFADD-CAC8-4E61-8284-857155F74D64}" dt="2023-09-25T02:30:52.835" v="56" actId="20577"/>
        <pc:sldMkLst>
          <pc:docMk/>
          <pc:sldMk cId="1091495425" sldId="264"/>
        </pc:sldMkLst>
      </pc:sldChg>
      <pc:sldChg chg="addSp delSp modSp mod">
        <pc:chgData name="Antle, Rick" userId="c2afbbd2-30e4-4c8e-8af5-81913178ace3" providerId="ADAL" clId="{21CCFADD-CAC8-4E61-8284-857155F74D64}" dt="2023-09-25T02:55:15.282" v="278" actId="1076"/>
        <pc:sldMkLst>
          <pc:docMk/>
          <pc:sldMk cId="1714363921" sldId="265"/>
        </pc:sldMkLst>
      </pc:sldChg>
      <pc:sldChg chg="addSp delSp modSp mod delAnim">
        <pc:chgData name="Antle, Rick" userId="c2afbbd2-30e4-4c8e-8af5-81913178ace3" providerId="ADAL" clId="{21CCFADD-CAC8-4E61-8284-857155F74D64}" dt="2023-09-25T02:39:51.101" v="144" actId="1076"/>
        <pc:sldMkLst>
          <pc:docMk/>
          <pc:sldMk cId="482328675" sldId="266"/>
        </pc:sldMkLst>
      </pc:sldChg>
      <pc:sldChg chg="modSp mod modAnim">
        <pc:chgData name="Antle, Rick" userId="c2afbbd2-30e4-4c8e-8af5-81913178ace3" providerId="ADAL" clId="{21CCFADD-CAC8-4E61-8284-857155F74D64}" dt="2023-09-25T02:41:27.704" v="150" actId="27636"/>
        <pc:sldMkLst>
          <pc:docMk/>
          <pc:sldMk cId="2603423410" sldId="268"/>
        </pc:sldMkLst>
      </pc:sldChg>
      <pc:sldChg chg="addSp delSp modSp del mod delAnim">
        <pc:chgData name="Antle, Rick" userId="c2afbbd2-30e4-4c8e-8af5-81913178ace3" providerId="ADAL" clId="{21CCFADD-CAC8-4E61-8284-857155F74D64}" dt="2023-09-25T02:55:31.694" v="279" actId="47"/>
        <pc:sldMkLst>
          <pc:docMk/>
          <pc:sldMk cId="1260293713" sldId="270"/>
        </pc:sldMkLst>
      </pc:sldChg>
      <pc:sldChg chg="addSp delSp modSp mod addAnim delAnim">
        <pc:chgData name="Antle, Rick" userId="c2afbbd2-30e4-4c8e-8af5-81913178ace3" providerId="ADAL" clId="{21CCFADD-CAC8-4E61-8284-857155F74D64}" dt="2023-09-25T02:51:36.735" v="254" actId="1038"/>
        <pc:sldMkLst>
          <pc:docMk/>
          <pc:sldMk cId="3727887819" sldId="271"/>
        </pc:sldMkLst>
      </pc:sldChg>
    </pc:docChg>
  </pc:docChgLst>
  <pc:docChgLst>
    <pc:chgData name="Antle, Rick" userId="c2afbbd2-30e4-4c8e-8af5-81913178ace3" providerId="ADAL" clId="{4B707265-80AB-4696-BAE3-68BC68CF5CB5}"/>
    <pc:docChg chg="custSel addSld delSld modSld">
      <pc:chgData name="Antle, Rick" userId="c2afbbd2-30e4-4c8e-8af5-81913178ace3" providerId="ADAL" clId="{4B707265-80AB-4696-BAE3-68BC68CF5CB5}" dt="2025-02-10T05:19:43.995" v="207" actId="15"/>
      <pc:docMkLst>
        <pc:docMk/>
      </pc:docMkLst>
      <pc:sldChg chg="modSp mod">
        <pc:chgData name="Antle, Rick" userId="c2afbbd2-30e4-4c8e-8af5-81913178ace3" providerId="ADAL" clId="{4B707265-80AB-4696-BAE3-68BC68CF5CB5}" dt="2025-02-10T04:32:23.789" v="11" actId="113"/>
        <pc:sldMkLst>
          <pc:docMk/>
          <pc:sldMk cId="499498318" sldId="261"/>
        </pc:sldMkLst>
        <pc:spChg chg="mod">
          <ac:chgData name="Antle, Rick" userId="c2afbbd2-30e4-4c8e-8af5-81913178ace3" providerId="ADAL" clId="{4B707265-80AB-4696-BAE3-68BC68CF5CB5}" dt="2025-02-10T04:32:23.789" v="11" actId="113"/>
          <ac:spMkLst>
            <pc:docMk/>
            <pc:sldMk cId="499498318" sldId="261"/>
            <ac:spMk id="2" creationId="{6EBD5A48-FAFC-45C7-B1B1-09A296BF0AE6}"/>
          </ac:spMkLst>
        </pc:spChg>
      </pc:sldChg>
      <pc:sldChg chg="modSp mod">
        <pc:chgData name="Antle, Rick" userId="c2afbbd2-30e4-4c8e-8af5-81913178ace3" providerId="ADAL" clId="{4B707265-80AB-4696-BAE3-68BC68CF5CB5}" dt="2025-02-10T04:33:39.878" v="38" actId="20577"/>
        <pc:sldMkLst>
          <pc:docMk/>
          <pc:sldMk cId="554654503" sldId="262"/>
        </pc:sldMkLst>
        <pc:spChg chg="mod">
          <ac:chgData name="Antle, Rick" userId="c2afbbd2-30e4-4c8e-8af5-81913178ace3" providerId="ADAL" clId="{4B707265-80AB-4696-BAE3-68BC68CF5CB5}" dt="2025-02-10T04:33:21.397" v="28" actId="20577"/>
          <ac:spMkLst>
            <pc:docMk/>
            <pc:sldMk cId="554654503" sldId="262"/>
            <ac:spMk id="2" creationId="{00000000-0000-0000-0000-000000000000}"/>
          </ac:spMkLst>
        </pc:spChg>
        <pc:spChg chg="mod">
          <ac:chgData name="Antle, Rick" userId="c2afbbd2-30e4-4c8e-8af5-81913178ace3" providerId="ADAL" clId="{4B707265-80AB-4696-BAE3-68BC68CF5CB5}" dt="2025-02-10T04:33:39.878" v="38" actId="20577"/>
          <ac:spMkLst>
            <pc:docMk/>
            <pc:sldMk cId="554654503" sldId="262"/>
            <ac:spMk id="98" creationId="{00000000-0000-0000-0000-000000000000}"/>
          </ac:spMkLst>
        </pc:spChg>
      </pc:sldChg>
      <pc:sldChg chg="modSp mod">
        <pc:chgData name="Antle, Rick" userId="c2afbbd2-30e4-4c8e-8af5-81913178ace3" providerId="ADAL" clId="{4B707265-80AB-4696-BAE3-68BC68CF5CB5}" dt="2025-02-10T04:35:18.638" v="82" actId="20577"/>
        <pc:sldMkLst>
          <pc:docMk/>
          <pc:sldMk cId="1999203941" sldId="263"/>
        </pc:sldMkLst>
        <pc:spChg chg="mod">
          <ac:chgData name="Antle, Rick" userId="c2afbbd2-30e4-4c8e-8af5-81913178ace3" providerId="ADAL" clId="{4B707265-80AB-4696-BAE3-68BC68CF5CB5}" dt="2025-02-10T04:35:18.638" v="82" actId="20577"/>
          <ac:spMkLst>
            <pc:docMk/>
            <pc:sldMk cId="1999203941" sldId="263"/>
            <ac:spMk id="2" creationId="{00000000-0000-0000-0000-000000000000}"/>
          </ac:spMkLst>
        </pc:spChg>
        <pc:spChg chg="mod">
          <ac:chgData name="Antle, Rick" userId="c2afbbd2-30e4-4c8e-8af5-81913178ace3" providerId="ADAL" clId="{4B707265-80AB-4696-BAE3-68BC68CF5CB5}" dt="2025-02-10T04:34:42.624" v="62" actId="20577"/>
          <ac:spMkLst>
            <pc:docMk/>
            <pc:sldMk cId="1999203941" sldId="263"/>
            <ac:spMk id="98" creationId="{00000000-0000-0000-0000-000000000000}"/>
          </ac:spMkLst>
        </pc:spChg>
      </pc:sldChg>
      <pc:sldChg chg="modSp mod">
        <pc:chgData name="Antle, Rick" userId="c2afbbd2-30e4-4c8e-8af5-81913178ace3" providerId="ADAL" clId="{4B707265-80AB-4696-BAE3-68BC68CF5CB5}" dt="2025-02-10T04:37:40.772" v="106" actId="20577"/>
        <pc:sldMkLst>
          <pc:docMk/>
          <pc:sldMk cId="1091495425" sldId="264"/>
        </pc:sldMkLst>
        <pc:spChg chg="mod">
          <ac:chgData name="Antle, Rick" userId="c2afbbd2-30e4-4c8e-8af5-81913178ace3" providerId="ADAL" clId="{4B707265-80AB-4696-BAE3-68BC68CF5CB5}" dt="2025-02-10T04:37:40.772" v="106" actId="20577"/>
          <ac:spMkLst>
            <pc:docMk/>
            <pc:sldMk cId="1091495425" sldId="264"/>
            <ac:spMk id="2" creationId="{00000000-0000-0000-0000-000000000000}"/>
          </ac:spMkLst>
        </pc:spChg>
        <pc:spChg chg="mod">
          <ac:chgData name="Antle, Rick" userId="c2afbbd2-30e4-4c8e-8af5-81913178ace3" providerId="ADAL" clId="{4B707265-80AB-4696-BAE3-68BC68CF5CB5}" dt="2025-02-10T04:37:22.747" v="94" actId="20577"/>
          <ac:spMkLst>
            <pc:docMk/>
            <pc:sldMk cId="1091495425" sldId="264"/>
            <ac:spMk id="3" creationId="{00000000-0000-0000-0000-000000000000}"/>
          </ac:spMkLst>
        </pc:spChg>
      </pc:sldChg>
      <pc:sldChg chg="delSp modSp del mod delAnim">
        <pc:chgData name="Antle, Rick" userId="c2afbbd2-30e4-4c8e-8af5-81913178ace3" providerId="ADAL" clId="{4B707265-80AB-4696-BAE3-68BC68CF5CB5}" dt="2025-02-10T05:16:12.141" v="114" actId="47"/>
        <pc:sldMkLst>
          <pc:docMk/>
          <pc:sldMk cId="1714363921" sldId="265"/>
        </pc:sldMkLst>
        <pc:spChg chg="del mod">
          <ac:chgData name="Antle, Rick" userId="c2afbbd2-30e4-4c8e-8af5-81913178ace3" providerId="ADAL" clId="{4B707265-80AB-4696-BAE3-68BC68CF5CB5}" dt="2025-02-10T04:40:59.483" v="111" actId="478"/>
          <ac:spMkLst>
            <pc:docMk/>
            <pc:sldMk cId="1714363921" sldId="265"/>
            <ac:spMk id="14" creationId="{098C4897-2C41-4A02-9C81-C4290DBEB7DA}"/>
          </ac:spMkLst>
        </pc:spChg>
        <pc:spChg chg="del mod">
          <ac:chgData name="Antle, Rick" userId="c2afbbd2-30e4-4c8e-8af5-81913178ace3" providerId="ADAL" clId="{4B707265-80AB-4696-BAE3-68BC68CF5CB5}" dt="2025-02-10T04:41:02.050" v="112" actId="478"/>
          <ac:spMkLst>
            <pc:docMk/>
            <pc:sldMk cId="1714363921" sldId="265"/>
            <ac:spMk id="15" creationId="{249629B7-6B03-48E1-8F05-77F64DBA4ECC}"/>
          </ac:spMkLst>
        </pc:spChg>
        <pc:spChg chg="del mod">
          <ac:chgData name="Antle, Rick" userId="c2afbbd2-30e4-4c8e-8af5-81913178ace3" providerId="ADAL" clId="{4B707265-80AB-4696-BAE3-68BC68CF5CB5}" dt="2025-02-10T04:41:04.366" v="113" actId="478"/>
          <ac:spMkLst>
            <pc:docMk/>
            <pc:sldMk cId="1714363921" sldId="265"/>
            <ac:spMk id="16" creationId="{861E90D1-CF99-4CD7-97CA-A28078461EA1}"/>
          </ac:spMkLst>
        </pc:spChg>
      </pc:sldChg>
      <pc:sldChg chg="del">
        <pc:chgData name="Antle, Rick" userId="c2afbbd2-30e4-4c8e-8af5-81913178ace3" providerId="ADAL" clId="{4B707265-80AB-4696-BAE3-68BC68CF5CB5}" dt="2025-02-10T05:16:12.141" v="114" actId="47"/>
        <pc:sldMkLst>
          <pc:docMk/>
          <pc:sldMk cId="482328675" sldId="266"/>
        </pc:sldMkLst>
      </pc:sldChg>
      <pc:sldChg chg="modSp mod modAnim">
        <pc:chgData name="Antle, Rick" userId="c2afbbd2-30e4-4c8e-8af5-81913178ace3" providerId="ADAL" clId="{4B707265-80AB-4696-BAE3-68BC68CF5CB5}" dt="2025-02-10T05:19:28.629" v="187" actId="15"/>
        <pc:sldMkLst>
          <pc:docMk/>
          <pc:sldMk cId="2603423410" sldId="268"/>
        </pc:sldMkLst>
        <pc:spChg chg="mod">
          <ac:chgData name="Antle, Rick" userId="c2afbbd2-30e4-4c8e-8af5-81913178ace3" providerId="ADAL" clId="{4B707265-80AB-4696-BAE3-68BC68CF5CB5}" dt="2025-02-10T05:19:28.629" v="187" actId="15"/>
          <ac:spMkLst>
            <pc:docMk/>
            <pc:sldMk cId="2603423410" sldId="268"/>
            <ac:spMk id="3" creationId="{7B6CDE18-CF34-46AB-918A-83249F0F8CC4}"/>
          </ac:spMkLst>
        </pc:spChg>
      </pc:sldChg>
      <pc:sldChg chg="del">
        <pc:chgData name="Antle, Rick" userId="c2afbbd2-30e4-4c8e-8af5-81913178ace3" providerId="ADAL" clId="{4B707265-80AB-4696-BAE3-68BC68CF5CB5}" dt="2025-02-10T05:16:15.782" v="115" actId="47"/>
        <pc:sldMkLst>
          <pc:docMk/>
          <pc:sldMk cId="3727887819" sldId="271"/>
        </pc:sldMkLst>
      </pc:sldChg>
      <pc:sldChg chg="modSp add mod modAnim">
        <pc:chgData name="Antle, Rick" userId="c2afbbd2-30e4-4c8e-8af5-81913178ace3" providerId="ADAL" clId="{4B707265-80AB-4696-BAE3-68BC68CF5CB5}" dt="2025-02-10T05:19:43.995" v="207" actId="15"/>
        <pc:sldMkLst>
          <pc:docMk/>
          <pc:sldMk cId="3358084472" sldId="274"/>
        </pc:sldMkLst>
        <pc:spChg chg="mod">
          <ac:chgData name="Antle, Rick" userId="c2afbbd2-30e4-4c8e-8af5-81913178ace3" providerId="ADAL" clId="{4B707265-80AB-4696-BAE3-68BC68CF5CB5}" dt="2025-02-10T05:19:43.995" v="207" actId="15"/>
          <ac:spMkLst>
            <pc:docMk/>
            <pc:sldMk cId="3358084472" sldId="274"/>
            <ac:spMk id="3" creationId="{473D752F-8525-4203-0942-7A4E8F939322}"/>
          </ac:spMkLst>
        </pc:spChg>
      </pc:sldChg>
    </pc:docChg>
  </pc:docChgLst>
  <pc:docChgLst>
    <pc:chgData name="Antle, Rick" userId="c2afbbd2-30e4-4c8e-8af5-81913178ace3" providerId="ADAL" clId="{ECEF0880-2757-4ADC-83E4-D4AA00B845B8}"/>
    <pc:docChg chg="undo custSel addSld delSld modSld sldOrd">
      <pc:chgData name="Antle, Rick" userId="c2afbbd2-30e4-4c8e-8af5-81913178ace3" providerId="ADAL" clId="{ECEF0880-2757-4ADC-83E4-D4AA00B845B8}" dt="2021-09-29T01:24:13.375" v="2267" actId="20577"/>
      <pc:docMkLst>
        <pc:docMk/>
      </pc:docMkLst>
      <pc:sldChg chg="modSp mod">
        <pc:chgData name="Antle, Rick" userId="c2afbbd2-30e4-4c8e-8af5-81913178ace3" providerId="ADAL" clId="{ECEF0880-2757-4ADC-83E4-D4AA00B845B8}" dt="2021-09-28T19:27:15.934" v="47" actId="20577"/>
        <pc:sldMkLst>
          <pc:docMk/>
          <pc:sldMk cId="1747166357" sldId="260"/>
        </pc:sldMkLst>
      </pc:sldChg>
      <pc:sldChg chg="addSp delSp modSp mod modAnim">
        <pc:chgData name="Antle, Rick" userId="c2afbbd2-30e4-4c8e-8af5-81913178ace3" providerId="ADAL" clId="{ECEF0880-2757-4ADC-83E4-D4AA00B845B8}" dt="2021-09-28T23:05:18.219" v="337"/>
        <pc:sldMkLst>
          <pc:docMk/>
          <pc:sldMk cId="499498318" sldId="261"/>
        </pc:sldMkLst>
      </pc:sldChg>
      <pc:sldChg chg="modSp mod">
        <pc:chgData name="Antle, Rick" userId="c2afbbd2-30e4-4c8e-8af5-81913178ace3" providerId="ADAL" clId="{ECEF0880-2757-4ADC-83E4-D4AA00B845B8}" dt="2021-09-28T19:25:16.700" v="12" actId="20577"/>
        <pc:sldMkLst>
          <pc:docMk/>
          <pc:sldMk cId="554654503" sldId="262"/>
        </pc:sldMkLst>
      </pc:sldChg>
      <pc:sldChg chg="modSp mod">
        <pc:chgData name="Antle, Rick" userId="c2afbbd2-30e4-4c8e-8af5-81913178ace3" providerId="ADAL" clId="{ECEF0880-2757-4ADC-83E4-D4AA00B845B8}" dt="2021-09-28T19:26:36.233" v="34" actId="20577"/>
        <pc:sldMkLst>
          <pc:docMk/>
          <pc:sldMk cId="1999203941" sldId="263"/>
        </pc:sldMkLst>
      </pc:sldChg>
      <pc:sldChg chg="delSp modSp mod ord delAnim modAnim">
        <pc:chgData name="Antle, Rick" userId="c2afbbd2-30e4-4c8e-8af5-81913178ace3" providerId="ADAL" clId="{ECEF0880-2757-4ADC-83E4-D4AA00B845B8}" dt="2021-09-28T22:57:55.141" v="304"/>
        <pc:sldMkLst>
          <pc:docMk/>
          <pc:sldMk cId="1091495425" sldId="264"/>
        </pc:sldMkLst>
      </pc:sldChg>
      <pc:sldChg chg="addSp delSp modSp new mod ord modAnim">
        <pc:chgData name="Antle, Rick" userId="c2afbbd2-30e4-4c8e-8af5-81913178ace3" providerId="ADAL" clId="{ECEF0880-2757-4ADC-83E4-D4AA00B845B8}" dt="2021-09-29T01:00:19.421" v="1855"/>
        <pc:sldMkLst>
          <pc:docMk/>
          <pc:sldMk cId="1714363921" sldId="265"/>
        </pc:sldMkLst>
      </pc:sldChg>
      <pc:sldChg chg="addSp delSp modSp add mod ord modAnim">
        <pc:chgData name="Antle, Rick" userId="c2afbbd2-30e4-4c8e-8af5-81913178ace3" providerId="ADAL" clId="{ECEF0880-2757-4ADC-83E4-D4AA00B845B8}" dt="2021-09-29T00:54:46.993" v="1318"/>
        <pc:sldMkLst>
          <pc:docMk/>
          <pc:sldMk cId="482328675" sldId="266"/>
        </pc:sldMkLst>
      </pc:sldChg>
      <pc:sldChg chg="addSp delSp modSp add mod delAnim modAnim">
        <pc:chgData name="Antle, Rick" userId="c2afbbd2-30e4-4c8e-8af5-81913178ace3" providerId="ADAL" clId="{ECEF0880-2757-4ADC-83E4-D4AA00B845B8}" dt="2021-09-28T23:26:44.546" v="509"/>
        <pc:sldMkLst>
          <pc:docMk/>
          <pc:sldMk cId="4008792197" sldId="267"/>
        </pc:sldMkLst>
      </pc:sldChg>
      <pc:sldChg chg="modSp new mod modAnim">
        <pc:chgData name="Antle, Rick" userId="c2afbbd2-30e4-4c8e-8af5-81913178ace3" providerId="ADAL" clId="{ECEF0880-2757-4ADC-83E4-D4AA00B845B8}" dt="2021-09-29T00:55:50.836" v="1319"/>
        <pc:sldMkLst>
          <pc:docMk/>
          <pc:sldMk cId="2603423410" sldId="268"/>
        </pc:sldMkLst>
      </pc:sldChg>
      <pc:sldChg chg="add del">
        <pc:chgData name="Antle, Rick" userId="c2afbbd2-30e4-4c8e-8af5-81913178ace3" providerId="ADAL" clId="{ECEF0880-2757-4ADC-83E4-D4AA00B845B8}" dt="2021-09-28T23:51:15.182" v="970" actId="47"/>
        <pc:sldMkLst>
          <pc:docMk/>
          <pc:sldMk cId="3203362433" sldId="269"/>
        </pc:sldMkLst>
      </pc:sldChg>
      <pc:sldChg chg="modSp add mod">
        <pc:chgData name="Antle, Rick" userId="c2afbbd2-30e4-4c8e-8af5-81913178ace3" providerId="ADAL" clId="{ECEF0880-2757-4ADC-83E4-D4AA00B845B8}" dt="2021-09-28T23:51:05.333" v="969" actId="166"/>
        <pc:sldMkLst>
          <pc:docMk/>
          <pc:sldMk cId="1260293713" sldId="270"/>
        </pc:sldMkLst>
      </pc:sldChg>
      <pc:sldChg chg="addSp delSp modSp add mod delAnim modAnim">
        <pc:chgData name="Antle, Rick" userId="c2afbbd2-30e4-4c8e-8af5-81913178ace3" providerId="ADAL" clId="{ECEF0880-2757-4ADC-83E4-D4AA00B845B8}" dt="2021-09-29T01:20:31.781" v="1976"/>
        <pc:sldMkLst>
          <pc:docMk/>
          <pc:sldMk cId="3727887819" sldId="271"/>
        </pc:sldMkLst>
      </pc:sldChg>
      <pc:sldChg chg="modSp new mod">
        <pc:chgData name="Antle, Rick" userId="c2afbbd2-30e4-4c8e-8af5-81913178ace3" providerId="ADAL" clId="{ECEF0880-2757-4ADC-83E4-D4AA00B845B8}" dt="2021-09-29T00:59:55.226" v="1853" actId="20577"/>
        <pc:sldMkLst>
          <pc:docMk/>
          <pc:sldMk cId="1072196383" sldId="272"/>
        </pc:sldMkLst>
      </pc:sldChg>
      <pc:sldChg chg="modSp add mod modAnim">
        <pc:chgData name="Antle, Rick" userId="c2afbbd2-30e4-4c8e-8af5-81913178ace3" providerId="ADAL" clId="{ECEF0880-2757-4ADC-83E4-D4AA00B845B8}" dt="2021-09-29T01:24:13.375" v="2267" actId="20577"/>
        <pc:sldMkLst>
          <pc:docMk/>
          <pc:sldMk cId="2299720992" sldId="273"/>
        </pc:sldMkLst>
      </pc:sldChg>
    </pc:docChg>
  </pc:docChgLst>
  <pc:docChgLst>
    <pc:chgData name="Antle, Rick" userId="c2afbbd2-30e4-4c8e-8af5-81913178ace3" providerId="ADAL" clId="{5A6A349B-687D-4591-8FD8-58789E9FAFD3}"/>
    <pc:docChg chg="modSld modMainMaster modShowInfo">
      <pc:chgData name="Antle, Rick" userId="c2afbbd2-30e4-4c8e-8af5-81913178ace3" providerId="ADAL" clId="{5A6A349B-687D-4591-8FD8-58789E9FAFD3}" dt="2020-09-28T01:31:49.596" v="167" actId="2744"/>
      <pc:docMkLst>
        <pc:docMk/>
      </pc:docMkLst>
      <pc:sldChg chg="modSp setBg">
        <pc:chgData name="Antle, Rick" userId="c2afbbd2-30e4-4c8e-8af5-81913178ace3" providerId="ADAL" clId="{5A6A349B-687D-4591-8FD8-58789E9FAFD3}" dt="2020-09-27T23:12:16.674" v="3" actId="207"/>
        <pc:sldMkLst>
          <pc:docMk/>
          <pc:sldMk cId="167050150" sldId="256"/>
        </pc:sldMkLst>
      </pc:sldChg>
      <pc:sldChg chg="modSp">
        <pc:chgData name="Antle, Rick" userId="c2afbbd2-30e4-4c8e-8af5-81913178ace3" providerId="ADAL" clId="{5A6A349B-687D-4591-8FD8-58789E9FAFD3}" dt="2020-09-27T23:17:04.910" v="77" actId="207"/>
        <pc:sldMkLst>
          <pc:docMk/>
          <pc:sldMk cId="1747166357" sldId="260"/>
        </pc:sldMkLst>
      </pc:sldChg>
      <pc:sldChg chg="addSp modSp mod">
        <pc:chgData name="Antle, Rick" userId="c2afbbd2-30e4-4c8e-8af5-81913178ace3" providerId="ADAL" clId="{5A6A349B-687D-4591-8FD8-58789E9FAFD3}" dt="2020-09-28T00:18:51.471" v="152" actId="20577"/>
        <pc:sldMkLst>
          <pc:docMk/>
          <pc:sldMk cId="499498318" sldId="261"/>
        </pc:sldMkLst>
      </pc:sldChg>
      <pc:sldChg chg="modSp mod">
        <pc:chgData name="Antle, Rick" userId="c2afbbd2-30e4-4c8e-8af5-81913178ace3" providerId="ADAL" clId="{5A6A349B-687D-4591-8FD8-58789E9FAFD3}" dt="2020-09-28T00:18:02.560" v="120" actId="20577"/>
        <pc:sldMkLst>
          <pc:docMk/>
          <pc:sldMk cId="554654503" sldId="262"/>
        </pc:sldMkLst>
      </pc:sldChg>
      <pc:sldChg chg="modSp mod">
        <pc:chgData name="Antle, Rick" userId="c2afbbd2-30e4-4c8e-8af5-81913178ace3" providerId="ADAL" clId="{5A6A349B-687D-4591-8FD8-58789E9FAFD3}" dt="2020-09-27T23:15:29.666" v="68" actId="20577"/>
        <pc:sldMkLst>
          <pc:docMk/>
          <pc:sldMk cId="1999203941" sldId="263"/>
        </pc:sldMkLst>
      </pc:sldChg>
      <pc:sldChg chg="modSp mod">
        <pc:chgData name="Antle, Rick" userId="c2afbbd2-30e4-4c8e-8af5-81913178ace3" providerId="ADAL" clId="{5A6A349B-687D-4591-8FD8-58789E9FAFD3}" dt="2020-09-28T00:19:26.698" v="166" actId="20577"/>
        <pc:sldMkLst>
          <pc:docMk/>
          <pc:sldMk cId="1091495425" sldId="264"/>
        </pc:sldMkLst>
      </pc:sldChg>
      <pc:sldMasterChg chg="setBg modSldLayout">
        <pc:chgData name="Antle, Rick" userId="c2afbbd2-30e4-4c8e-8af5-81913178ace3" providerId="ADAL" clId="{5A6A349B-687D-4591-8FD8-58789E9FAFD3}" dt="2020-09-27T23:12:02.426" v="2"/>
        <pc:sldMasterMkLst>
          <pc:docMk/>
          <pc:sldMasterMk cId="803388900" sldId="2147483648"/>
        </pc:sldMasterMkLst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2985540277" sldId="2147483649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3071878256" sldId="2147483650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4026582898" sldId="2147483651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705924016" sldId="2147483652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1390230832" sldId="2147483653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2168642164" sldId="2147483654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2791534633" sldId="2147483655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1936132518" sldId="2147483656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1177567823" sldId="2147483657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2058313791" sldId="2147483658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864882208" sldId="2147483659"/>
          </pc:sldLayoutMkLst>
        </pc:sldLayoutChg>
      </pc:sldMasterChg>
    </pc:docChg>
  </pc:docChgLst>
  <pc:docChgLst>
    <pc:chgData name="Antle, Rick" userId="S::rick.antle@yale.edu::c2afbbd2-30e4-4c8e-8af5-81913178ace3" providerId="AD" clId="Web-{E8F83B8D-8602-E87B-5B08-CE9A35FAB997}"/>
    <pc:docChg chg="modSld">
      <pc:chgData name="Antle, Rick" userId="S::rick.antle@yale.edu::c2afbbd2-30e4-4c8e-8af5-81913178ace3" providerId="AD" clId="Web-{E8F83B8D-8602-E87B-5B08-CE9A35FAB997}" dt="2025-02-10T13:49:03.502" v="10" actId="20577"/>
      <pc:docMkLst>
        <pc:docMk/>
      </pc:docMkLst>
      <pc:sldChg chg="modSp">
        <pc:chgData name="Antle, Rick" userId="S::rick.antle@yale.edu::c2afbbd2-30e4-4c8e-8af5-81913178ace3" providerId="AD" clId="Web-{E8F83B8D-8602-E87B-5B08-CE9A35FAB997}" dt="2025-02-10T13:49:03.502" v="10" actId="20577"/>
        <pc:sldMkLst>
          <pc:docMk/>
          <pc:sldMk cId="4008792197" sldId="267"/>
        </pc:sldMkLst>
        <pc:spChg chg="mod">
          <ac:chgData name="Antle, Rick" userId="S::rick.antle@yale.edu::c2afbbd2-30e4-4c8e-8af5-81913178ace3" providerId="AD" clId="Web-{E8F83B8D-8602-E87B-5B08-CE9A35FAB997}" dt="2025-02-10T13:49:03.502" v="10" actId="20577"/>
          <ac:spMkLst>
            <pc:docMk/>
            <pc:sldMk cId="4008792197" sldId="267"/>
            <ac:spMk id="2" creationId="{6EBD5A48-FAFC-45C7-B1B1-09A296BF0A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7DBD1-5965-4384-B120-E01B059F2539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C12C4-9F40-425E-B79A-83F958E41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16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4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7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8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2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30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4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3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3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6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1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82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8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211" y="1597819"/>
            <a:ext cx="8756315" cy="110251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ACCT2700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Foundations of Accounting &amp; 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Session 9: Continuation of 165 Whitney Associates LLC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5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973904" y="1614127"/>
            <a:ext cx="2694400" cy="22768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165 Whitney Associates, LLC</a:t>
            </a:r>
          </a:p>
        </p:txBody>
      </p:sp>
      <p:sp>
        <p:nvSpPr>
          <p:cNvPr id="10" name="Oval 9"/>
          <p:cNvSpPr/>
          <p:nvPr/>
        </p:nvSpPr>
        <p:spPr>
          <a:xfrm>
            <a:off x="3759954" y="139820"/>
            <a:ext cx="1143906" cy="98457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Us</a:t>
            </a:r>
          </a:p>
        </p:txBody>
      </p:sp>
      <p:sp>
        <p:nvSpPr>
          <p:cNvPr id="65" name="Oval 64"/>
          <p:cNvSpPr/>
          <p:nvPr/>
        </p:nvSpPr>
        <p:spPr>
          <a:xfrm>
            <a:off x="658678" y="2875699"/>
            <a:ext cx="1638374" cy="139408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 Government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9454" y="2133144"/>
            <a:ext cx="1616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coupon and </a:t>
            </a:r>
          </a:p>
          <a:p>
            <a:r>
              <a:rPr lang="en-US" dirty="0"/>
              <a:t>face payments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04242" y="797042"/>
            <a:ext cx="34509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Equity </a:t>
            </a:r>
          </a:p>
          <a:p>
            <a:pPr marL="171450" indent="-171450">
              <a:buFontTx/>
              <a:buChar char="-"/>
            </a:pPr>
            <a:r>
              <a:rPr lang="en-US" dirty="0"/>
              <a:t>Right to share benefits of 165WA</a:t>
            </a:r>
          </a:p>
          <a:p>
            <a:pPr algn="ctr"/>
            <a:r>
              <a:rPr lang="en-US" dirty="0"/>
              <a:t>(i.e., get some $ in the future)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BD5A48-FAFC-45C7-B1B1-09A296BF0AE6}"/>
              </a:ext>
            </a:extLst>
          </p:cNvPr>
          <p:cNvSpPr txBox="1"/>
          <p:nvPr/>
        </p:nvSpPr>
        <p:spPr>
          <a:xfrm>
            <a:off x="6625524" y="294467"/>
            <a:ext cx="174599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dirty="0"/>
              <a:t>On Feb 2, 2026:</a:t>
            </a:r>
          </a:p>
        </p:txBody>
      </p:sp>
      <p:sp>
        <p:nvSpPr>
          <p:cNvPr id="15" name="Can 2">
            <a:extLst>
              <a:ext uri="{FF2B5EF4-FFF2-40B4-BE49-F238E27FC236}">
                <a16:creationId xmlns:a16="http://schemas.microsoft.com/office/drawing/2014/main" id="{7F6BCF96-795A-4DB3-8907-8CF17B861D1D}"/>
              </a:ext>
            </a:extLst>
          </p:cNvPr>
          <p:cNvSpPr/>
          <p:nvPr/>
        </p:nvSpPr>
        <p:spPr>
          <a:xfrm>
            <a:off x="3977228" y="501374"/>
            <a:ext cx="649989" cy="398986"/>
          </a:xfrm>
          <a:prstGeom prst="can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$ 50k</a:t>
            </a:r>
          </a:p>
        </p:txBody>
      </p:sp>
      <p:sp>
        <p:nvSpPr>
          <p:cNvPr id="3" name="Scroll: Vertical 2">
            <a:extLst>
              <a:ext uri="{FF2B5EF4-FFF2-40B4-BE49-F238E27FC236}">
                <a16:creationId xmlns:a16="http://schemas.microsoft.com/office/drawing/2014/main" id="{27B48A4D-3E3E-4B49-AAB1-C8B16429C14F}"/>
              </a:ext>
            </a:extLst>
          </p:cNvPr>
          <p:cNvSpPr/>
          <p:nvPr/>
        </p:nvSpPr>
        <p:spPr>
          <a:xfrm>
            <a:off x="3728279" y="2464903"/>
            <a:ext cx="1245704" cy="583096"/>
          </a:xfrm>
          <a:prstGeom prst="vertic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Rights</a:t>
            </a:r>
          </a:p>
        </p:txBody>
      </p:sp>
      <p:sp>
        <p:nvSpPr>
          <p:cNvPr id="17" name="Scroll: Vertical 16">
            <a:extLst>
              <a:ext uri="{FF2B5EF4-FFF2-40B4-BE49-F238E27FC236}">
                <a16:creationId xmlns:a16="http://schemas.microsoft.com/office/drawing/2014/main" id="{79546F6B-00BB-497E-871C-FC5383B52096}"/>
              </a:ext>
            </a:extLst>
          </p:cNvPr>
          <p:cNvSpPr/>
          <p:nvPr/>
        </p:nvSpPr>
        <p:spPr>
          <a:xfrm>
            <a:off x="859183" y="3350590"/>
            <a:ext cx="1245704" cy="583096"/>
          </a:xfrm>
          <a:prstGeom prst="vertic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Rights</a:t>
            </a:r>
          </a:p>
        </p:txBody>
      </p:sp>
    </p:spTree>
    <p:extLst>
      <p:ext uri="{BB962C8B-B14F-4D97-AF65-F5344CB8AC3E}">
        <p14:creationId xmlns:p14="http://schemas.microsoft.com/office/powerpoint/2010/main" val="400879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1.11111E-6 L 0.00347 0.38087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" y="190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46914E-6 L -0.00538 -0.39969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" y="-204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48 0.38086 L -0.31111 0.54815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56" y="86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69136E-6 L 0.31389 -0.17222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64" y="-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5" grpId="0" animBg="1"/>
      <p:bldP spid="81" grpId="0"/>
      <p:bldP spid="108" grpId="0"/>
      <p:bldP spid="15" grpId="0" animBg="1"/>
      <p:bldP spid="15" grpId="1" animBg="1"/>
      <p:bldP spid="15" grpId="2" animBg="1"/>
      <p:bldP spid="3" grpId="0" animBg="1"/>
      <p:bldP spid="3" grpId="1" animBg="1"/>
      <p:bldP spid="17" grpId="0" animBg="1"/>
      <p:bldP spid="1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973904" y="1614127"/>
            <a:ext cx="2694400" cy="22768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165 Whitney Associates, LLC</a:t>
            </a:r>
          </a:p>
        </p:txBody>
      </p:sp>
      <p:sp>
        <p:nvSpPr>
          <p:cNvPr id="10" name="Oval 9"/>
          <p:cNvSpPr/>
          <p:nvPr/>
        </p:nvSpPr>
        <p:spPr>
          <a:xfrm>
            <a:off x="3759954" y="139820"/>
            <a:ext cx="1143906" cy="98457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Us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4154560" y="1124390"/>
            <a:ext cx="4248" cy="4897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533254" y="1124391"/>
            <a:ext cx="1863" cy="4739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658678" y="2875699"/>
            <a:ext cx="1638374" cy="139408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 Government</a:t>
            </a:r>
          </a:p>
        </p:txBody>
      </p:sp>
      <p:cxnSp>
        <p:nvCxnSpPr>
          <p:cNvPr id="67" name="Straight Arrow Connector 66"/>
          <p:cNvCxnSpPr>
            <a:endCxn id="65" idx="6"/>
          </p:cNvCxnSpPr>
          <p:nvPr/>
        </p:nvCxnSpPr>
        <p:spPr>
          <a:xfrm flipH="1">
            <a:off x="2297052" y="3219315"/>
            <a:ext cx="744511" cy="3534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2231756" y="2926526"/>
            <a:ext cx="742148" cy="3770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039944" y="1124155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$50,000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9594" y="2168483"/>
            <a:ext cx="1953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Right to coupon</a:t>
            </a:r>
          </a:p>
          <a:p>
            <a:r>
              <a:rPr lang="en-US"/>
              <a:t>and face payments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81919" y="373541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$50,000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03860" y="889807"/>
            <a:ext cx="37700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Equity:</a:t>
            </a:r>
          </a:p>
          <a:p>
            <a:pPr marL="171450" indent="-171450">
              <a:buFontTx/>
              <a:buChar char="-"/>
            </a:pPr>
            <a:r>
              <a:rPr lang="en-US"/>
              <a:t>Right to share benefits of 165WA</a:t>
            </a:r>
          </a:p>
          <a:p>
            <a:pPr marL="171450" indent="-171450">
              <a:buFontTx/>
              <a:buChar char="-"/>
            </a:pPr>
            <a:r>
              <a:rPr lang="en-US" err="1"/>
              <a:t>i.e</a:t>
            </a:r>
            <a:r>
              <a:rPr lang="en-US"/>
              <a:t>, Cash to be distributed by 165WA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BD5A48-FAFC-45C7-B1B1-09A296BF0AE6}"/>
              </a:ext>
            </a:extLst>
          </p:cNvPr>
          <p:cNvSpPr txBox="1"/>
          <p:nvPr/>
        </p:nvSpPr>
        <p:spPr>
          <a:xfrm>
            <a:off x="6625524" y="294467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On Feb 2, 2026</a:t>
            </a:r>
          </a:p>
        </p:txBody>
      </p:sp>
    </p:spTree>
    <p:extLst>
      <p:ext uri="{BB962C8B-B14F-4D97-AF65-F5344CB8AC3E}">
        <p14:creationId xmlns:p14="http://schemas.microsoft.com/office/powerpoint/2010/main" val="499498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973904" y="1614127"/>
            <a:ext cx="2694400" cy="22768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165 Whitney Associates, LLC</a:t>
            </a:r>
          </a:p>
        </p:txBody>
      </p:sp>
      <p:sp>
        <p:nvSpPr>
          <p:cNvPr id="10" name="Oval 9"/>
          <p:cNvSpPr/>
          <p:nvPr/>
        </p:nvSpPr>
        <p:spPr>
          <a:xfrm>
            <a:off x="3759954" y="139820"/>
            <a:ext cx="1143906" cy="98457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Us</a:t>
            </a:r>
          </a:p>
        </p:txBody>
      </p:sp>
      <p:sp>
        <p:nvSpPr>
          <p:cNvPr id="65" name="Oval 64"/>
          <p:cNvSpPr/>
          <p:nvPr/>
        </p:nvSpPr>
        <p:spPr>
          <a:xfrm>
            <a:off x="658678" y="2875699"/>
            <a:ext cx="1638374" cy="139408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 Government</a:t>
            </a:r>
          </a:p>
        </p:txBody>
      </p:sp>
      <p:cxnSp>
        <p:nvCxnSpPr>
          <p:cNvPr id="67" name="Straight Arrow Connector 66"/>
          <p:cNvCxnSpPr>
            <a:endCxn id="65" idx="6"/>
          </p:cNvCxnSpPr>
          <p:nvPr/>
        </p:nvCxnSpPr>
        <p:spPr>
          <a:xfrm flipH="1">
            <a:off x="2297052" y="3219315"/>
            <a:ext cx="744511" cy="3534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2231756" y="2926526"/>
            <a:ext cx="742148" cy="3770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235059" y="3777855"/>
            <a:ext cx="2634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Reduction in right to </a:t>
            </a:r>
          </a:p>
          <a:p>
            <a:r>
              <a:rPr lang="en-US"/>
              <a:t>receive coupon payments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4807" y="2500558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$1,158.03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25524" y="294467"/>
            <a:ext cx="21716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Every 6 months from</a:t>
            </a:r>
          </a:p>
          <a:p>
            <a:r>
              <a:rPr lang="en-US" b="1" dirty="0"/>
              <a:t>August 2, 2026 to</a:t>
            </a:r>
          </a:p>
          <a:p>
            <a:r>
              <a:rPr lang="en-US" b="1" dirty="0"/>
              <a:t>August 2, 2055</a:t>
            </a:r>
          </a:p>
        </p:txBody>
      </p:sp>
    </p:spTree>
    <p:extLst>
      <p:ext uri="{BB962C8B-B14F-4D97-AF65-F5344CB8AC3E}">
        <p14:creationId xmlns:p14="http://schemas.microsoft.com/office/powerpoint/2010/main" val="55465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9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973904" y="1614127"/>
            <a:ext cx="2694400" cy="22768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165 Whitney Associates, LLC</a:t>
            </a:r>
          </a:p>
        </p:txBody>
      </p:sp>
      <p:sp>
        <p:nvSpPr>
          <p:cNvPr id="10" name="Oval 9"/>
          <p:cNvSpPr/>
          <p:nvPr/>
        </p:nvSpPr>
        <p:spPr>
          <a:xfrm>
            <a:off x="3759954" y="139820"/>
            <a:ext cx="1143906" cy="98457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Us</a:t>
            </a:r>
          </a:p>
        </p:txBody>
      </p:sp>
      <p:sp>
        <p:nvSpPr>
          <p:cNvPr id="65" name="Oval 64"/>
          <p:cNvSpPr/>
          <p:nvPr/>
        </p:nvSpPr>
        <p:spPr>
          <a:xfrm>
            <a:off x="658678" y="2875699"/>
            <a:ext cx="1638374" cy="139408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 Government</a:t>
            </a:r>
          </a:p>
        </p:txBody>
      </p:sp>
      <p:cxnSp>
        <p:nvCxnSpPr>
          <p:cNvPr id="67" name="Straight Arrow Connector 66"/>
          <p:cNvCxnSpPr>
            <a:endCxn id="65" idx="6"/>
          </p:cNvCxnSpPr>
          <p:nvPr/>
        </p:nvCxnSpPr>
        <p:spPr>
          <a:xfrm flipH="1">
            <a:off x="2297052" y="3219315"/>
            <a:ext cx="744511" cy="3534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2231756" y="2926526"/>
            <a:ext cx="742148" cy="3770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208509" y="3823908"/>
            <a:ext cx="1961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Elimination of</a:t>
            </a:r>
          </a:p>
          <a:p>
            <a:r>
              <a:rPr lang="en-US"/>
              <a:t>all rights to receive</a:t>
            </a:r>
          </a:p>
          <a:p>
            <a:r>
              <a:rPr lang="en-US"/>
              <a:t>payments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30926" y="1802795"/>
            <a:ext cx="14045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$1,158.03</a:t>
            </a:r>
          </a:p>
          <a:p>
            <a:r>
              <a:rPr lang="en-US" dirty="0"/>
              <a:t>+ $57,901.64</a:t>
            </a:r>
          </a:p>
          <a:p>
            <a:r>
              <a:rPr lang="en-US" dirty="0"/>
              <a:t>= $59,059.67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25524" y="294467"/>
            <a:ext cx="210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 February 2, 2056</a:t>
            </a:r>
          </a:p>
        </p:txBody>
      </p:sp>
    </p:spTree>
    <p:extLst>
      <p:ext uri="{BB962C8B-B14F-4D97-AF65-F5344CB8AC3E}">
        <p14:creationId xmlns:p14="http://schemas.microsoft.com/office/powerpoint/2010/main" val="199920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9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818921" y="1629624"/>
            <a:ext cx="3101432" cy="28261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165 Whitney Associates, LLC</a:t>
            </a:r>
          </a:p>
        </p:txBody>
      </p:sp>
      <p:sp>
        <p:nvSpPr>
          <p:cNvPr id="10" name="Oval 9"/>
          <p:cNvSpPr/>
          <p:nvPr/>
        </p:nvSpPr>
        <p:spPr>
          <a:xfrm>
            <a:off x="3759953" y="139819"/>
            <a:ext cx="1238249" cy="111554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Us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25524" y="306993"/>
            <a:ext cx="2159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 February 2, 2056.</a:t>
            </a:r>
          </a:p>
          <a:p>
            <a:r>
              <a:rPr lang="en-US" dirty="0"/>
              <a:t>End of the day</a:t>
            </a:r>
          </a:p>
        </p:txBody>
      </p:sp>
      <p:sp>
        <p:nvSpPr>
          <p:cNvPr id="3" name="Can 2"/>
          <p:cNvSpPr/>
          <p:nvPr/>
        </p:nvSpPr>
        <p:spPr>
          <a:xfrm>
            <a:off x="3670890" y="3698555"/>
            <a:ext cx="1386688" cy="453325"/>
          </a:xfrm>
          <a:prstGeom prst="can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$127,383.61</a:t>
            </a:r>
          </a:p>
        </p:txBody>
      </p:sp>
    </p:spTree>
    <p:extLst>
      <p:ext uri="{BB962C8B-B14F-4D97-AF65-F5344CB8AC3E}">
        <p14:creationId xmlns:p14="http://schemas.microsoft.com/office/powerpoint/2010/main" val="109149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2.46914E-6 L 0.00399 -0.6268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313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4735-ACE5-4061-9D5A-9F480BB4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Important Accounting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09089-1C5D-4384-8CE9-B8B44612B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Transactions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Contain information about value and value flows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 that information in doing the accounting?</a:t>
            </a:r>
          </a:p>
          <a:p>
            <a:r>
              <a:rPr lang="en-US" dirty="0">
                <a:solidFill>
                  <a:schemeClr val="tx1"/>
                </a:solidFill>
              </a:rPr>
              <a:t> Adjustments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Do we want to use information </a:t>
            </a:r>
            <a:r>
              <a:rPr lang="en-US" i="1" dirty="0">
                <a:solidFill>
                  <a:schemeClr val="tx1"/>
                </a:solidFill>
              </a:rPr>
              <a:t>from more sources than the transactions</a:t>
            </a:r>
            <a:r>
              <a:rPr lang="en-US" dirty="0">
                <a:solidFill>
                  <a:schemeClr val="tx1"/>
                </a:solidFill>
              </a:rPr>
              <a:t> in doing the accounting?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yes, what kinds of information and how do we process it? </a:t>
            </a:r>
          </a:p>
        </p:txBody>
      </p:sp>
    </p:spTree>
    <p:extLst>
      <p:ext uri="{BB962C8B-B14F-4D97-AF65-F5344CB8AC3E}">
        <p14:creationId xmlns:p14="http://schemas.microsoft.com/office/powerpoint/2010/main" val="1072196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E28D-FF78-46DC-84CF-FEEDC5387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91" y="205979"/>
            <a:ext cx="8335618" cy="85725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What Happens if the Interest Rate in the Market Changes While 165WA Holds the Bond?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CDE18-CF34-46AB-918A-83249F0F8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Suppose that 3 years in, the market interest rate unexpectedly changes to 8.87%.</a:t>
            </a:r>
          </a:p>
          <a:p>
            <a:r>
              <a:rPr lang="en-US" dirty="0">
                <a:solidFill>
                  <a:schemeClr val="tx1"/>
                </a:solidFill>
              </a:rPr>
              <a:t>Go to Excel file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What happens to the market value of the bond?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What happens to the amount of cash being collected by 165WA?</a:t>
            </a:r>
          </a:p>
        </p:txBody>
      </p:sp>
    </p:spTree>
    <p:extLst>
      <p:ext uri="{BB962C8B-B14F-4D97-AF65-F5344CB8AC3E}">
        <p14:creationId xmlns:p14="http://schemas.microsoft.com/office/powerpoint/2010/main" val="260342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A2EBC-F89E-EB64-F695-3C870524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4900-7D35-62B3-8D3B-978131391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91" y="205979"/>
            <a:ext cx="8335618" cy="85725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What Happens if the Interest Rate in the Market Changes While 165WA Holds the Bond?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D752F-8525-4203-0942-7A4E8F939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Suppose that 3 years in, the market interest rate unexpectedly changes to 3.87%.</a:t>
            </a:r>
          </a:p>
          <a:p>
            <a:r>
              <a:rPr lang="en-US" dirty="0">
                <a:solidFill>
                  <a:schemeClr val="tx1"/>
                </a:solidFill>
              </a:rPr>
              <a:t>Go to Excel file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What happens to the market value of the bond?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What happens to the amount of cash being collected by 165WA?</a:t>
            </a:r>
          </a:p>
        </p:txBody>
      </p:sp>
    </p:spTree>
    <p:extLst>
      <p:ext uri="{BB962C8B-B14F-4D97-AF65-F5344CB8AC3E}">
        <p14:creationId xmlns:p14="http://schemas.microsoft.com/office/powerpoint/2010/main" val="335808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E28D-FF78-46DC-84CF-FEEDC5387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91" y="205979"/>
            <a:ext cx="8335618" cy="85725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Big Question…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CDE18-CF34-46AB-918A-83249F0F8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Do you want me to build information in market prices into my accounting for 165WA?</a:t>
            </a:r>
          </a:p>
          <a:p>
            <a:r>
              <a:rPr lang="en-US" dirty="0">
                <a:solidFill>
                  <a:schemeClr val="tx1"/>
                </a:solidFill>
              </a:rPr>
              <a:t>Keep in mind, interest rates change all the time, so I will be making a lot of adjustments over the course of 165WA’s 30-year life.</a:t>
            </a:r>
          </a:p>
        </p:txBody>
      </p:sp>
    </p:spTree>
    <p:extLst>
      <p:ext uri="{BB962C8B-B14F-4D97-AF65-F5344CB8AC3E}">
        <p14:creationId xmlns:p14="http://schemas.microsoft.com/office/powerpoint/2010/main" val="229972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NOTE: On Wednesday, we start the real nitty-gritty accounting part of the course. </a:t>
            </a:r>
          </a:p>
          <a:p>
            <a:r>
              <a:rPr lang="en-US" dirty="0">
                <a:solidFill>
                  <a:schemeClr val="tx1"/>
                </a:solidFill>
              </a:rPr>
              <a:t>You must do the reading before class, because </a:t>
            </a:r>
            <a:r>
              <a:rPr lang="is-IS" dirty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HW is due </a:t>
            </a:r>
            <a:r>
              <a:rPr lang="en-US" b="1" i="1" dirty="0">
                <a:solidFill>
                  <a:schemeClr val="tx1"/>
                </a:solidFill>
              </a:rPr>
              <a:t>before class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HW is not required to be correct – more important to try than to get it right. You should be able to get it right </a:t>
            </a:r>
            <a:r>
              <a:rPr lang="en-US" b="1" i="1" dirty="0">
                <a:solidFill>
                  <a:schemeClr val="tx1"/>
                </a:solidFill>
              </a:rPr>
              <a:t>after class</a:t>
            </a:r>
            <a:r>
              <a:rPr lang="en-US" i="1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166357"/>
      </p:ext>
    </p:extLst>
  </p:cSld>
  <p:clrMapOvr>
    <a:masterClrMapping/>
  </p:clrMapOvr>
</p:sld>
</file>

<file path=ppt/theme/theme1.xml><?xml version="1.0" encoding="utf-8"?>
<a:theme xmlns:a="http://schemas.openxmlformats.org/drawingml/2006/main" name="SOM_bknd_wide_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SOM_bknd_wide_blue.potx</Template>
  <TotalTime>2531</TotalTime>
  <Words>451</Words>
  <Application>Microsoft Macintosh PowerPoint</Application>
  <PresentationFormat>On-screen Show (16:9)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SOM_bknd_wide_blue</vt:lpstr>
      <vt:lpstr>ACCT2700 Foundations of Accounting &amp; 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Important Accounting Words</vt:lpstr>
      <vt:lpstr>What Happens if the Interest Rate in the Market Changes While 165WA Holds the Bond?</vt:lpstr>
      <vt:lpstr>What Happens if the Interest Rate in the Market Changes While 165WA Holds the Bond?</vt:lpstr>
      <vt:lpstr>Big Question…</vt:lpstr>
      <vt:lpstr>Next Time</vt:lpstr>
    </vt:vector>
  </TitlesOfParts>
  <Company>Yale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Mattison</dc:creator>
  <cp:lastModifiedBy>Antle, Rick</cp:lastModifiedBy>
  <cp:revision>10</cp:revision>
  <dcterms:created xsi:type="dcterms:W3CDTF">2012-06-28T13:27:32Z</dcterms:created>
  <dcterms:modified xsi:type="dcterms:W3CDTF">2026-02-08T21:13:52Z</dcterms:modified>
</cp:coreProperties>
</file>