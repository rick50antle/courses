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67" r:id="rId3"/>
    <p:sldId id="261" r:id="rId4"/>
    <p:sldId id="262" r:id="rId5"/>
    <p:sldId id="263" r:id="rId6"/>
    <p:sldId id="264" r:id="rId7"/>
    <p:sldId id="272" r:id="rId8"/>
    <p:sldId id="268" r:id="rId9"/>
    <p:sldId id="274" r:id="rId10"/>
    <p:sldId id="273" r:id="rId11"/>
    <p:sldId id="260" r:id="rId12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07265-80AB-4696-BAE3-68BC68CF5CB5}" v="134" dt="2025-02-10T05:19:43.995"/>
    <p1510:client id="{E8F83B8D-8602-E87B-5B08-CE9A35FAB997}" v="14" dt="2025-02-10T13:49:05.8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60" d="100"/>
          <a:sy n="160" d="100"/>
        </p:scale>
        <p:origin x="784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tle, Rick" userId="c2afbbd2-30e4-4c8e-8af5-81913178ace3" providerId="ADAL" clId="{21CCFADD-CAC8-4E61-8284-857155F74D64}"/>
    <pc:docChg chg="undo redo custSel delSld modSld">
      <pc:chgData name="Antle, Rick" userId="c2afbbd2-30e4-4c8e-8af5-81913178ace3" providerId="ADAL" clId="{21CCFADD-CAC8-4E61-8284-857155F74D64}" dt="2023-09-25T02:55:31.694" v="279" actId="47"/>
      <pc:docMkLst>
        <pc:docMk/>
      </pc:docMkLst>
      <pc:sldChg chg="modSp mod">
        <pc:chgData name="Antle, Rick" userId="c2afbbd2-30e4-4c8e-8af5-81913178ace3" providerId="ADAL" clId="{21CCFADD-CAC8-4E61-8284-857155F74D64}" dt="2023-09-25T02:28:06.568" v="3" actId="20577"/>
        <pc:sldMkLst>
          <pc:docMk/>
          <pc:sldMk cId="499498318" sldId="261"/>
        </pc:sldMkLst>
      </pc:sldChg>
      <pc:sldChg chg="modSp mod">
        <pc:chgData name="Antle, Rick" userId="c2afbbd2-30e4-4c8e-8af5-81913178ace3" providerId="ADAL" clId="{21CCFADD-CAC8-4E61-8284-857155F74D64}" dt="2023-09-25T02:28:58.202" v="17" actId="20577"/>
        <pc:sldMkLst>
          <pc:docMk/>
          <pc:sldMk cId="554654503" sldId="262"/>
        </pc:sldMkLst>
      </pc:sldChg>
      <pc:sldChg chg="modSp mod">
        <pc:chgData name="Antle, Rick" userId="c2afbbd2-30e4-4c8e-8af5-81913178ace3" providerId="ADAL" clId="{21CCFADD-CAC8-4E61-8284-857155F74D64}" dt="2023-09-25T02:30:22.484" v="42" actId="20577"/>
        <pc:sldMkLst>
          <pc:docMk/>
          <pc:sldMk cId="1999203941" sldId="263"/>
        </pc:sldMkLst>
      </pc:sldChg>
      <pc:sldChg chg="modSp mod">
        <pc:chgData name="Antle, Rick" userId="c2afbbd2-30e4-4c8e-8af5-81913178ace3" providerId="ADAL" clId="{21CCFADD-CAC8-4E61-8284-857155F74D64}" dt="2023-09-25T02:30:52.835" v="56" actId="20577"/>
        <pc:sldMkLst>
          <pc:docMk/>
          <pc:sldMk cId="1091495425" sldId="264"/>
        </pc:sldMkLst>
      </pc:sldChg>
      <pc:sldChg chg="addSp delSp modSp mod">
        <pc:chgData name="Antle, Rick" userId="c2afbbd2-30e4-4c8e-8af5-81913178ace3" providerId="ADAL" clId="{21CCFADD-CAC8-4E61-8284-857155F74D64}" dt="2023-09-25T02:55:15.282" v="278" actId="1076"/>
        <pc:sldMkLst>
          <pc:docMk/>
          <pc:sldMk cId="1714363921" sldId="265"/>
        </pc:sldMkLst>
      </pc:sldChg>
      <pc:sldChg chg="addSp delSp modSp mod delAnim">
        <pc:chgData name="Antle, Rick" userId="c2afbbd2-30e4-4c8e-8af5-81913178ace3" providerId="ADAL" clId="{21CCFADD-CAC8-4E61-8284-857155F74D64}" dt="2023-09-25T02:39:51.101" v="144" actId="1076"/>
        <pc:sldMkLst>
          <pc:docMk/>
          <pc:sldMk cId="482328675" sldId="266"/>
        </pc:sldMkLst>
      </pc:sldChg>
      <pc:sldChg chg="modSp mod modAnim">
        <pc:chgData name="Antle, Rick" userId="c2afbbd2-30e4-4c8e-8af5-81913178ace3" providerId="ADAL" clId="{21CCFADD-CAC8-4E61-8284-857155F74D64}" dt="2023-09-25T02:41:27.704" v="150" actId="27636"/>
        <pc:sldMkLst>
          <pc:docMk/>
          <pc:sldMk cId="2603423410" sldId="268"/>
        </pc:sldMkLst>
      </pc:sldChg>
      <pc:sldChg chg="addSp delSp modSp del mod delAnim">
        <pc:chgData name="Antle, Rick" userId="c2afbbd2-30e4-4c8e-8af5-81913178ace3" providerId="ADAL" clId="{21CCFADD-CAC8-4E61-8284-857155F74D64}" dt="2023-09-25T02:55:31.694" v="279" actId="47"/>
        <pc:sldMkLst>
          <pc:docMk/>
          <pc:sldMk cId="1260293713" sldId="270"/>
        </pc:sldMkLst>
      </pc:sldChg>
      <pc:sldChg chg="addSp delSp modSp mod addAnim delAnim">
        <pc:chgData name="Antle, Rick" userId="c2afbbd2-30e4-4c8e-8af5-81913178ace3" providerId="ADAL" clId="{21CCFADD-CAC8-4E61-8284-857155F74D64}" dt="2023-09-25T02:51:36.735" v="254" actId="1038"/>
        <pc:sldMkLst>
          <pc:docMk/>
          <pc:sldMk cId="3727887819" sldId="271"/>
        </pc:sldMkLst>
      </pc:sldChg>
    </pc:docChg>
  </pc:docChgLst>
  <pc:docChgLst>
    <pc:chgData name="Antle, Rick" userId="c2afbbd2-30e4-4c8e-8af5-81913178ace3" providerId="ADAL" clId="{4B707265-80AB-4696-BAE3-68BC68CF5CB5}"/>
    <pc:docChg chg="custSel addSld delSld modSld">
      <pc:chgData name="Antle, Rick" userId="c2afbbd2-30e4-4c8e-8af5-81913178ace3" providerId="ADAL" clId="{4B707265-80AB-4696-BAE3-68BC68CF5CB5}" dt="2025-02-10T05:19:43.995" v="207" actId="15"/>
      <pc:docMkLst>
        <pc:docMk/>
      </pc:docMkLst>
      <pc:sldChg chg="modSp mod">
        <pc:chgData name="Antle, Rick" userId="c2afbbd2-30e4-4c8e-8af5-81913178ace3" providerId="ADAL" clId="{4B707265-80AB-4696-BAE3-68BC68CF5CB5}" dt="2025-02-10T04:32:23.789" v="11" actId="113"/>
        <pc:sldMkLst>
          <pc:docMk/>
          <pc:sldMk cId="499498318" sldId="261"/>
        </pc:sldMkLst>
        <pc:spChg chg="mod">
          <ac:chgData name="Antle, Rick" userId="c2afbbd2-30e4-4c8e-8af5-81913178ace3" providerId="ADAL" clId="{4B707265-80AB-4696-BAE3-68BC68CF5CB5}" dt="2025-02-10T04:32:23.789" v="11" actId="113"/>
          <ac:spMkLst>
            <pc:docMk/>
            <pc:sldMk cId="499498318" sldId="261"/>
            <ac:spMk id="2" creationId="{6EBD5A48-FAFC-45C7-B1B1-09A296BF0AE6}"/>
          </ac:spMkLst>
        </pc:spChg>
      </pc:sldChg>
      <pc:sldChg chg="modSp mod">
        <pc:chgData name="Antle, Rick" userId="c2afbbd2-30e4-4c8e-8af5-81913178ace3" providerId="ADAL" clId="{4B707265-80AB-4696-BAE3-68BC68CF5CB5}" dt="2025-02-10T04:33:39.878" v="38" actId="20577"/>
        <pc:sldMkLst>
          <pc:docMk/>
          <pc:sldMk cId="554654503" sldId="262"/>
        </pc:sldMkLst>
        <pc:spChg chg="mod">
          <ac:chgData name="Antle, Rick" userId="c2afbbd2-30e4-4c8e-8af5-81913178ace3" providerId="ADAL" clId="{4B707265-80AB-4696-BAE3-68BC68CF5CB5}" dt="2025-02-10T04:33:21.397" v="28" actId="20577"/>
          <ac:spMkLst>
            <pc:docMk/>
            <pc:sldMk cId="554654503" sldId="262"/>
            <ac:spMk id="2" creationId="{00000000-0000-0000-0000-000000000000}"/>
          </ac:spMkLst>
        </pc:spChg>
        <pc:spChg chg="mod">
          <ac:chgData name="Antle, Rick" userId="c2afbbd2-30e4-4c8e-8af5-81913178ace3" providerId="ADAL" clId="{4B707265-80AB-4696-BAE3-68BC68CF5CB5}" dt="2025-02-10T04:33:39.878" v="38" actId="20577"/>
          <ac:spMkLst>
            <pc:docMk/>
            <pc:sldMk cId="554654503" sldId="262"/>
            <ac:spMk id="98" creationId="{00000000-0000-0000-0000-000000000000}"/>
          </ac:spMkLst>
        </pc:spChg>
      </pc:sldChg>
      <pc:sldChg chg="modSp mod">
        <pc:chgData name="Antle, Rick" userId="c2afbbd2-30e4-4c8e-8af5-81913178ace3" providerId="ADAL" clId="{4B707265-80AB-4696-BAE3-68BC68CF5CB5}" dt="2025-02-10T04:35:18.638" v="82" actId="20577"/>
        <pc:sldMkLst>
          <pc:docMk/>
          <pc:sldMk cId="1999203941" sldId="263"/>
        </pc:sldMkLst>
        <pc:spChg chg="mod">
          <ac:chgData name="Antle, Rick" userId="c2afbbd2-30e4-4c8e-8af5-81913178ace3" providerId="ADAL" clId="{4B707265-80AB-4696-BAE3-68BC68CF5CB5}" dt="2025-02-10T04:35:18.638" v="82" actId="20577"/>
          <ac:spMkLst>
            <pc:docMk/>
            <pc:sldMk cId="1999203941" sldId="263"/>
            <ac:spMk id="2" creationId="{00000000-0000-0000-0000-000000000000}"/>
          </ac:spMkLst>
        </pc:spChg>
        <pc:spChg chg="mod">
          <ac:chgData name="Antle, Rick" userId="c2afbbd2-30e4-4c8e-8af5-81913178ace3" providerId="ADAL" clId="{4B707265-80AB-4696-BAE3-68BC68CF5CB5}" dt="2025-02-10T04:34:42.624" v="62" actId="20577"/>
          <ac:spMkLst>
            <pc:docMk/>
            <pc:sldMk cId="1999203941" sldId="263"/>
            <ac:spMk id="98" creationId="{00000000-0000-0000-0000-000000000000}"/>
          </ac:spMkLst>
        </pc:spChg>
      </pc:sldChg>
      <pc:sldChg chg="modSp mod">
        <pc:chgData name="Antle, Rick" userId="c2afbbd2-30e4-4c8e-8af5-81913178ace3" providerId="ADAL" clId="{4B707265-80AB-4696-BAE3-68BC68CF5CB5}" dt="2025-02-10T04:37:40.772" v="106" actId="20577"/>
        <pc:sldMkLst>
          <pc:docMk/>
          <pc:sldMk cId="1091495425" sldId="264"/>
        </pc:sldMkLst>
        <pc:spChg chg="mod">
          <ac:chgData name="Antle, Rick" userId="c2afbbd2-30e4-4c8e-8af5-81913178ace3" providerId="ADAL" clId="{4B707265-80AB-4696-BAE3-68BC68CF5CB5}" dt="2025-02-10T04:37:40.772" v="106" actId="20577"/>
          <ac:spMkLst>
            <pc:docMk/>
            <pc:sldMk cId="1091495425" sldId="264"/>
            <ac:spMk id="2" creationId="{00000000-0000-0000-0000-000000000000}"/>
          </ac:spMkLst>
        </pc:spChg>
        <pc:spChg chg="mod">
          <ac:chgData name="Antle, Rick" userId="c2afbbd2-30e4-4c8e-8af5-81913178ace3" providerId="ADAL" clId="{4B707265-80AB-4696-BAE3-68BC68CF5CB5}" dt="2025-02-10T04:37:22.747" v="94" actId="20577"/>
          <ac:spMkLst>
            <pc:docMk/>
            <pc:sldMk cId="1091495425" sldId="264"/>
            <ac:spMk id="3" creationId="{00000000-0000-0000-0000-000000000000}"/>
          </ac:spMkLst>
        </pc:spChg>
      </pc:sldChg>
      <pc:sldChg chg="delSp modSp del mod delAnim">
        <pc:chgData name="Antle, Rick" userId="c2afbbd2-30e4-4c8e-8af5-81913178ace3" providerId="ADAL" clId="{4B707265-80AB-4696-BAE3-68BC68CF5CB5}" dt="2025-02-10T05:16:12.141" v="114" actId="47"/>
        <pc:sldMkLst>
          <pc:docMk/>
          <pc:sldMk cId="1714363921" sldId="265"/>
        </pc:sldMkLst>
        <pc:spChg chg="del mod">
          <ac:chgData name="Antle, Rick" userId="c2afbbd2-30e4-4c8e-8af5-81913178ace3" providerId="ADAL" clId="{4B707265-80AB-4696-BAE3-68BC68CF5CB5}" dt="2025-02-10T04:40:59.483" v="111" actId="478"/>
          <ac:spMkLst>
            <pc:docMk/>
            <pc:sldMk cId="1714363921" sldId="265"/>
            <ac:spMk id="14" creationId="{098C4897-2C41-4A02-9C81-C4290DBEB7DA}"/>
          </ac:spMkLst>
        </pc:spChg>
        <pc:spChg chg="del mod">
          <ac:chgData name="Antle, Rick" userId="c2afbbd2-30e4-4c8e-8af5-81913178ace3" providerId="ADAL" clId="{4B707265-80AB-4696-BAE3-68BC68CF5CB5}" dt="2025-02-10T04:41:02.050" v="112" actId="478"/>
          <ac:spMkLst>
            <pc:docMk/>
            <pc:sldMk cId="1714363921" sldId="265"/>
            <ac:spMk id="15" creationId="{249629B7-6B03-48E1-8F05-77F64DBA4ECC}"/>
          </ac:spMkLst>
        </pc:spChg>
        <pc:spChg chg="del mod">
          <ac:chgData name="Antle, Rick" userId="c2afbbd2-30e4-4c8e-8af5-81913178ace3" providerId="ADAL" clId="{4B707265-80AB-4696-BAE3-68BC68CF5CB5}" dt="2025-02-10T04:41:04.366" v="113" actId="478"/>
          <ac:spMkLst>
            <pc:docMk/>
            <pc:sldMk cId="1714363921" sldId="265"/>
            <ac:spMk id="16" creationId="{861E90D1-CF99-4CD7-97CA-A28078461EA1}"/>
          </ac:spMkLst>
        </pc:spChg>
      </pc:sldChg>
      <pc:sldChg chg="del">
        <pc:chgData name="Antle, Rick" userId="c2afbbd2-30e4-4c8e-8af5-81913178ace3" providerId="ADAL" clId="{4B707265-80AB-4696-BAE3-68BC68CF5CB5}" dt="2025-02-10T05:16:12.141" v="114" actId="47"/>
        <pc:sldMkLst>
          <pc:docMk/>
          <pc:sldMk cId="482328675" sldId="266"/>
        </pc:sldMkLst>
      </pc:sldChg>
      <pc:sldChg chg="modSp mod modAnim">
        <pc:chgData name="Antle, Rick" userId="c2afbbd2-30e4-4c8e-8af5-81913178ace3" providerId="ADAL" clId="{4B707265-80AB-4696-BAE3-68BC68CF5CB5}" dt="2025-02-10T05:19:28.629" v="187" actId="15"/>
        <pc:sldMkLst>
          <pc:docMk/>
          <pc:sldMk cId="2603423410" sldId="268"/>
        </pc:sldMkLst>
        <pc:spChg chg="mod">
          <ac:chgData name="Antle, Rick" userId="c2afbbd2-30e4-4c8e-8af5-81913178ace3" providerId="ADAL" clId="{4B707265-80AB-4696-BAE3-68BC68CF5CB5}" dt="2025-02-10T05:19:28.629" v="187" actId="15"/>
          <ac:spMkLst>
            <pc:docMk/>
            <pc:sldMk cId="2603423410" sldId="268"/>
            <ac:spMk id="3" creationId="{7B6CDE18-CF34-46AB-918A-83249F0F8CC4}"/>
          </ac:spMkLst>
        </pc:spChg>
      </pc:sldChg>
      <pc:sldChg chg="del">
        <pc:chgData name="Antle, Rick" userId="c2afbbd2-30e4-4c8e-8af5-81913178ace3" providerId="ADAL" clId="{4B707265-80AB-4696-BAE3-68BC68CF5CB5}" dt="2025-02-10T05:16:15.782" v="115" actId="47"/>
        <pc:sldMkLst>
          <pc:docMk/>
          <pc:sldMk cId="3727887819" sldId="271"/>
        </pc:sldMkLst>
      </pc:sldChg>
      <pc:sldChg chg="modSp add mod modAnim">
        <pc:chgData name="Antle, Rick" userId="c2afbbd2-30e4-4c8e-8af5-81913178ace3" providerId="ADAL" clId="{4B707265-80AB-4696-BAE3-68BC68CF5CB5}" dt="2025-02-10T05:19:43.995" v="207" actId="15"/>
        <pc:sldMkLst>
          <pc:docMk/>
          <pc:sldMk cId="3358084472" sldId="274"/>
        </pc:sldMkLst>
        <pc:spChg chg="mod">
          <ac:chgData name="Antle, Rick" userId="c2afbbd2-30e4-4c8e-8af5-81913178ace3" providerId="ADAL" clId="{4B707265-80AB-4696-BAE3-68BC68CF5CB5}" dt="2025-02-10T05:19:43.995" v="207" actId="15"/>
          <ac:spMkLst>
            <pc:docMk/>
            <pc:sldMk cId="3358084472" sldId="274"/>
            <ac:spMk id="3" creationId="{473D752F-8525-4203-0942-7A4E8F939322}"/>
          </ac:spMkLst>
        </pc:spChg>
      </pc:sldChg>
    </pc:docChg>
  </pc:docChgLst>
  <pc:docChgLst>
    <pc:chgData name="Antle, Rick" userId="c2afbbd2-30e4-4c8e-8af5-81913178ace3" providerId="ADAL" clId="{ECEF0880-2757-4ADC-83E4-D4AA00B845B8}"/>
    <pc:docChg chg="undo custSel addSld delSld modSld sldOrd">
      <pc:chgData name="Antle, Rick" userId="c2afbbd2-30e4-4c8e-8af5-81913178ace3" providerId="ADAL" clId="{ECEF0880-2757-4ADC-83E4-D4AA00B845B8}" dt="2021-09-29T01:24:13.375" v="2267" actId="20577"/>
      <pc:docMkLst>
        <pc:docMk/>
      </pc:docMkLst>
      <pc:sldChg chg="modSp mod">
        <pc:chgData name="Antle, Rick" userId="c2afbbd2-30e4-4c8e-8af5-81913178ace3" providerId="ADAL" clId="{ECEF0880-2757-4ADC-83E4-D4AA00B845B8}" dt="2021-09-28T19:27:15.934" v="47" actId="20577"/>
        <pc:sldMkLst>
          <pc:docMk/>
          <pc:sldMk cId="1747166357" sldId="260"/>
        </pc:sldMkLst>
      </pc:sldChg>
      <pc:sldChg chg="addSp delSp modSp mod modAnim">
        <pc:chgData name="Antle, Rick" userId="c2afbbd2-30e4-4c8e-8af5-81913178ace3" providerId="ADAL" clId="{ECEF0880-2757-4ADC-83E4-D4AA00B845B8}" dt="2021-09-28T23:05:18.219" v="337"/>
        <pc:sldMkLst>
          <pc:docMk/>
          <pc:sldMk cId="499498318" sldId="261"/>
        </pc:sldMkLst>
      </pc:sldChg>
      <pc:sldChg chg="modSp mod">
        <pc:chgData name="Antle, Rick" userId="c2afbbd2-30e4-4c8e-8af5-81913178ace3" providerId="ADAL" clId="{ECEF0880-2757-4ADC-83E4-D4AA00B845B8}" dt="2021-09-28T19:25:16.700" v="12" actId="20577"/>
        <pc:sldMkLst>
          <pc:docMk/>
          <pc:sldMk cId="554654503" sldId="262"/>
        </pc:sldMkLst>
      </pc:sldChg>
      <pc:sldChg chg="modSp mod">
        <pc:chgData name="Antle, Rick" userId="c2afbbd2-30e4-4c8e-8af5-81913178ace3" providerId="ADAL" clId="{ECEF0880-2757-4ADC-83E4-D4AA00B845B8}" dt="2021-09-28T19:26:36.233" v="34" actId="20577"/>
        <pc:sldMkLst>
          <pc:docMk/>
          <pc:sldMk cId="1999203941" sldId="263"/>
        </pc:sldMkLst>
      </pc:sldChg>
      <pc:sldChg chg="delSp modSp mod ord delAnim modAnim">
        <pc:chgData name="Antle, Rick" userId="c2afbbd2-30e4-4c8e-8af5-81913178ace3" providerId="ADAL" clId="{ECEF0880-2757-4ADC-83E4-D4AA00B845B8}" dt="2021-09-28T22:57:55.141" v="304"/>
        <pc:sldMkLst>
          <pc:docMk/>
          <pc:sldMk cId="1091495425" sldId="264"/>
        </pc:sldMkLst>
      </pc:sldChg>
      <pc:sldChg chg="addSp delSp modSp new mod ord modAnim">
        <pc:chgData name="Antle, Rick" userId="c2afbbd2-30e4-4c8e-8af5-81913178ace3" providerId="ADAL" clId="{ECEF0880-2757-4ADC-83E4-D4AA00B845B8}" dt="2021-09-29T01:00:19.421" v="1855"/>
        <pc:sldMkLst>
          <pc:docMk/>
          <pc:sldMk cId="1714363921" sldId="265"/>
        </pc:sldMkLst>
      </pc:sldChg>
      <pc:sldChg chg="addSp delSp modSp add mod ord modAnim">
        <pc:chgData name="Antle, Rick" userId="c2afbbd2-30e4-4c8e-8af5-81913178ace3" providerId="ADAL" clId="{ECEF0880-2757-4ADC-83E4-D4AA00B845B8}" dt="2021-09-29T00:54:46.993" v="1318"/>
        <pc:sldMkLst>
          <pc:docMk/>
          <pc:sldMk cId="482328675" sldId="266"/>
        </pc:sldMkLst>
      </pc:sldChg>
      <pc:sldChg chg="addSp delSp modSp add mod delAnim modAnim">
        <pc:chgData name="Antle, Rick" userId="c2afbbd2-30e4-4c8e-8af5-81913178ace3" providerId="ADAL" clId="{ECEF0880-2757-4ADC-83E4-D4AA00B845B8}" dt="2021-09-28T23:26:44.546" v="509"/>
        <pc:sldMkLst>
          <pc:docMk/>
          <pc:sldMk cId="4008792197" sldId="267"/>
        </pc:sldMkLst>
      </pc:sldChg>
      <pc:sldChg chg="modSp new mod modAnim">
        <pc:chgData name="Antle, Rick" userId="c2afbbd2-30e4-4c8e-8af5-81913178ace3" providerId="ADAL" clId="{ECEF0880-2757-4ADC-83E4-D4AA00B845B8}" dt="2021-09-29T00:55:50.836" v="1319"/>
        <pc:sldMkLst>
          <pc:docMk/>
          <pc:sldMk cId="2603423410" sldId="268"/>
        </pc:sldMkLst>
      </pc:sldChg>
      <pc:sldChg chg="add del">
        <pc:chgData name="Antle, Rick" userId="c2afbbd2-30e4-4c8e-8af5-81913178ace3" providerId="ADAL" clId="{ECEF0880-2757-4ADC-83E4-D4AA00B845B8}" dt="2021-09-28T23:51:15.182" v="970" actId="47"/>
        <pc:sldMkLst>
          <pc:docMk/>
          <pc:sldMk cId="3203362433" sldId="269"/>
        </pc:sldMkLst>
      </pc:sldChg>
      <pc:sldChg chg="modSp add mod">
        <pc:chgData name="Antle, Rick" userId="c2afbbd2-30e4-4c8e-8af5-81913178ace3" providerId="ADAL" clId="{ECEF0880-2757-4ADC-83E4-D4AA00B845B8}" dt="2021-09-28T23:51:05.333" v="969" actId="166"/>
        <pc:sldMkLst>
          <pc:docMk/>
          <pc:sldMk cId="1260293713" sldId="270"/>
        </pc:sldMkLst>
      </pc:sldChg>
      <pc:sldChg chg="addSp delSp modSp add mod delAnim modAnim">
        <pc:chgData name="Antle, Rick" userId="c2afbbd2-30e4-4c8e-8af5-81913178ace3" providerId="ADAL" clId="{ECEF0880-2757-4ADC-83E4-D4AA00B845B8}" dt="2021-09-29T01:20:31.781" v="1976"/>
        <pc:sldMkLst>
          <pc:docMk/>
          <pc:sldMk cId="3727887819" sldId="271"/>
        </pc:sldMkLst>
      </pc:sldChg>
      <pc:sldChg chg="modSp new mod">
        <pc:chgData name="Antle, Rick" userId="c2afbbd2-30e4-4c8e-8af5-81913178ace3" providerId="ADAL" clId="{ECEF0880-2757-4ADC-83E4-D4AA00B845B8}" dt="2021-09-29T00:59:55.226" v="1853" actId="20577"/>
        <pc:sldMkLst>
          <pc:docMk/>
          <pc:sldMk cId="1072196383" sldId="272"/>
        </pc:sldMkLst>
      </pc:sldChg>
      <pc:sldChg chg="modSp add mod modAnim">
        <pc:chgData name="Antle, Rick" userId="c2afbbd2-30e4-4c8e-8af5-81913178ace3" providerId="ADAL" clId="{ECEF0880-2757-4ADC-83E4-D4AA00B845B8}" dt="2021-09-29T01:24:13.375" v="2267" actId="20577"/>
        <pc:sldMkLst>
          <pc:docMk/>
          <pc:sldMk cId="2299720992" sldId="273"/>
        </pc:sldMkLst>
      </pc:sldChg>
    </pc:docChg>
  </pc:docChgLst>
  <pc:docChgLst>
    <pc:chgData name="Antle, Rick" userId="c2afbbd2-30e4-4c8e-8af5-81913178ace3" providerId="ADAL" clId="{5A6A349B-687D-4591-8FD8-58789E9FAFD3}"/>
    <pc:docChg chg="modSld modMainMaster modShowInfo">
      <pc:chgData name="Antle, Rick" userId="c2afbbd2-30e4-4c8e-8af5-81913178ace3" providerId="ADAL" clId="{5A6A349B-687D-4591-8FD8-58789E9FAFD3}" dt="2020-09-28T01:31:49.596" v="167" actId="2744"/>
      <pc:docMkLst>
        <pc:docMk/>
      </pc:docMkLst>
      <pc:sldChg chg="modSp setBg">
        <pc:chgData name="Antle, Rick" userId="c2afbbd2-30e4-4c8e-8af5-81913178ace3" providerId="ADAL" clId="{5A6A349B-687D-4591-8FD8-58789E9FAFD3}" dt="2020-09-27T23:12:16.674" v="3" actId="207"/>
        <pc:sldMkLst>
          <pc:docMk/>
          <pc:sldMk cId="167050150" sldId="256"/>
        </pc:sldMkLst>
      </pc:sldChg>
      <pc:sldChg chg="modSp">
        <pc:chgData name="Antle, Rick" userId="c2afbbd2-30e4-4c8e-8af5-81913178ace3" providerId="ADAL" clId="{5A6A349B-687D-4591-8FD8-58789E9FAFD3}" dt="2020-09-27T23:17:04.910" v="77" actId="207"/>
        <pc:sldMkLst>
          <pc:docMk/>
          <pc:sldMk cId="1747166357" sldId="260"/>
        </pc:sldMkLst>
      </pc:sldChg>
      <pc:sldChg chg="addSp modSp mod">
        <pc:chgData name="Antle, Rick" userId="c2afbbd2-30e4-4c8e-8af5-81913178ace3" providerId="ADAL" clId="{5A6A349B-687D-4591-8FD8-58789E9FAFD3}" dt="2020-09-28T00:18:51.471" v="152" actId="20577"/>
        <pc:sldMkLst>
          <pc:docMk/>
          <pc:sldMk cId="499498318" sldId="261"/>
        </pc:sldMkLst>
      </pc:sldChg>
      <pc:sldChg chg="modSp mod">
        <pc:chgData name="Antle, Rick" userId="c2afbbd2-30e4-4c8e-8af5-81913178ace3" providerId="ADAL" clId="{5A6A349B-687D-4591-8FD8-58789E9FAFD3}" dt="2020-09-28T00:18:02.560" v="120" actId="20577"/>
        <pc:sldMkLst>
          <pc:docMk/>
          <pc:sldMk cId="554654503" sldId="262"/>
        </pc:sldMkLst>
      </pc:sldChg>
      <pc:sldChg chg="modSp mod">
        <pc:chgData name="Antle, Rick" userId="c2afbbd2-30e4-4c8e-8af5-81913178ace3" providerId="ADAL" clId="{5A6A349B-687D-4591-8FD8-58789E9FAFD3}" dt="2020-09-27T23:15:29.666" v="68" actId="20577"/>
        <pc:sldMkLst>
          <pc:docMk/>
          <pc:sldMk cId="1999203941" sldId="263"/>
        </pc:sldMkLst>
      </pc:sldChg>
      <pc:sldChg chg="modSp mod">
        <pc:chgData name="Antle, Rick" userId="c2afbbd2-30e4-4c8e-8af5-81913178ace3" providerId="ADAL" clId="{5A6A349B-687D-4591-8FD8-58789E9FAFD3}" dt="2020-09-28T00:19:26.698" v="166" actId="20577"/>
        <pc:sldMkLst>
          <pc:docMk/>
          <pc:sldMk cId="1091495425" sldId="264"/>
        </pc:sldMkLst>
      </pc:sldChg>
      <pc:sldMasterChg chg="setBg modSldLayout">
        <pc:chgData name="Antle, Rick" userId="c2afbbd2-30e4-4c8e-8af5-81913178ace3" providerId="ADAL" clId="{5A6A349B-687D-4591-8FD8-58789E9FAFD3}" dt="2020-09-27T23:12:02.426" v="2"/>
        <pc:sldMasterMkLst>
          <pc:docMk/>
          <pc:sldMasterMk cId="803388900" sldId="2147483648"/>
        </pc:sldMasterMkLst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985540277" sldId="2147483649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3071878256" sldId="2147483650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4026582898" sldId="2147483651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705924016" sldId="2147483652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1390230832" sldId="2147483653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168642164" sldId="2147483654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791534633" sldId="2147483655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1936132518" sldId="2147483656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1177567823" sldId="2147483657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2058313791" sldId="2147483658"/>
          </pc:sldLayoutMkLst>
        </pc:sldLayoutChg>
        <pc:sldLayoutChg chg="setBg">
          <pc:chgData name="Antle, Rick" userId="c2afbbd2-30e4-4c8e-8af5-81913178ace3" providerId="ADAL" clId="{5A6A349B-687D-4591-8FD8-58789E9FAFD3}" dt="2020-09-27T23:12:02.426" v="2"/>
          <pc:sldLayoutMkLst>
            <pc:docMk/>
            <pc:sldMasterMk cId="803388900" sldId="2147483648"/>
            <pc:sldLayoutMk cId="864882208" sldId="2147483659"/>
          </pc:sldLayoutMkLst>
        </pc:sldLayoutChg>
      </pc:sldMasterChg>
    </pc:docChg>
  </pc:docChgLst>
  <pc:docChgLst>
    <pc:chgData name="Antle, Rick" userId="S::rick.antle@yale.edu::c2afbbd2-30e4-4c8e-8af5-81913178ace3" providerId="AD" clId="Web-{E8F83B8D-8602-E87B-5B08-CE9A35FAB997}"/>
    <pc:docChg chg="modSld">
      <pc:chgData name="Antle, Rick" userId="S::rick.antle@yale.edu::c2afbbd2-30e4-4c8e-8af5-81913178ace3" providerId="AD" clId="Web-{E8F83B8D-8602-E87B-5B08-CE9A35FAB997}" dt="2025-02-10T13:49:03.502" v="10" actId="20577"/>
      <pc:docMkLst>
        <pc:docMk/>
      </pc:docMkLst>
      <pc:sldChg chg="modSp">
        <pc:chgData name="Antle, Rick" userId="S::rick.antle@yale.edu::c2afbbd2-30e4-4c8e-8af5-81913178ace3" providerId="AD" clId="Web-{E8F83B8D-8602-E87B-5B08-CE9A35FAB997}" dt="2025-02-10T13:49:03.502" v="10" actId="20577"/>
        <pc:sldMkLst>
          <pc:docMk/>
          <pc:sldMk cId="4008792197" sldId="267"/>
        </pc:sldMkLst>
        <pc:spChg chg="mod">
          <ac:chgData name="Antle, Rick" userId="S::rick.antle@yale.edu::c2afbbd2-30e4-4c8e-8af5-81913178ace3" providerId="AD" clId="Web-{E8F83B8D-8602-E87B-5B08-CE9A35FAB997}" dt="2025-02-10T13:49:03.502" v="10" actId="20577"/>
          <ac:spMkLst>
            <pc:docMk/>
            <pc:sldMk cId="4008792197" sldId="267"/>
            <ac:spMk id="2" creationId="{6EBD5A48-FAFC-45C7-B1B1-09A296BF0AE6}"/>
          </ac:spMkLst>
        </pc:spChg>
      </pc:sldChg>
    </pc:docChg>
  </pc:docChgLst>
</pc:chgInfo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D7DBD1-5965-4384-B120-E01B059F2539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BC12C4-9F40-425E-B79A-83F958E41E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16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4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878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82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00113"/>
            <a:ext cx="4038600" cy="25455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924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0230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642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534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132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567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83137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BCB5-4EBA-B044-B58F-654EAA50EE69}" type="datetimeFigureOut">
              <a:rPr lang="en-US" smtClean="0"/>
              <a:t>2/8/26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882208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23D0EC-80C4-8847-865B-F1D3B6DD8B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33889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FFFFFF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rgbClr val="FFFFFF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rgbClr val="FFFFFF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rgbClr val="FFFFFF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rgbClr val="FFFFF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7211" y="1597819"/>
            <a:ext cx="8756315" cy="1102519"/>
          </a:xfrm>
        </p:spPr>
        <p:txBody>
          <a:bodyPr>
            <a:normAutofit fontScale="90000"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Georgia"/>
              </a:rPr>
              <a:t>ACCT 2700</a:t>
            </a:r>
            <a:br>
              <a:rPr lang="en-US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CADCFC"/>
                </a:solidFill>
                <a:latin typeface="Georgia"/>
              </a:rPr>
              <a:t>Foundations of Accounting &amp; 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000">
                <a:solidFill>
                  <a:srgbClr val="E8C547"/>
                </a:solidFill>
                <a:latin typeface="Calibri"/>
              </a:rPr>
              <a:t>Session 9: Continuation of 165 Whitney Associates LLC</a:t>
            </a:r>
          </a:p>
          <a:p>
            <a:endParaRPr lang="en-US">
              <a:solidFill>
                <a:srgbClr val="E8C54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50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  <a:solidFill>
            <a:srgbClr val="0F2B46"/>
          </a:solidFill>
          <a:ln w="12700"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  <a:solidFill>
            <a:srgbClr val="B8860B"/>
          </a:solidFill>
          <a:ln w="12700">
            <a:solidFill>
              <a:srgbClr val="9A72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669454" y="2133144"/>
            <a:ext cx="1616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 xml:space="preserve">To coupon and </a:t>
            </a:r>
          </a:p>
          <a:p>
            <a:r>
              <a:rPr lang="en-US" dirty="0"/>
              <a:t>face payments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04242" y="797042"/>
            <a:ext cx="3450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 xml:space="preserve">Equity </a:t>
            </a:r>
          </a:p>
          <a:p>
            <a:pPr marL="171450" indent="-171450">
              <a:buFontTx/>
              <a:buChar char="-"/>
            </a:pPr>
            <a:r>
              <a:rPr lang="en-US" dirty="0"/>
              <a:t>Right to share benefits of 165WA</a:t>
            </a:r>
          </a:p>
          <a:p>
            <a:pPr algn="ctr"/>
            <a:r>
              <a:rPr lang="en-US" dirty="0"/>
              <a:t>(i.e., get some $ in the future)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D5A48-FAFC-45C7-B1B1-09A296BF0AE6}"/>
              </a:ext>
            </a:extLst>
          </p:cNvPr>
          <p:cNvSpPr txBox="1"/>
          <p:nvPr/>
        </p:nvSpPr>
        <p:spPr>
          <a:xfrm>
            <a:off x="6625524" y="294467"/>
            <a:ext cx="1745991" cy="369332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dirty="0"/>
              <a:t>On Feb 2, 2026:</a:t>
            </a:r>
          </a:p>
        </p:txBody>
      </p:sp>
      <p:sp>
        <p:nvSpPr>
          <p:cNvPr id="15" name="Can 2">
            <a:extLst>
              <a:ext uri="{FF2B5EF4-FFF2-40B4-BE49-F238E27FC236}">
                <a16:creationId xmlns:a16="http://schemas.microsoft.com/office/drawing/2014/main" id="{7F6BCF96-795A-4DB3-8907-8CF17B861D1D}"/>
              </a:ext>
            </a:extLst>
          </p:cNvPr>
          <p:cNvSpPr/>
          <p:nvPr/>
        </p:nvSpPr>
        <p:spPr>
          <a:xfrm>
            <a:off x="3977228" y="501374"/>
            <a:ext cx="649989" cy="398986"/>
          </a:xfrm>
          <a:prstGeom prst="roundRect">
            <a:avLst/>
          </a:prstGeom>
          <a:solidFill>
            <a:srgbClr val="E8C547"/>
          </a:solidFill>
          <a:ln w="12700">
            <a:solidFill>
              <a:srgbClr val="9A72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F2B46"/>
                </a:solidFill>
              </a:rPr>
              <a:t>$ 50k</a:t>
            </a:r>
          </a:p>
        </p:txBody>
      </p:sp>
      <p:sp>
        <p:nvSpPr>
          <p:cNvPr id="3" name="Scroll: Vertical 2">
            <a:extLst>
              <a:ext uri="{FF2B5EF4-FFF2-40B4-BE49-F238E27FC236}">
                <a16:creationId xmlns:a16="http://schemas.microsoft.com/office/drawing/2014/main" id="{27B48A4D-3E3E-4B49-AAB1-C8B16429C14F}"/>
              </a:ext>
            </a:extLst>
          </p:cNvPr>
          <p:cNvSpPr/>
          <p:nvPr/>
        </p:nvSpPr>
        <p:spPr>
          <a:xfrm>
            <a:off x="3728279" y="2464903"/>
            <a:ext cx="1245704" cy="583096"/>
          </a:xfrm>
          <a:prstGeom prst="verticalScroll">
            <a:avLst/>
          </a:prstGeom>
          <a:solidFill>
            <a:srgbClr val="4D648D"/>
          </a:solidFill>
          <a:ln w="12700">
            <a:solidFill>
              <a:srgbClr val="3A4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Rights</a:t>
            </a:r>
          </a:p>
        </p:txBody>
      </p:sp>
      <p:sp>
        <p:nvSpPr>
          <p:cNvPr id="17" name="Scroll: Vertical 16">
            <a:extLst>
              <a:ext uri="{FF2B5EF4-FFF2-40B4-BE49-F238E27FC236}">
                <a16:creationId xmlns:a16="http://schemas.microsoft.com/office/drawing/2014/main" id="{79546F6B-00BB-497E-871C-FC5383B52096}"/>
              </a:ext>
            </a:extLst>
          </p:cNvPr>
          <p:cNvSpPr/>
          <p:nvPr/>
        </p:nvSpPr>
        <p:spPr>
          <a:xfrm>
            <a:off x="859183" y="3350590"/>
            <a:ext cx="1245704" cy="583096"/>
          </a:xfrm>
          <a:prstGeom prst="verticalScroll">
            <a:avLst/>
          </a:prstGeom>
          <a:solidFill>
            <a:srgbClr val="4D648D"/>
          </a:solidFill>
          <a:ln w="12700">
            <a:solidFill>
              <a:srgbClr val="3A4D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Rights</a:t>
            </a:r>
          </a:p>
        </p:txBody>
      </p:sp>
    </p:spTree>
    <p:extLst>
      <p:ext uri="{BB962C8B-B14F-4D97-AF65-F5344CB8AC3E}">
        <p14:creationId xmlns:p14="http://schemas.microsoft.com/office/powerpoint/2010/main" val="400879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3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1.11111E-6 L 0.00347 0.38087 " pathEditMode="relative" rAng="0" ptsTypes="AA">
                                      <p:cBhvr>
                                        <p:cTn id="1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4" y="1904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2.46914E-6 L -0.00538 -0.39969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43" y="-204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348 0.38086 L -0.31111 0.54815 " pathEditMode="relative" rAng="0" ptsTypes="AA">
                                      <p:cBhvr>
                                        <p:cTn id="35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556" y="86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69136E-6 L 0.31389 -0.17222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764" y="-8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5" grpId="0" animBg="1"/>
      <p:bldP spid="81" grpId="0"/>
      <p:bldP spid="108" grpId="0"/>
      <p:bldP spid="15" grpId="0" animBg="1"/>
      <p:bldP spid="15" grpId="1" animBg="1"/>
      <p:bldP spid="15" grpId="2" animBg="1"/>
      <p:bldP spid="3" grpId="0" animBg="1"/>
      <p:bldP spid="3" grpId="1" animBg="1"/>
      <p:bldP spid="17" grpId="0" animBg="1"/>
      <p:bldP spid="17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  <a:solidFill>
            <a:srgbClr val="0F2B46"/>
          </a:solidFill>
          <a:ln w="12700"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cxnSp>
        <p:nvCxnSpPr>
          <p:cNvPr id="18" name="Straight Arrow Connector 17"/>
          <p:cNvCxnSpPr/>
          <p:nvPr/>
        </p:nvCxnSpPr>
        <p:spPr>
          <a:xfrm flipH="1">
            <a:off x="4154560" y="1124390"/>
            <a:ext cx="4248" cy="48973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4533254" y="1124391"/>
            <a:ext cx="1863" cy="47397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  <a:solidFill>
            <a:srgbClr val="B8860B"/>
          </a:solidFill>
          <a:ln w="12700">
            <a:solidFill>
              <a:srgbClr val="9A72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cxnSp>
        <p:nvCxnSpPr>
          <p:cNvPr id="67" name="Straight Arrow Connector 66"/>
          <p:cNvCxnSpPr>
            <a:endCxn id="65" idx="6"/>
          </p:cNvCxnSpPr>
          <p:nvPr/>
        </p:nvCxnSpPr>
        <p:spPr>
          <a:xfrm flipH="1">
            <a:off x="2297052" y="3219315"/>
            <a:ext cx="744511" cy="353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2231756" y="2926526"/>
            <a:ext cx="742148" cy="377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3039944" y="1124155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$50,000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9594" y="2168483"/>
            <a:ext cx="1953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Right to coupon</a:t>
            </a:r>
          </a:p>
          <a:p>
            <a:r>
              <a:rPr lang="en-US"/>
              <a:t>and face payments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2381919" y="3735413"/>
            <a:ext cx="9444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$50,000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03860" y="889807"/>
            <a:ext cx="377000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Equity:</a:t>
            </a:r>
          </a:p>
          <a:p>
            <a:pPr marL="171450" indent="-171450">
              <a:buFontTx/>
              <a:buChar char="-"/>
            </a:pPr>
            <a:r>
              <a:rPr lang="en-US"/>
              <a:t>Right to share benefits of 165WA</a:t>
            </a:r>
          </a:p>
          <a:p>
            <a:pPr marL="171450" indent="-171450">
              <a:buFontTx/>
              <a:buChar char="-"/>
            </a:pPr>
            <a:r>
              <a:rPr lang="en-US" err="1"/>
              <a:t>i.e</a:t>
            </a:r>
            <a:r>
              <a:rPr lang="en-US"/>
              <a:t>, Cash to be distributed by 165WA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BD5A48-FAFC-45C7-B1B1-09A296BF0AE6}"/>
              </a:ext>
            </a:extLst>
          </p:cNvPr>
          <p:cNvSpPr txBox="1"/>
          <p:nvPr/>
        </p:nvSpPr>
        <p:spPr>
          <a:xfrm>
            <a:off x="6625524" y="294467"/>
            <a:ext cx="17459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On Feb 2, 2026</a:t>
            </a:r>
          </a:p>
        </p:txBody>
      </p:sp>
    </p:spTree>
    <p:extLst>
      <p:ext uri="{BB962C8B-B14F-4D97-AF65-F5344CB8AC3E}">
        <p14:creationId xmlns:p14="http://schemas.microsoft.com/office/powerpoint/2010/main" val="499498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  <a:solidFill>
            <a:srgbClr val="0F2B46"/>
          </a:solidFill>
          <a:ln w="12700"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  <a:solidFill>
            <a:srgbClr val="B8860B"/>
          </a:solidFill>
          <a:ln w="12700">
            <a:solidFill>
              <a:srgbClr val="9A72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cxnSp>
        <p:nvCxnSpPr>
          <p:cNvPr id="67" name="Straight Arrow Connector 66"/>
          <p:cNvCxnSpPr>
            <a:endCxn id="65" idx="6"/>
          </p:cNvCxnSpPr>
          <p:nvPr/>
        </p:nvCxnSpPr>
        <p:spPr>
          <a:xfrm flipH="1">
            <a:off x="2297052" y="3219315"/>
            <a:ext cx="744511" cy="353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2231756" y="2926526"/>
            <a:ext cx="742148" cy="377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235059" y="3777855"/>
            <a:ext cx="26344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 xml:space="preserve">Reduction in right to </a:t>
            </a:r>
          </a:p>
          <a:p>
            <a:r>
              <a:rPr lang="en-US"/>
              <a:t>receive coupon payments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824807" y="2500558"/>
            <a:ext cx="1119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$1,158.03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5524" y="294467"/>
            <a:ext cx="217162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Every 6 months from</a:t>
            </a:r>
          </a:p>
          <a:p>
            <a:r>
              <a:rPr lang="en-US" b="1" dirty="0"/>
              <a:t>August 2, 2026 to</a:t>
            </a:r>
          </a:p>
          <a:p>
            <a:r>
              <a:rPr lang="en-US" b="1" dirty="0"/>
              <a:t>August 2, 2055</a:t>
            </a:r>
          </a:p>
        </p:txBody>
      </p:sp>
    </p:spTree>
    <p:extLst>
      <p:ext uri="{BB962C8B-B14F-4D97-AF65-F5344CB8AC3E}">
        <p14:creationId xmlns:p14="http://schemas.microsoft.com/office/powerpoint/2010/main" val="554654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9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973904" y="1614127"/>
            <a:ext cx="2694400" cy="2276872"/>
          </a:xfrm>
          <a:prstGeom prst="ellipse">
            <a:avLst/>
          </a:prstGeom>
          <a:solidFill>
            <a:srgbClr val="0F2B46"/>
          </a:solidFill>
          <a:ln w="12700"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4" y="139820"/>
            <a:ext cx="1143906" cy="984570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65" name="Oval 64"/>
          <p:cNvSpPr/>
          <p:nvPr/>
        </p:nvSpPr>
        <p:spPr>
          <a:xfrm>
            <a:off x="658678" y="2875699"/>
            <a:ext cx="1638374" cy="1394084"/>
          </a:xfrm>
          <a:prstGeom prst="ellipse">
            <a:avLst/>
          </a:prstGeom>
          <a:solidFill>
            <a:srgbClr val="B8860B"/>
          </a:solidFill>
          <a:ln w="12700">
            <a:solidFill>
              <a:srgbClr val="9A72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/>
              <a:t>US Government</a:t>
            </a:r>
          </a:p>
        </p:txBody>
      </p:sp>
      <p:cxnSp>
        <p:nvCxnSpPr>
          <p:cNvPr id="67" name="Straight Arrow Connector 66"/>
          <p:cNvCxnSpPr>
            <a:endCxn id="65" idx="6"/>
          </p:cNvCxnSpPr>
          <p:nvPr/>
        </p:nvCxnSpPr>
        <p:spPr>
          <a:xfrm flipH="1">
            <a:off x="2297052" y="3219315"/>
            <a:ext cx="744511" cy="35342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/>
          <p:cNvCxnSpPr/>
          <p:nvPr/>
        </p:nvCxnSpPr>
        <p:spPr>
          <a:xfrm flipV="1">
            <a:off x="2231756" y="2926526"/>
            <a:ext cx="742148" cy="37707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2208509" y="3823908"/>
            <a:ext cx="196124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Elimination of</a:t>
            </a:r>
          </a:p>
          <a:p>
            <a:r>
              <a:rPr lang="en-US"/>
              <a:t>all rights to receive</a:t>
            </a:r>
          </a:p>
          <a:p>
            <a:r>
              <a:rPr lang="en-US"/>
              <a:t>payments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230926" y="1802795"/>
            <a:ext cx="140455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$1,158.03</a:t>
            </a:r>
          </a:p>
          <a:p>
            <a:r>
              <a:rPr lang="en-US" dirty="0"/>
              <a:t>+ $57,901.64</a:t>
            </a:r>
          </a:p>
          <a:p>
            <a:r>
              <a:rPr lang="en-US" dirty="0"/>
              <a:t>= $59,059.67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5524" y="294467"/>
            <a:ext cx="2101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February 2, 2056</a:t>
            </a:r>
          </a:p>
        </p:txBody>
      </p:sp>
    </p:spTree>
    <p:extLst>
      <p:ext uri="{BB962C8B-B14F-4D97-AF65-F5344CB8AC3E}">
        <p14:creationId xmlns:p14="http://schemas.microsoft.com/office/powerpoint/2010/main" val="1999203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9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AccentBar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0F2B4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2818921" y="1629624"/>
            <a:ext cx="3101432" cy="2826137"/>
          </a:xfrm>
          <a:prstGeom prst="ellipse">
            <a:avLst/>
          </a:prstGeom>
          <a:solidFill>
            <a:srgbClr val="0F2B46"/>
          </a:solidFill>
          <a:ln w="12700">
            <a:solidFill>
              <a:srgbClr val="0A1F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165 Whitney Associates, LLC</a:t>
            </a:r>
          </a:p>
        </p:txBody>
      </p:sp>
      <p:sp>
        <p:nvSpPr>
          <p:cNvPr id="10" name="Oval 9"/>
          <p:cNvSpPr/>
          <p:nvPr/>
        </p:nvSpPr>
        <p:spPr>
          <a:xfrm>
            <a:off x="3759953" y="139819"/>
            <a:ext cx="1238249" cy="1115543"/>
          </a:xfrm>
          <a:prstGeom prst="ellipse">
            <a:avLst/>
          </a:prstGeom>
          <a:solidFill>
            <a:srgbClr val="2E86AB"/>
          </a:solidFill>
          <a:ln w="12700">
            <a:solidFill>
              <a:srgbClr val="1E6B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/>
              <a:t>Us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6625524" y="306993"/>
            <a:ext cx="215911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On February 2, 2056.</a:t>
            </a:r>
          </a:p>
          <a:p>
            <a:r>
              <a:rPr lang="en-US" dirty="0"/>
              <a:t>End of the day</a:t>
            </a:r>
          </a:p>
        </p:txBody>
      </p:sp>
      <p:sp>
        <p:nvSpPr>
          <p:cNvPr id="3" name="Can 2"/>
          <p:cNvSpPr/>
          <p:nvPr/>
        </p:nvSpPr>
        <p:spPr>
          <a:xfrm>
            <a:off x="3670890" y="3698555"/>
            <a:ext cx="1386688" cy="453325"/>
          </a:xfrm>
          <a:prstGeom prst="roundRect">
            <a:avLst/>
          </a:prstGeom>
          <a:solidFill>
            <a:srgbClr val="E8C547"/>
          </a:solidFill>
          <a:ln w="12700">
            <a:solidFill>
              <a:srgbClr val="9A72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F2B46"/>
                </a:solidFill>
              </a:rPr>
              <a:t>$127,383.61</a:t>
            </a:r>
          </a:p>
        </p:txBody>
      </p:sp>
    </p:spTree>
    <p:extLst>
      <p:ext uri="{BB962C8B-B14F-4D97-AF65-F5344CB8AC3E}">
        <p14:creationId xmlns:p14="http://schemas.microsoft.com/office/powerpoint/2010/main" val="1091495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2.46914E-6 L 0.00399 -0.6268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1" y="-31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4" dur="5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3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14735-ACE5-4061-9D5A-9F480BB45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E8C547"/>
                </a:solidFill>
                <a:latin typeface="Georgia"/>
              </a:rPr>
              <a:t>Important Accounting Words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709089-1C5D-4384-8CE9-B8B44612B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rgbClr val="E8EDF2"/>
                </a:solidFill>
              </a:rPr>
              <a:t>Transactions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Contain information about value and value flows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Use that information in doing the accounting?</a:t>
            </a:r>
          </a:p>
          <a:p>
            <a:r>
              <a:rPr lang="en-US" dirty="0">
                <a:solidFill>
                  <a:srgbClr val="E8EDF2"/>
                </a:solidFill>
              </a:rPr>
              <a:t xml:space="preserve"> Adjustments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 xml:space="preserve">Do we want to use information </a:t>
            </a:r>
            <a:r>
              <a:rPr lang="en-US" i="1" dirty="0">
                <a:solidFill>
                  <a:srgbClr val="E8EDF2"/>
                </a:solidFill>
              </a:rPr>
              <a:t>from more sources than the transactions</a:t>
            </a:r>
            <a:r>
              <a:rPr lang="en-US" dirty="0">
                <a:solidFill>
                  <a:srgbClr val="E8EDF2"/>
                </a:solidFill>
              </a:rPr>
              <a:t xml:space="preserve"> in doing the accounting?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 xml:space="preserve">If yes, what kinds of information and how do we process it? </a:t>
            </a:r>
          </a:p>
        </p:txBody>
      </p:sp>
    </p:spTree>
    <p:extLst>
      <p:ext uri="{BB962C8B-B14F-4D97-AF65-F5344CB8AC3E}">
        <p14:creationId xmlns:p14="http://schemas.microsoft.com/office/powerpoint/2010/main" val="1072196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E28D-FF78-46DC-84CF-FEEDC538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1" y="205979"/>
            <a:ext cx="8335618" cy="85725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E8C547"/>
                </a:solidFill>
                <a:latin typeface="Georgia"/>
              </a:rPr>
              <a:t>What Happens if the Interest Rate in the Market Changes While 165WA Holds the Bond?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DE18-CF34-46AB-918A-83249F0F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>
              <a:solidFill>
                <a:srgbClr val="E8EDF2"/>
              </a:solidFill>
            </a:endParaRPr>
          </a:p>
          <a:p>
            <a:r>
              <a:rPr lang="en-US" dirty="0">
                <a:solidFill>
                  <a:srgbClr val="E8EDF2"/>
                </a:solidFill>
              </a:rPr>
              <a:t>Suppose that 3 years in, the market interest rate unexpectedly changes to 8.87%.</a:t>
            </a:r>
          </a:p>
          <a:p>
            <a:r>
              <a:rPr lang="en-US" dirty="0">
                <a:solidFill>
                  <a:srgbClr val="E8EDF2"/>
                </a:solidFill>
              </a:rPr>
              <a:t>Go to Excel file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What happens to the market value of the bond?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What happens to the amount of cash being collected by 165WA?</a:t>
            </a:r>
          </a:p>
        </p:txBody>
      </p:sp>
    </p:spTree>
    <p:extLst>
      <p:ext uri="{BB962C8B-B14F-4D97-AF65-F5344CB8AC3E}">
        <p14:creationId xmlns:p14="http://schemas.microsoft.com/office/powerpoint/2010/main" val="2603423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EA2EBC-F89E-EB64-F695-3C870524ED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B4900-7D35-62B3-8D3B-978131391D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1" y="205979"/>
            <a:ext cx="8335618" cy="85725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E8C547"/>
                </a:solidFill>
                <a:latin typeface="Georgia"/>
              </a:rPr>
              <a:t>What Happens if the Interest Rate in the Market Changes While 165WA Holds the Bond?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D752F-8525-4203-0942-7A4E8F939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US" dirty="0">
              <a:solidFill>
                <a:srgbClr val="E8EDF2"/>
              </a:solidFill>
            </a:endParaRPr>
          </a:p>
          <a:p>
            <a:r>
              <a:rPr lang="en-US" dirty="0">
                <a:solidFill>
                  <a:srgbClr val="E8EDF2"/>
                </a:solidFill>
              </a:rPr>
              <a:t>Suppose that 3 years in, the market interest rate unexpectedly changes to 3.87%.</a:t>
            </a:r>
          </a:p>
          <a:p>
            <a:r>
              <a:rPr lang="en-US" dirty="0">
                <a:solidFill>
                  <a:srgbClr val="E8EDF2"/>
                </a:solidFill>
              </a:rPr>
              <a:t>Go to Excel file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What happens to the market value of the bond?</a:t>
            </a:r>
          </a:p>
          <a:p>
            <a:pPr lvl="1"/>
            <a:r>
              <a:rPr lang="en-US" dirty="0">
                <a:solidFill>
                  <a:srgbClr val="E8EDF2"/>
                </a:solidFill>
              </a:rPr>
              <a:t>What happens to the amount of cash being collected by 165WA?</a:t>
            </a:r>
          </a:p>
        </p:txBody>
      </p:sp>
    </p:spTree>
    <p:extLst>
      <p:ext uri="{BB962C8B-B14F-4D97-AF65-F5344CB8AC3E}">
        <p14:creationId xmlns:p14="http://schemas.microsoft.com/office/powerpoint/2010/main" val="3358084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DE28D-FF78-46DC-84CF-FEEDC5387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391" y="205979"/>
            <a:ext cx="8335618" cy="857250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rgbClr val="E8EDF2"/>
                </a:solidFill>
              </a:rPr>
              <a:t>Big Question…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CDE18-CF34-46AB-918A-83249F0F8C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rgbClr val="E8EDF2"/>
                </a:solidFill>
              </a:rPr>
              <a:t>Do you want me to build information in market prices into my accounting for 165WA?</a:t>
            </a:r>
          </a:p>
          <a:p>
            <a:r>
              <a:rPr lang="en-US" dirty="0">
                <a:solidFill>
                  <a:srgbClr val="E8EDF2"/>
                </a:solidFill>
              </a:rPr>
              <a:t>Keep in mind, interest rates change all the time, so I will be making a lot of adjustments over the course of 165WA’s 30-year life.</a:t>
            </a:r>
          </a:p>
        </p:txBody>
      </p:sp>
    </p:spTree>
    <p:extLst>
      <p:ext uri="{BB962C8B-B14F-4D97-AF65-F5344CB8AC3E}">
        <p14:creationId xmlns:p14="http://schemas.microsoft.com/office/powerpoint/2010/main" val="2299720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2B46"/>
            </a:gs>
            <a:gs pos="100000">
              <a:srgbClr val="1B4F7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solidFill>
                  <a:srgbClr val="E8EDF2"/>
                </a:solidFill>
              </a:rPr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E8EDF2"/>
                </a:solidFill>
              </a:rPr>
              <a:t xml:space="preserve">NOTE: On Wednesday, we start the real nitty-gritty accounting part of the course. </a:t>
            </a:r>
          </a:p>
          <a:p>
            <a:r>
              <a:rPr lang="en-US" dirty="0">
                <a:solidFill>
                  <a:srgbClr val="E8EDF2"/>
                </a:solidFill>
              </a:rPr>
              <a:t xml:space="preserve">You must do the reading before class, because </a:t>
            </a:r>
            <a:r>
              <a:rPr lang="is-IS" dirty="0">
                <a:solidFill>
                  <a:srgbClr val="E8EDF2"/>
                </a:solidFill>
              </a:rPr>
              <a:t>…</a:t>
            </a:r>
            <a:endParaRPr lang="en-US" dirty="0">
              <a:solidFill>
                <a:srgbClr val="E8EDF2"/>
              </a:solidFill>
            </a:endParaRPr>
          </a:p>
          <a:p>
            <a:r>
              <a:rPr lang="en-US" dirty="0">
                <a:solidFill>
                  <a:srgbClr val="E8EDF2"/>
                </a:solidFill>
              </a:rPr>
              <a:t xml:space="preserve">HW is due </a:t>
            </a:r>
            <a:r>
              <a:rPr lang="en-US" b="1" i="1" dirty="0">
                <a:solidFill>
                  <a:srgbClr val="E8EDF2"/>
                </a:solidFill>
              </a:rPr>
              <a:t>before class</a:t>
            </a:r>
            <a:r>
              <a:rPr lang="en-US" b="1" dirty="0">
                <a:solidFill>
                  <a:srgbClr val="E8EDF2"/>
                </a:solidFill>
              </a:rPr>
              <a:t>.</a:t>
            </a:r>
          </a:p>
          <a:p>
            <a:r>
              <a:rPr lang="en-US" dirty="0">
                <a:solidFill>
                  <a:srgbClr val="E8EDF2"/>
                </a:solidFill>
              </a:rPr>
              <a:t xml:space="preserve">HW is not required to be correct – more important to try than to get it right. You should be able to get it right </a:t>
            </a:r>
            <a:r>
              <a:rPr lang="en-US" b="1" i="1" dirty="0">
                <a:solidFill>
                  <a:srgbClr val="E8EDF2"/>
                </a:solidFill>
              </a:rPr>
              <a:t>after class</a:t>
            </a:r>
            <a:r>
              <a:rPr lang="en-US" i="1" dirty="0">
                <a:solidFill>
                  <a:srgbClr val="E8EDF2"/>
                </a:solidFill>
              </a:rPr>
              <a:t>.</a:t>
            </a:r>
            <a:endParaRPr lang="en-US" dirty="0">
              <a:solidFill>
                <a:srgbClr val="E8EDF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166357"/>
      </p:ext>
    </p:extLst>
  </p:cSld>
  <p:clrMapOvr>
    <a:masterClrMapping/>
  </p:clrMapOvr>
</p:sld>
</file>

<file path=ppt/theme/theme1.xml><?xml version="1.0" encoding="utf-8"?>
<a:theme xmlns:a="http://schemas.openxmlformats.org/drawingml/2006/main" name="SOM_bknd_wide_blue">
  <a:themeElements>
    <a:clrScheme name="MidnightExecutive">
      <a:dk1>
        <a:srgbClr val="1C2833"/>
      </a:dk1>
      <a:lt1>
        <a:srgbClr val="FFFFFF"/>
      </a:lt1>
      <a:dk2>
        <a:srgbClr val="0F2B46"/>
      </a:dk2>
      <a:lt2>
        <a:srgbClr val="F7F9FC"/>
      </a:lt2>
      <a:accent1>
        <a:srgbClr val="2E86AB"/>
      </a:accent1>
      <a:accent2>
        <a:srgbClr val="E8C547"/>
      </a:accent2>
      <a:accent3>
        <a:srgbClr val="48A9A6"/>
      </a:accent3>
      <a:accent4>
        <a:srgbClr val="4D648D"/>
      </a:accent4>
      <a:accent5>
        <a:srgbClr val="1B6CA8"/>
      </a:accent5>
      <a:accent6>
        <a:srgbClr val="D4A843"/>
      </a:accent6>
      <a:hlink>
        <a:srgbClr val="2E86AB"/>
      </a:hlink>
      <a:folHlink>
        <a:srgbClr val="4D648D"/>
      </a:folHlink>
    </a:clrScheme>
    <a:fontScheme name="Office">
      <a:majorFont>
        <a:latin typeface="Georgia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000" dist="15000" dir="5400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50000" dist="15000" dir="5400000" rotWithShape="0">
              <a:srgbClr val="000000">
                <a:alpha val="18000"/>
              </a:srgbClr>
            </a:outerShdw>
          </a:effectLst>
        </a:effectStyle>
        <a:effectStyle>
          <a:effectLst>
            <a:outerShdw blurRad="50000" dist="15000" dir="5400000" rotWithShape="0">
              <a:srgbClr val="000000">
                <a:alpha val="1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SOM_bknd_wide_blue.potx</Template>
  <TotalTime>2531</TotalTime>
  <Words>451</Words>
  <Application>Microsoft Macintosh PowerPoint</Application>
  <PresentationFormat>On-screen Show (16:9)</PresentationFormat>
  <Paragraphs>76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SOM_bknd_wide_blue</vt:lpstr>
      <vt:lpstr>ACCT2700 Foundations of Accounting &amp; Valuation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Important Accounting Words</vt:lpstr>
      <vt:lpstr>What Happens if the Interest Rate in the Market Changes While 165WA Holds the Bond?</vt:lpstr>
      <vt:lpstr>What Happens if the Interest Rate in the Market Changes While 165WA Holds the Bond?</vt:lpstr>
      <vt:lpstr>Big Question…</vt:lpstr>
      <vt:lpstr>Next Time</vt:lpstr>
    </vt:vector>
  </TitlesOfParts>
  <Company>Yale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Ben Mattison</dc:creator>
  <cp:lastModifiedBy>Antle, Rick</cp:lastModifiedBy>
  <cp:revision>10</cp:revision>
  <dcterms:created xsi:type="dcterms:W3CDTF">2012-06-28T13:27:32Z</dcterms:created>
  <dcterms:modified xsi:type="dcterms:W3CDTF">2026-02-08T21:13:52Z</dcterms:modified>
</cp:coreProperties>
</file>