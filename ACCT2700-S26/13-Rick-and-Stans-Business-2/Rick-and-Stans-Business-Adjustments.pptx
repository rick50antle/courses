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60"/>
  </p:normalViewPr>
  <p:slideViewPr>
    <p:cSldViewPr>
      <p:cViewPr varScale="1">
        <p:scale>
          <a:sx n="84" d="100"/>
          <a:sy n="84" d="100"/>
        </p:scale>
        <p:origin x="845" y="34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953E82F2-FC6F-4FC2-99B2-1AD0A8196480}"/>
    <pc:docChg chg="modSld">
      <pc:chgData name="Antle, Rick" userId="c2afbbd2-30e4-4c8e-8af5-81913178ace3" providerId="ADAL" clId="{953E82F2-FC6F-4FC2-99B2-1AD0A8196480}" dt="2025-01-30T23:41:59.333" v="29" actId="20577"/>
      <pc:docMkLst>
        <pc:docMk/>
      </pc:docMkLst>
      <pc:sldChg chg="modSp mod">
        <pc:chgData name="Antle, Rick" userId="c2afbbd2-30e4-4c8e-8af5-81913178ace3" providerId="ADAL" clId="{953E82F2-FC6F-4FC2-99B2-1AD0A8196480}" dt="2025-01-30T23:41:22.295" v="13" actId="20577"/>
        <pc:sldMkLst>
          <pc:docMk/>
          <pc:sldMk cId="1375674812" sldId="271"/>
        </pc:sldMkLst>
        <pc:spChg chg="mod">
          <ac:chgData name="Antle, Rick" userId="c2afbbd2-30e4-4c8e-8af5-81913178ace3" providerId="ADAL" clId="{953E82F2-FC6F-4FC2-99B2-1AD0A8196480}" dt="2025-01-30T23:41:16.895" v="11" actId="20577"/>
          <ac:spMkLst>
            <pc:docMk/>
            <pc:sldMk cId="1375674812" sldId="271"/>
            <ac:spMk id="18462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1:22.295" v="13" actId="20577"/>
          <ac:spMkLst>
            <pc:docMk/>
            <pc:sldMk cId="1375674812" sldId="271"/>
            <ac:spMk id="18464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0:58.448" v="1" actId="20577"/>
          <ac:spMkLst>
            <pc:docMk/>
            <pc:sldMk cId="1375674812" sldId="271"/>
            <ac:spMk id="18467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1:07.567" v="7" actId="20577"/>
          <ac:spMkLst>
            <pc:docMk/>
            <pc:sldMk cId="1375674812" sldId="271"/>
            <ac:spMk id="18473" creationId="{00000000-0000-0000-0000-000000000000}"/>
          </ac:spMkLst>
        </pc:spChg>
      </pc:sldChg>
      <pc:sldChg chg="modSp mod">
        <pc:chgData name="Antle, Rick" userId="c2afbbd2-30e4-4c8e-8af5-81913178ace3" providerId="ADAL" clId="{953E82F2-FC6F-4FC2-99B2-1AD0A8196480}" dt="2025-01-30T23:41:59.333" v="29" actId="20577"/>
        <pc:sldMkLst>
          <pc:docMk/>
          <pc:sldMk cId="3160432490" sldId="273"/>
        </pc:sldMkLst>
        <pc:spChg chg="mod">
          <ac:chgData name="Antle, Rick" userId="c2afbbd2-30e4-4c8e-8af5-81913178ace3" providerId="ADAL" clId="{953E82F2-FC6F-4FC2-99B2-1AD0A8196480}" dt="2025-01-30T23:41:55.487" v="25" actId="20577"/>
          <ac:spMkLst>
            <pc:docMk/>
            <pc:sldMk cId="3160432490" sldId="273"/>
            <ac:spMk id="44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1:59.333" v="29" actId="20577"/>
          <ac:spMkLst>
            <pc:docMk/>
            <pc:sldMk cId="3160432490" sldId="273"/>
            <ac:spMk id="18462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1:40.349" v="21" actId="20577"/>
          <ac:spMkLst>
            <pc:docMk/>
            <pc:sldMk cId="3160432490" sldId="273"/>
            <ac:spMk id="18464" creationId="{00000000-0000-0000-0000-000000000000}"/>
          </ac:spMkLst>
        </pc:spChg>
        <pc:spChg chg="mod">
          <ac:chgData name="Antle, Rick" userId="c2afbbd2-30e4-4c8e-8af5-81913178ace3" providerId="ADAL" clId="{953E82F2-FC6F-4FC2-99B2-1AD0A8196480}" dt="2025-01-30T23:41:36.124" v="17" actId="20577"/>
          <ac:spMkLst>
            <pc:docMk/>
            <pc:sldMk cId="3160432490" sldId="273"/>
            <ac:spMk id="18467" creationId="{00000000-0000-0000-0000-000000000000}"/>
          </ac:spMkLst>
        </pc:spChg>
      </pc:sldChg>
    </pc:docChg>
  </pc:docChgLst>
  <pc:docChgLst>
    <pc:chgData name="Antle, Rick" userId="c2afbbd2-30e4-4c8e-8af5-81913178ace3" providerId="ADAL" clId="{75D0A26D-918D-467D-A9BA-1B2A3098CDCA}"/>
    <pc:docChg chg="custSel delSld modSld">
      <pc:chgData name="Antle, Rick" userId="c2afbbd2-30e4-4c8e-8af5-81913178ace3" providerId="ADAL" clId="{75D0A26D-918D-467D-A9BA-1B2A3098CDCA}" dt="2025-01-28T22:25:06.778" v="290" actId="20577"/>
      <pc:docMkLst>
        <pc:docMk/>
      </pc:docMkLst>
      <pc:sldChg chg="modSp mod">
        <pc:chgData name="Antle, Rick" userId="c2afbbd2-30e4-4c8e-8af5-81913178ace3" providerId="ADAL" clId="{75D0A26D-918D-467D-A9BA-1B2A3098CDCA}" dt="2025-01-28T22:25:06.778" v="290" actId="20577"/>
        <pc:sldMkLst>
          <pc:docMk/>
          <pc:sldMk cId="2464952412" sldId="256"/>
        </pc:sldMkLst>
        <pc:spChg chg="mod">
          <ac:chgData name="Antle, Rick" userId="c2afbbd2-30e4-4c8e-8af5-81913178ace3" providerId="ADAL" clId="{75D0A26D-918D-467D-A9BA-1B2A3098CDCA}" dt="2025-01-28T22:19:38.335" v="40" actId="20577"/>
          <ac:spMkLst>
            <pc:docMk/>
            <pc:sldMk cId="2464952412" sldId="256"/>
            <ac:spMk id="2" creationId="{00000000-0000-0000-0000-000000000000}"/>
          </ac:spMkLst>
        </pc:spChg>
        <pc:spChg chg="mod">
          <ac:chgData name="Antle, Rick" userId="c2afbbd2-30e4-4c8e-8af5-81913178ace3" providerId="ADAL" clId="{75D0A26D-918D-467D-A9BA-1B2A3098CDCA}" dt="2025-01-28T22:25:06.778" v="290" actId="20577"/>
          <ac:spMkLst>
            <pc:docMk/>
            <pc:sldMk cId="2464952412" sldId="256"/>
            <ac:spMk id="3" creationId="{00000000-0000-0000-0000-000000000000}"/>
          </ac:spMkLst>
        </pc:spChg>
      </pc:sldChg>
      <pc:sldChg chg="del">
        <pc:chgData name="Antle, Rick" userId="c2afbbd2-30e4-4c8e-8af5-81913178ace3" providerId="ADAL" clId="{75D0A26D-918D-467D-A9BA-1B2A3098CDCA}" dt="2025-01-28T22:20:49.231" v="119" actId="47"/>
        <pc:sldMkLst>
          <pc:docMk/>
          <pc:sldMk cId="104204649" sldId="264"/>
        </pc:sldMkLst>
      </pc:sldChg>
      <pc:sldChg chg="del">
        <pc:chgData name="Antle, Rick" userId="c2afbbd2-30e4-4c8e-8af5-81913178ace3" providerId="ADAL" clId="{75D0A26D-918D-467D-A9BA-1B2A3098CDCA}" dt="2025-01-28T22:20:49.231" v="119" actId="47"/>
        <pc:sldMkLst>
          <pc:docMk/>
          <pc:sldMk cId="3192996875" sldId="265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3881998421" sldId="266"/>
        </pc:sldMkLst>
      </pc:sldChg>
      <pc:sldChg chg="modSp mod">
        <pc:chgData name="Antle, Rick" userId="c2afbbd2-30e4-4c8e-8af5-81913178ace3" providerId="ADAL" clId="{75D0A26D-918D-467D-A9BA-1B2A3098CDCA}" dt="2025-01-28T22:22:28.706" v="231" actId="20577"/>
        <pc:sldMkLst>
          <pc:docMk/>
          <pc:sldMk cId="1495247987" sldId="270"/>
        </pc:sldMkLst>
        <pc:spChg chg="mod">
          <ac:chgData name="Antle, Rick" userId="c2afbbd2-30e4-4c8e-8af5-81913178ace3" providerId="ADAL" clId="{75D0A26D-918D-467D-A9BA-1B2A3098CDCA}" dt="2025-01-28T22:22:28.706" v="231" actId="20577"/>
          <ac:spMkLst>
            <pc:docMk/>
            <pc:sldMk cId="1495247987" sldId="270"/>
            <ac:spMk id="3" creationId="{00000000-0000-0000-0000-000000000000}"/>
          </ac:spMkLst>
        </pc:spChg>
      </pc:sldChg>
      <pc:sldChg chg="del">
        <pc:chgData name="Antle, Rick" userId="c2afbbd2-30e4-4c8e-8af5-81913178ace3" providerId="ADAL" clId="{75D0A26D-918D-467D-A9BA-1B2A3098CDCA}" dt="2025-01-28T22:23:01.690" v="232" actId="2696"/>
        <pc:sldMkLst>
          <pc:docMk/>
          <pc:sldMk cId="1212728464" sldId="276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2982045246" sldId="279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2662488845" sldId="280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1889592106" sldId="286"/>
        </pc:sldMkLst>
      </pc:sldChg>
      <pc:sldChg chg="del">
        <pc:chgData name="Antle, Rick" userId="c2afbbd2-30e4-4c8e-8af5-81913178ace3" providerId="ADAL" clId="{75D0A26D-918D-467D-A9BA-1B2A3098CDCA}" dt="2025-01-28T22:20:22.245" v="118" actId="47"/>
        <pc:sldMkLst>
          <pc:docMk/>
          <pc:sldMk cId="3597505258" sldId="287"/>
        </pc:sldMkLst>
      </pc:sldChg>
      <pc:sldChg chg="del">
        <pc:chgData name="Antle, Rick" userId="c2afbbd2-30e4-4c8e-8af5-81913178ace3" providerId="ADAL" clId="{75D0A26D-918D-467D-A9BA-1B2A3098CDCA}" dt="2025-01-28T22:20:49.231" v="119" actId="47"/>
        <pc:sldMkLst>
          <pc:docMk/>
          <pc:sldMk cId="285493023" sldId="305"/>
        </pc:sldMkLst>
      </pc:sldChg>
      <pc:sldChg chg="del">
        <pc:chgData name="Antle, Rick" userId="c2afbbd2-30e4-4c8e-8af5-81913178ace3" providerId="ADAL" clId="{75D0A26D-918D-467D-A9BA-1B2A3098CDCA}" dt="2025-01-28T22:20:49.231" v="119" actId="47"/>
        <pc:sldMkLst>
          <pc:docMk/>
          <pc:sldMk cId="1658655820" sldId="306"/>
        </pc:sldMkLst>
      </pc:sldChg>
      <pc:sldChg chg="del">
        <pc:chgData name="Antle, Rick" userId="c2afbbd2-30e4-4c8e-8af5-81913178ace3" providerId="ADAL" clId="{75D0A26D-918D-467D-A9BA-1B2A3098CDCA}" dt="2025-01-28T22:20:49.231" v="119" actId="47"/>
        <pc:sldMkLst>
          <pc:docMk/>
          <pc:sldMk cId="2885096330" sldId="307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536986541" sldId="308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1334016635" sldId="309"/>
        </pc:sldMkLst>
      </pc:sldChg>
      <pc:sldChg chg="del">
        <pc:chgData name="Antle, Rick" userId="c2afbbd2-30e4-4c8e-8af5-81913178ace3" providerId="ADAL" clId="{75D0A26D-918D-467D-A9BA-1B2A3098CDCA}" dt="2025-01-28T22:20:18.661" v="117" actId="47"/>
        <pc:sldMkLst>
          <pc:docMk/>
          <pc:sldMk cId="3580633836" sldId="310"/>
        </pc:sldMkLst>
      </pc:sldChg>
    </pc:docChg>
  </pc:docChgLst>
  <pc:docChgLst>
    <pc:chgData name="Antle, Rick" userId="c2afbbd2-30e4-4c8e-8af5-81913178ace3" providerId="ADAL" clId="{1A6E6233-9DFC-42EF-AB27-E5EC872373EE}"/>
    <pc:docChg chg="modSld">
      <pc:chgData name="Antle, Rick" userId="c2afbbd2-30e4-4c8e-8af5-81913178ace3" providerId="ADAL" clId="{1A6E6233-9DFC-42EF-AB27-E5EC872373EE}" dt="2025-01-27T19:54:38.236" v="5" actId="20577"/>
      <pc:docMkLst>
        <pc:docMk/>
      </pc:docMkLst>
      <pc:sldChg chg="modSp mod">
        <pc:chgData name="Antle, Rick" userId="c2afbbd2-30e4-4c8e-8af5-81913178ace3" providerId="ADAL" clId="{1A6E6233-9DFC-42EF-AB27-E5EC872373EE}" dt="2025-01-27T19:54:38.236" v="5" actId="20577"/>
        <pc:sldMkLst>
          <pc:docMk/>
          <pc:sldMk cId="2464952412" sldId="256"/>
        </pc:sldMkLst>
        <pc:spChg chg="mod">
          <ac:chgData name="Antle, Rick" userId="c2afbbd2-30e4-4c8e-8af5-81913178ace3" providerId="ADAL" clId="{1A6E6233-9DFC-42EF-AB27-E5EC872373EE}" dt="2025-01-27T19:54:38.236" v="5" actId="20577"/>
          <ac:spMkLst>
            <pc:docMk/>
            <pc:sldMk cId="2464952412" sldId="256"/>
            <ac:spMk id="2" creationId="{00000000-0000-0000-0000-000000000000}"/>
          </ac:spMkLst>
        </pc:spChg>
      </pc:sldChg>
    </pc:docChg>
  </pc:docChgLst>
  <pc:docChgLst>
    <pc:chgData name="Antle, Rick" userId="c2afbbd2-30e4-4c8e-8af5-81913178ace3" providerId="ADAL" clId="{734B0794-5184-3843-9838-B943A4634F55}"/>
    <pc:docChg chg="custSel addSld delSld modSld modShowInfo">
      <pc:chgData name="Antle, Rick" userId="c2afbbd2-30e4-4c8e-8af5-81913178ace3" providerId="ADAL" clId="{734B0794-5184-3843-9838-B943A4634F55}" dt="2022-09-05T20:11:08.103" v="1491" actId="2744"/>
      <pc:docMkLst>
        <pc:docMk/>
      </pc:docMkLst>
      <pc:sldChg chg="modSp mod">
        <pc:chgData name="Antle, Rick" userId="c2afbbd2-30e4-4c8e-8af5-81913178ace3" providerId="ADAL" clId="{734B0794-5184-3843-9838-B943A4634F55}" dt="2022-09-05T18:30:11.410" v="5" actId="20577"/>
        <pc:sldMkLst>
          <pc:docMk/>
          <pc:sldMk cId="2464952412" sldId="256"/>
        </pc:sldMkLst>
      </pc:sldChg>
      <pc:sldChg chg="modSp modAnim">
        <pc:chgData name="Antle, Rick" userId="c2afbbd2-30e4-4c8e-8af5-81913178ace3" providerId="ADAL" clId="{734B0794-5184-3843-9838-B943A4634F55}" dt="2022-09-05T19:02:13.257" v="1449" actId="20577"/>
        <pc:sldMkLst>
          <pc:docMk/>
          <pc:sldMk cId="104204649" sldId="264"/>
        </pc:sldMkLst>
      </pc:sldChg>
      <pc:sldChg chg="modSp mod">
        <pc:chgData name="Antle, Rick" userId="c2afbbd2-30e4-4c8e-8af5-81913178ace3" providerId="ADAL" clId="{734B0794-5184-3843-9838-B943A4634F55}" dt="2022-09-05T18:31:48.176" v="143" actId="20577"/>
        <pc:sldMkLst>
          <pc:docMk/>
          <pc:sldMk cId="3881998421" sldId="266"/>
        </pc:sldMkLst>
      </pc:sldChg>
      <pc:sldChg chg="modSp mod">
        <pc:chgData name="Antle, Rick" userId="c2afbbd2-30e4-4c8e-8af5-81913178ace3" providerId="ADAL" clId="{734B0794-5184-3843-9838-B943A4634F55}" dt="2022-09-05T18:47:33.546" v="713" actId="27636"/>
        <pc:sldMkLst>
          <pc:docMk/>
          <pc:sldMk cId="1173716847" sldId="269"/>
        </pc:sldMkLst>
      </pc:sldChg>
      <pc:sldChg chg="modSp mod">
        <pc:chgData name="Antle, Rick" userId="c2afbbd2-30e4-4c8e-8af5-81913178ace3" providerId="ADAL" clId="{734B0794-5184-3843-9838-B943A4634F55}" dt="2022-09-05T18:54:46.811" v="1372" actId="6549"/>
        <pc:sldMkLst>
          <pc:docMk/>
          <pc:sldMk cId="1495247987" sldId="270"/>
        </pc:sldMkLst>
      </pc:sldChg>
      <pc:sldChg chg="modSp mod">
        <pc:chgData name="Antle, Rick" userId="c2afbbd2-30e4-4c8e-8af5-81913178ace3" providerId="ADAL" clId="{734B0794-5184-3843-9838-B943A4634F55}" dt="2022-09-05T18:55:27.233" v="1373" actId="6549"/>
        <pc:sldMkLst>
          <pc:docMk/>
          <pc:sldMk cId="1212728464" sldId="276"/>
        </pc:sldMkLst>
      </pc:sldChg>
      <pc:sldChg chg="addSp delSp modSp mod">
        <pc:chgData name="Antle, Rick" userId="c2afbbd2-30e4-4c8e-8af5-81913178ace3" providerId="ADAL" clId="{734B0794-5184-3843-9838-B943A4634F55}" dt="2022-09-05T18:37:09.844" v="154" actId="1076"/>
        <pc:sldMkLst>
          <pc:docMk/>
          <pc:sldMk cId="2982045246" sldId="279"/>
        </pc:sldMkLst>
      </pc:sldChg>
      <pc:sldChg chg="addSp delSp modSp mod modClrScheme chgLayout">
        <pc:chgData name="Antle, Rick" userId="c2afbbd2-30e4-4c8e-8af5-81913178ace3" providerId="ADAL" clId="{734B0794-5184-3843-9838-B943A4634F55}" dt="2022-09-05T19:03:50.987" v="1478" actId="20577"/>
        <pc:sldMkLst>
          <pc:docMk/>
          <pc:sldMk cId="2662488845" sldId="280"/>
        </pc:sldMkLst>
      </pc:sldChg>
      <pc:sldChg chg="del">
        <pc:chgData name="Antle, Rick" userId="c2afbbd2-30e4-4c8e-8af5-81913178ace3" providerId="ADAL" clId="{734B0794-5184-3843-9838-B943A4634F55}" dt="2022-09-05T18:37:46.206" v="160" actId="2696"/>
        <pc:sldMkLst>
          <pc:docMk/>
          <pc:sldMk cId="3200697000" sldId="281"/>
        </pc:sldMkLst>
      </pc:sldChg>
      <pc:sldChg chg="modSp del mod">
        <pc:chgData name="Antle, Rick" userId="c2afbbd2-30e4-4c8e-8af5-81913178ace3" providerId="ADAL" clId="{734B0794-5184-3843-9838-B943A4634F55}" dt="2022-09-05T18:46:35.065" v="665" actId="2696"/>
        <pc:sldMkLst>
          <pc:docMk/>
          <pc:sldMk cId="131289833" sldId="282"/>
        </pc:sldMkLst>
      </pc:sldChg>
      <pc:sldChg chg="del">
        <pc:chgData name="Antle, Rick" userId="c2afbbd2-30e4-4c8e-8af5-81913178ace3" providerId="ADAL" clId="{734B0794-5184-3843-9838-B943A4634F55}" dt="2022-09-05T18:38:35.980" v="162" actId="2696"/>
        <pc:sldMkLst>
          <pc:docMk/>
          <pc:sldMk cId="4249518447" sldId="283"/>
        </pc:sldMkLst>
      </pc:sldChg>
      <pc:sldChg chg="modSp del mod">
        <pc:chgData name="Antle, Rick" userId="c2afbbd2-30e4-4c8e-8af5-81913178ace3" providerId="ADAL" clId="{734B0794-5184-3843-9838-B943A4634F55}" dt="2022-09-05T18:46:36.861" v="666" actId="2696"/>
        <pc:sldMkLst>
          <pc:docMk/>
          <pc:sldMk cId="4186657827" sldId="284"/>
        </pc:sldMkLst>
      </pc:sldChg>
      <pc:sldChg chg="delSp del mod">
        <pc:chgData name="Antle, Rick" userId="c2afbbd2-30e4-4c8e-8af5-81913178ace3" providerId="ADAL" clId="{734B0794-5184-3843-9838-B943A4634F55}" dt="2022-09-05T18:46:38.792" v="667" actId="2696"/>
        <pc:sldMkLst>
          <pc:docMk/>
          <pc:sldMk cId="580298891" sldId="285"/>
        </pc:sldMkLst>
      </pc:sldChg>
      <pc:sldChg chg="modSp mod">
        <pc:chgData name="Antle, Rick" userId="c2afbbd2-30e4-4c8e-8af5-81913178ace3" providerId="ADAL" clId="{734B0794-5184-3843-9838-B943A4634F55}" dt="2022-09-05T19:03:42.235" v="1477" actId="20577"/>
        <pc:sldMkLst>
          <pc:docMk/>
          <pc:sldMk cId="1889592106" sldId="286"/>
        </pc:sldMkLst>
      </pc:sldChg>
      <pc:sldChg chg="addSp new">
        <pc:chgData name="Antle, Rick" userId="c2afbbd2-30e4-4c8e-8af5-81913178ace3" providerId="ADAL" clId="{734B0794-5184-3843-9838-B943A4634F55}" dt="2022-09-05T19:04:43.170" v="1480"/>
        <pc:sldMkLst>
          <pc:docMk/>
          <pc:sldMk cId="536986541" sldId="308"/>
        </pc:sldMkLst>
      </pc:sldChg>
      <pc:sldChg chg="del">
        <pc:chgData name="Antle, Rick" userId="c2afbbd2-30e4-4c8e-8af5-81913178ace3" providerId="ADAL" clId="{734B0794-5184-3843-9838-B943A4634F55}" dt="2022-09-05T18:56:04.976" v="1374" actId="2696"/>
        <pc:sldMkLst>
          <pc:docMk/>
          <pc:sldMk cId="944131218" sldId="308"/>
        </pc:sldMkLst>
      </pc:sldChg>
      <pc:sldChg chg="addSp modSp new mod">
        <pc:chgData name="Antle, Rick" userId="c2afbbd2-30e4-4c8e-8af5-81913178ace3" providerId="ADAL" clId="{734B0794-5184-3843-9838-B943A4634F55}" dt="2022-09-05T19:06:23.471" v="1490" actId="1076"/>
        <pc:sldMkLst>
          <pc:docMk/>
          <pc:sldMk cId="1334016635" sldId="309"/>
        </pc:sldMkLst>
      </pc:sldChg>
      <pc:sldChg chg="del">
        <pc:chgData name="Antle, Rick" userId="c2afbbd2-30e4-4c8e-8af5-81913178ace3" providerId="ADAL" clId="{734B0794-5184-3843-9838-B943A4634F55}" dt="2022-09-05T18:56:08.537" v="1375" actId="2696"/>
        <pc:sldMkLst>
          <pc:docMk/>
          <pc:sldMk cId="1479072615" sldId="309"/>
        </pc:sldMkLst>
      </pc:sldChg>
      <pc:sldChg chg="addSp modSp new mod">
        <pc:chgData name="Antle, Rick" userId="c2afbbd2-30e4-4c8e-8af5-81913178ace3" providerId="ADAL" clId="{734B0794-5184-3843-9838-B943A4634F55}" dt="2022-09-05T19:05:39.311" v="1486" actId="14100"/>
        <pc:sldMkLst>
          <pc:docMk/>
          <pc:sldMk cId="3580633836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Rick and Stan’s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Calculations for Adjustments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1: Prepare starting point</a:t>
            </a:r>
          </a:p>
          <a:p>
            <a:pPr lvl="1"/>
            <a:r>
              <a:rPr lang="en-US" dirty="0"/>
              <a:t>Enter beginning Balance Sheet</a:t>
            </a:r>
          </a:p>
          <a:p>
            <a:pPr lvl="1"/>
            <a:r>
              <a:rPr lang="en-US" dirty="0"/>
              <a:t>Enter beginning balances in Statement of Shareholders’ Equity</a:t>
            </a:r>
          </a:p>
          <a:p>
            <a:r>
              <a:rPr lang="en-US" dirty="0"/>
              <a:t>Step 2: Record transactions and events</a:t>
            </a:r>
          </a:p>
          <a:p>
            <a:r>
              <a:rPr lang="en-US" dirty="0"/>
              <a:t>Step 3: Make adjustments</a:t>
            </a:r>
          </a:p>
          <a:p>
            <a:r>
              <a:rPr lang="en-US" dirty="0"/>
              <a:t>Step 4: Close temporary accounts</a:t>
            </a:r>
          </a:p>
          <a:p>
            <a:r>
              <a:rPr lang="en-US" dirty="0"/>
              <a:t>Step 5: Prepare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117371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Property, Plant &amp; Equipment</a:t>
            </a:r>
          </a:p>
          <a:p>
            <a:r>
              <a:rPr lang="en-US" dirty="0"/>
              <a:t>Prepaid Rent</a:t>
            </a:r>
          </a:p>
          <a:p>
            <a:r>
              <a:rPr lang="en-US" dirty="0"/>
              <a:t>Interest Payable</a:t>
            </a:r>
          </a:p>
        </p:txBody>
      </p:sp>
    </p:spTree>
    <p:extLst>
      <p:ext uri="{BB962C8B-B14F-4D97-AF65-F5344CB8AC3E}">
        <p14:creationId xmlns:p14="http://schemas.microsoft.com/office/powerpoint/2010/main" val="149524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Depreciation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678180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66" name="Group 5"/>
          <p:cNvGrpSpPr>
            <a:grpSpLocks/>
          </p:cNvGrpSpPr>
          <p:nvPr/>
        </p:nvGrpSpPr>
        <p:grpSpPr bwMode="auto">
          <a:xfrm>
            <a:off x="457200" y="1428750"/>
            <a:ext cx="8507414" cy="628650"/>
            <a:chOff x="288" y="1200"/>
            <a:chExt cx="5359" cy="528"/>
          </a:xfrm>
        </p:grpSpPr>
        <p:sp>
          <p:nvSpPr>
            <p:cNvPr id="18467" name="Text Box 6"/>
            <p:cNvSpPr txBox="1">
              <a:spLocks noChangeArrowheads="1"/>
            </p:cNvSpPr>
            <p:nvPr/>
          </p:nvSpPr>
          <p:spPr bwMode="auto">
            <a:xfrm>
              <a:off x="288" y="1248"/>
              <a:ext cx="107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Oct 1, 20X1</a:t>
              </a:r>
            </a:p>
          </p:txBody>
        </p:sp>
        <p:sp>
          <p:nvSpPr>
            <p:cNvPr id="18468" name="Line 7"/>
            <p:cNvSpPr>
              <a:spLocks noChangeShapeType="1"/>
            </p:cNvSpPr>
            <p:nvPr/>
          </p:nvSpPr>
          <p:spPr bwMode="auto">
            <a:xfrm>
              <a:off x="720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8"/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9"/>
            <p:cNvSpPr>
              <a:spLocks noChangeShapeType="1"/>
            </p:cNvSpPr>
            <p:nvPr/>
          </p:nvSpPr>
          <p:spPr bwMode="auto">
            <a:xfrm>
              <a:off x="254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10"/>
            <p:cNvSpPr>
              <a:spLocks noChangeShapeType="1"/>
            </p:cNvSpPr>
            <p:nvPr/>
          </p:nvSpPr>
          <p:spPr bwMode="auto">
            <a:xfrm>
              <a:off x="3408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11"/>
            <p:cNvSpPr>
              <a:spLocks noChangeShapeType="1"/>
            </p:cNvSpPr>
            <p:nvPr/>
          </p:nvSpPr>
          <p:spPr bwMode="auto">
            <a:xfrm>
              <a:off x="499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Text Box 12"/>
            <p:cNvSpPr txBox="1">
              <a:spLocks noChangeArrowheads="1"/>
            </p:cNvSpPr>
            <p:nvPr/>
          </p:nvSpPr>
          <p:spPr bwMode="auto">
            <a:xfrm>
              <a:off x="4416" y="1200"/>
              <a:ext cx="123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Sept 30, 20X6</a:t>
              </a:r>
            </a:p>
          </p:txBody>
        </p:sp>
        <p:sp>
          <p:nvSpPr>
            <p:cNvPr id="18474" name="Line 13"/>
            <p:cNvSpPr>
              <a:spLocks noChangeShapeType="1"/>
            </p:cNvSpPr>
            <p:nvPr/>
          </p:nvSpPr>
          <p:spPr bwMode="auto">
            <a:xfrm>
              <a:off x="4176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70104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5715000" y="200977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>
            <a:off x="44196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29718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2000251"/>
            <a:ext cx="1833563" cy="919163"/>
            <a:chOff x="480" y="1680"/>
            <a:chExt cx="1155" cy="772"/>
          </a:xfrm>
        </p:grpSpPr>
        <p:sp>
          <p:nvSpPr>
            <p:cNvPr id="18463" name="Line 19"/>
            <p:cNvSpPr>
              <a:spLocks noChangeShapeType="1"/>
            </p:cNvSpPr>
            <p:nvPr/>
          </p:nvSpPr>
          <p:spPr bwMode="auto">
            <a:xfrm>
              <a:off x="1008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20"/>
            <p:cNvSpPr txBox="1">
              <a:spLocks noChangeArrowheads="1"/>
            </p:cNvSpPr>
            <p:nvPr/>
          </p:nvSpPr>
          <p:spPr bwMode="auto">
            <a:xfrm>
              <a:off x="480" y="2064"/>
              <a:ext cx="1155" cy="388"/>
            </a:xfrm>
            <a:prstGeom prst="rect">
              <a:avLst/>
            </a:prstGeom>
            <a:noFill/>
            <a:ln w="9525">
              <a:noFill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</a:lstStyle>
            <a:p>
              <a:r>
                <a:rPr lang="en-US" sz="2400" dirty="0"/>
                <a:t>Dec 31, 20X1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162804" y="2000251"/>
            <a:ext cx="1903414" cy="1033463"/>
            <a:chOff x="4512" y="1680"/>
            <a:chExt cx="1199" cy="868"/>
          </a:xfrm>
        </p:grpSpPr>
        <p:sp>
          <p:nvSpPr>
            <p:cNvPr id="18461" name="Line 22"/>
            <p:cNvSpPr>
              <a:spLocks noChangeShapeType="1"/>
            </p:cNvSpPr>
            <p:nvPr/>
          </p:nvSpPr>
          <p:spPr bwMode="auto">
            <a:xfrm>
              <a:off x="5264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Text Box 23"/>
            <p:cNvSpPr txBox="1">
              <a:spLocks noChangeArrowheads="1"/>
            </p:cNvSpPr>
            <p:nvPr/>
          </p:nvSpPr>
          <p:spPr bwMode="auto">
            <a:xfrm>
              <a:off x="4512" y="2160"/>
              <a:ext cx="119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Dec 31, 20X6</a:t>
              </a:r>
            </a:p>
          </p:txBody>
        </p:sp>
      </p:grpSp>
      <p:sp>
        <p:nvSpPr>
          <p:cNvPr id="92184" name="AutoShape 24"/>
          <p:cNvSpPr>
            <a:spLocks/>
          </p:cNvSpPr>
          <p:nvPr/>
        </p:nvSpPr>
        <p:spPr bwMode="auto">
          <a:xfrm rot="5400000">
            <a:off x="2114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AutoShape 25"/>
          <p:cNvSpPr>
            <a:spLocks/>
          </p:cNvSpPr>
          <p:nvPr/>
        </p:nvSpPr>
        <p:spPr bwMode="auto">
          <a:xfrm rot="5400000">
            <a:off x="3524250" y="2305050"/>
            <a:ext cx="342900" cy="1447800"/>
          </a:xfrm>
          <a:prstGeom prst="rightBrace">
            <a:avLst>
              <a:gd name="adj1" fmla="val 26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AutoShape 26"/>
          <p:cNvSpPr>
            <a:spLocks/>
          </p:cNvSpPr>
          <p:nvPr/>
        </p:nvSpPr>
        <p:spPr bwMode="auto">
          <a:xfrm rot="5400000">
            <a:off x="49339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AutoShape 27"/>
          <p:cNvSpPr>
            <a:spLocks/>
          </p:cNvSpPr>
          <p:nvPr/>
        </p:nvSpPr>
        <p:spPr bwMode="auto">
          <a:xfrm rot="5400000">
            <a:off x="6305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62200" y="3257552"/>
            <a:ext cx="4114800" cy="862013"/>
            <a:chOff x="1488" y="2736"/>
            <a:chExt cx="2592" cy="724"/>
          </a:xfrm>
        </p:grpSpPr>
        <p:sp>
          <p:nvSpPr>
            <p:cNvPr id="18456" name="Text Box 29"/>
            <p:cNvSpPr txBox="1">
              <a:spLocks noChangeArrowheads="1"/>
            </p:cNvSpPr>
            <p:nvPr/>
          </p:nvSpPr>
          <p:spPr bwMode="auto">
            <a:xfrm>
              <a:off x="1968" y="3072"/>
              <a:ext cx="20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One year of depreciation</a:t>
              </a:r>
            </a:p>
          </p:txBody>
        </p:sp>
        <p:sp>
          <p:nvSpPr>
            <p:cNvPr id="18457" name="Line 30"/>
            <p:cNvSpPr>
              <a:spLocks noChangeShapeType="1"/>
            </p:cNvSpPr>
            <p:nvPr/>
          </p:nvSpPr>
          <p:spPr bwMode="auto">
            <a:xfrm flipH="1" flipV="1">
              <a:off x="1488" y="2736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31"/>
            <p:cNvSpPr>
              <a:spLocks noChangeShapeType="1"/>
            </p:cNvSpPr>
            <p:nvPr/>
          </p:nvSpPr>
          <p:spPr bwMode="auto">
            <a:xfrm flipV="1">
              <a:off x="235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32"/>
            <p:cNvSpPr>
              <a:spLocks noChangeShapeType="1"/>
            </p:cNvSpPr>
            <p:nvPr/>
          </p:nvSpPr>
          <p:spPr bwMode="auto">
            <a:xfrm flipV="1">
              <a:off x="3216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33"/>
            <p:cNvSpPr>
              <a:spLocks noChangeShapeType="1"/>
            </p:cNvSpPr>
            <p:nvPr/>
          </p:nvSpPr>
          <p:spPr bwMode="auto">
            <a:xfrm flipV="1">
              <a:off x="3888" y="27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1" y="2857501"/>
            <a:ext cx="2036763" cy="1703785"/>
            <a:chOff x="240" y="2400"/>
            <a:chExt cx="1283" cy="1431"/>
          </a:xfrm>
        </p:grpSpPr>
        <p:sp>
          <p:nvSpPr>
            <p:cNvPr id="18454" name="Text Box 35"/>
            <p:cNvSpPr txBox="1">
              <a:spLocks noChangeArrowheads="1"/>
            </p:cNvSpPr>
            <p:nvPr/>
          </p:nvSpPr>
          <p:spPr bwMode="auto">
            <a:xfrm>
              <a:off x="240" y="3133"/>
              <a:ext cx="128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3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 flipV="1">
              <a:off x="576" y="2400"/>
              <a:ext cx="144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81801" y="2977011"/>
            <a:ext cx="2036763" cy="1658637"/>
            <a:chOff x="4272" y="2448"/>
            <a:chExt cx="1283" cy="1443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272" y="3168"/>
              <a:ext cx="1283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V="1">
              <a:off x="4848" y="2448"/>
              <a:ext cx="9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7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4" grpId="0" animBg="1"/>
      <p:bldP spid="92175" grpId="0" animBg="1"/>
      <p:bldP spid="92176" grpId="0" animBg="1"/>
      <p:bldP spid="92177" grpId="0" animBg="1"/>
      <p:bldP spid="92184" grpId="0" animBg="1"/>
      <p:bldP spid="92185" grpId="0" animBg="1"/>
      <p:bldP spid="92186" grpId="0" animBg="1"/>
      <p:bldP spid="921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depreciation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$60k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5 years</a:t>
            </a:r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44157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$12k per year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4888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$12k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800100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$3k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7716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Depreciation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412763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Prepaid Rent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7543800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Text Box 6"/>
          <p:cNvSpPr txBox="1">
            <a:spLocks noChangeArrowheads="1"/>
          </p:cNvSpPr>
          <p:nvPr/>
        </p:nvSpPr>
        <p:spPr bwMode="auto">
          <a:xfrm>
            <a:off x="457200" y="1485900"/>
            <a:ext cx="16177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Oct 1, 20X1</a:t>
            </a:r>
          </a:p>
        </p:txBody>
      </p:sp>
      <p:sp>
        <p:nvSpPr>
          <p:cNvPr id="18468" name="Line 7"/>
          <p:cNvSpPr>
            <a:spLocks noChangeShapeType="1"/>
          </p:cNvSpPr>
          <p:nvPr/>
        </p:nvSpPr>
        <p:spPr bwMode="auto">
          <a:xfrm>
            <a:off x="11430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9"/>
          <p:cNvSpPr>
            <a:spLocks noChangeShapeType="1"/>
          </p:cNvSpPr>
          <p:nvPr/>
        </p:nvSpPr>
        <p:spPr bwMode="auto">
          <a:xfrm>
            <a:off x="40386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10"/>
          <p:cNvSpPr>
            <a:spLocks noChangeShapeType="1"/>
          </p:cNvSpPr>
          <p:nvPr/>
        </p:nvSpPr>
        <p:spPr bwMode="auto">
          <a:xfrm>
            <a:off x="7082247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Line 13"/>
          <p:cNvSpPr>
            <a:spLocks noChangeShapeType="1"/>
          </p:cNvSpPr>
          <p:nvPr/>
        </p:nvSpPr>
        <p:spPr bwMode="auto">
          <a:xfrm>
            <a:off x="8680272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4038600" y="2197894"/>
            <a:ext cx="0" cy="127656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Text Box 20"/>
          <p:cNvSpPr txBox="1">
            <a:spLocks noChangeArrowheads="1"/>
          </p:cNvSpPr>
          <p:nvPr/>
        </p:nvSpPr>
        <p:spPr bwMode="auto">
          <a:xfrm>
            <a:off x="3121818" y="1435893"/>
            <a:ext cx="1833563" cy="461963"/>
          </a:xfrm>
          <a:prstGeom prst="rect">
            <a:avLst/>
          </a:prstGeom>
          <a:noFill/>
          <a:ln w="9525">
            <a:noFill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</a:lstStyle>
          <a:p>
            <a:r>
              <a:rPr lang="en-US" sz="2400" dirty="0"/>
              <a:t>Dec 31, 20X1</a:t>
            </a:r>
          </a:p>
        </p:txBody>
      </p:sp>
      <p:sp>
        <p:nvSpPr>
          <p:cNvPr id="18462" name="Text Box 23"/>
          <p:cNvSpPr txBox="1">
            <a:spLocks noChangeArrowheads="1"/>
          </p:cNvSpPr>
          <p:nvPr/>
        </p:nvSpPr>
        <p:spPr bwMode="auto">
          <a:xfrm>
            <a:off x="7144867" y="1462087"/>
            <a:ext cx="18101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Dec 31, 20X2</a:t>
            </a:r>
          </a:p>
        </p:txBody>
      </p:sp>
      <p:sp>
        <p:nvSpPr>
          <p:cNvPr id="18454" name="Text Box 35"/>
          <p:cNvSpPr txBox="1">
            <a:spLocks noChangeArrowheads="1"/>
          </p:cNvSpPr>
          <p:nvPr/>
        </p:nvSpPr>
        <p:spPr bwMode="auto">
          <a:xfrm>
            <a:off x="999105" y="3613392"/>
            <a:ext cx="1320800" cy="83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3 months</a:t>
            </a:r>
          </a:p>
          <a:p>
            <a:r>
              <a:rPr lang="en-US" dirty="0"/>
              <a:t>of rent</a:t>
            </a:r>
          </a:p>
        </p:txBody>
      </p:sp>
      <p:sp>
        <p:nvSpPr>
          <p:cNvPr id="18455" name="Line 36"/>
          <p:cNvSpPr>
            <a:spLocks noChangeShapeType="1"/>
          </p:cNvSpPr>
          <p:nvPr/>
        </p:nvSpPr>
        <p:spPr bwMode="auto">
          <a:xfrm flipV="1">
            <a:off x="1659505" y="2081511"/>
            <a:ext cx="723334" cy="1455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062947" y="2143407"/>
            <a:ext cx="2451101" cy="1793121"/>
            <a:chOff x="4626" y="2123"/>
            <a:chExt cx="1544" cy="1560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626" y="3281"/>
              <a:ext cx="1544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 of rent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H="1" flipV="1">
              <a:off x="4868" y="2123"/>
              <a:ext cx="435" cy="1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27"/>
          <p:cNvSpPr>
            <a:spLocks/>
          </p:cNvSpPr>
          <p:nvPr/>
        </p:nvSpPr>
        <p:spPr bwMode="auto">
          <a:xfrm rot="5400000">
            <a:off x="3896792" y="-511311"/>
            <a:ext cx="476249" cy="5894659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8680272" y="2143124"/>
            <a:ext cx="6528" cy="13313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137685" y="1038224"/>
            <a:ext cx="18953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Sept 30, 20X2</a:t>
            </a:r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7082247" y="1499889"/>
            <a:ext cx="0" cy="4432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5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Calculation of rent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$3k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21224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12 months</a:t>
            </a:r>
            <a:endParaRPr lang="en-US" sz="3600" dirty="0"/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783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 per month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$750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61133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Rent 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81734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3089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0D9CDE3-27BD-D54B-B4C0-A8B243D63008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interest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6565037" y="2924761"/>
            <a:ext cx="16786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Interest cost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6066594" y="2203517"/>
            <a:ext cx="1954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  $606.02</a:t>
            </a:r>
          </a:p>
        </p:txBody>
      </p:sp>
      <p:sp>
        <p:nvSpPr>
          <p:cNvPr id="22537" name="Text Box 16"/>
          <p:cNvSpPr txBox="1">
            <a:spLocks noChangeArrowheads="1"/>
          </p:cNvSpPr>
          <p:nvPr/>
        </p:nvSpPr>
        <p:spPr bwMode="auto">
          <a:xfrm>
            <a:off x="1295400" y="3663426"/>
            <a:ext cx="3257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Can you make the entry?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" y="1674787"/>
            <a:ext cx="3630967" cy="1537403"/>
            <a:chOff x="745724" y="1669002"/>
            <a:chExt cx="3630967" cy="1537403"/>
          </a:xfrm>
        </p:grpSpPr>
        <p:grpSp>
          <p:nvGrpSpPr>
            <p:cNvPr id="3" name="Group 2"/>
            <p:cNvGrpSpPr/>
            <p:nvPr/>
          </p:nvGrpSpPr>
          <p:grpSpPr>
            <a:xfrm>
              <a:off x="3235044" y="1958973"/>
              <a:ext cx="748923" cy="896855"/>
              <a:chOff x="1153249" y="1911407"/>
              <a:chExt cx="748923" cy="896855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153249" y="1911407"/>
                <a:ext cx="748923" cy="896855"/>
                <a:chOff x="1153249" y="1911407"/>
                <a:chExt cx="748923" cy="896855"/>
              </a:xfrm>
            </p:grpSpPr>
            <p:sp>
              <p:nvSpPr>
                <p:cNvPr id="2254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53249" y="1911407"/>
                  <a:ext cx="74892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12%</a:t>
                  </a:r>
                </a:p>
              </p:txBody>
            </p:sp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53249" y="2346597"/>
                  <a:ext cx="49244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</a:t>
                  </a:r>
                </a:p>
              </p:txBody>
            </p:sp>
          </p:grpSp>
          <p:sp>
            <p:nvSpPr>
              <p:cNvPr id="22545" name="Line 10"/>
              <p:cNvSpPr>
                <a:spLocks noChangeShapeType="1"/>
              </p:cNvSpPr>
              <p:nvPr/>
            </p:nvSpPr>
            <p:spPr bwMode="auto">
              <a:xfrm>
                <a:off x="1202906" y="2348529"/>
                <a:ext cx="457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2132618" y="2219372"/>
              <a:ext cx="390525" cy="584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*</a:t>
              </a:r>
            </a:p>
          </p:txBody>
        </p:sp>
        <p:sp>
          <p:nvSpPr>
            <p:cNvPr id="22542" name="Text Box 12"/>
            <p:cNvSpPr txBox="1">
              <a:spLocks noChangeArrowheads="1"/>
            </p:cNvSpPr>
            <p:nvPr/>
          </p:nvSpPr>
          <p:spPr bwMode="auto">
            <a:xfrm>
              <a:off x="745724" y="2178392"/>
              <a:ext cx="151836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$20,000</a:t>
              </a:r>
            </a:p>
          </p:txBody>
        </p:sp>
        <p:sp>
          <p:nvSpPr>
            <p:cNvPr id="22539" name="AutoShape 14"/>
            <p:cNvSpPr>
              <a:spLocks noChangeArrowheads="1"/>
            </p:cNvSpPr>
            <p:nvPr/>
          </p:nvSpPr>
          <p:spPr bwMode="auto">
            <a:xfrm>
              <a:off x="2400575" y="1669002"/>
              <a:ext cx="1976116" cy="153740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434641" y="1889317"/>
              <a:ext cx="1454749" cy="1013556"/>
              <a:chOff x="2803035" y="2868773"/>
              <a:chExt cx="1454749" cy="1013556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849226" y="2868773"/>
                <a:ext cx="1408558" cy="1013556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803035" y="3148654"/>
                <a:ext cx="72327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1 +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971282" y="175891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10512" y="2203517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- $20,000</a:t>
            </a:r>
          </a:p>
        </p:txBody>
      </p:sp>
    </p:spTree>
    <p:extLst>
      <p:ext uri="{BB962C8B-B14F-4D97-AF65-F5344CB8AC3E}">
        <p14:creationId xmlns:p14="http://schemas.microsoft.com/office/powerpoint/2010/main" val="72756742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201</TotalTime>
  <Words>222</Words>
  <Application>Microsoft Office PowerPoint</Application>
  <PresentationFormat>On-screen Show (16:9)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YLS-Class-White-Wide</vt:lpstr>
      <vt:lpstr>Rick and Stan’s Business</vt:lpstr>
      <vt:lpstr>Rick and Stan’s Business</vt:lpstr>
      <vt:lpstr>Adjustments</vt:lpstr>
      <vt:lpstr>Depreciation</vt:lpstr>
      <vt:lpstr>Calculation of depreciation</vt:lpstr>
      <vt:lpstr>Prepaid Rent</vt:lpstr>
      <vt:lpstr>Calculation of rent</vt:lpstr>
      <vt:lpstr>Calculation of interest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8</cp:revision>
  <dcterms:created xsi:type="dcterms:W3CDTF">2018-01-16T22:21:00Z</dcterms:created>
  <dcterms:modified xsi:type="dcterms:W3CDTF">2025-01-30T23:42:02Z</dcterms:modified>
</cp:coreProperties>
</file>