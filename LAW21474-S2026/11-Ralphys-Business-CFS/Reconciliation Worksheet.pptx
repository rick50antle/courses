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8ACC3-9BA8-22E4-0DFC-E97C80511E49}" v="26" dt="2025-02-26T16:54:10.409"/>
    <p1510:client id="{CFB77525-9F20-4E66-BF3B-5DFD3339E077}" v="2514" dt="2025-02-26T20:46:05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S::rick.antle@yale.edu::c2afbbd2-30e4-4c8e-8af5-81913178ace3" providerId="AD" clId="Web-{1728ACC3-9BA8-22E4-0DFC-E97C80511E49}"/>
    <pc:docChg chg="modSld">
      <pc:chgData name="Antle, Rick" userId="S::rick.antle@yale.edu::c2afbbd2-30e4-4c8e-8af5-81913178ace3" providerId="AD" clId="Web-{1728ACC3-9BA8-22E4-0DFC-E97C80511E49}" dt="2025-02-26T16:54:07.972" v="23" actId="20577"/>
      <pc:docMkLst>
        <pc:docMk/>
      </pc:docMkLst>
      <pc:sldChg chg="addSp modSp addAnim modAnim">
        <pc:chgData name="Antle, Rick" userId="S::rick.antle@yale.edu::c2afbbd2-30e4-4c8e-8af5-81913178ace3" providerId="AD" clId="Web-{1728ACC3-9BA8-22E4-0DFC-E97C80511E49}" dt="2025-02-26T16:54:07.972" v="23" actId="20577"/>
        <pc:sldMkLst>
          <pc:docMk/>
          <pc:sldMk cId="1504367748" sldId="261"/>
        </pc:sldMkLst>
        <pc:spChg chg="mod">
          <ac:chgData name="Antle, Rick" userId="S::rick.antle@yale.edu::c2afbbd2-30e4-4c8e-8af5-81913178ace3" providerId="AD" clId="Web-{1728ACC3-9BA8-22E4-0DFC-E97C80511E49}" dt="2025-02-26T16:54:07.972" v="23" actId="20577"/>
          <ac:spMkLst>
            <pc:docMk/>
            <pc:sldMk cId="1504367748" sldId="261"/>
            <ac:spMk id="2" creationId="{A7A71466-0147-D238-F0D3-A0EDCE258C0C}"/>
          </ac:spMkLst>
        </pc:spChg>
        <pc:picChg chg="add mod">
          <ac:chgData name="Antle, Rick" userId="S::rick.antle@yale.edu::c2afbbd2-30e4-4c8e-8af5-81913178ace3" providerId="AD" clId="Web-{1728ACC3-9BA8-22E4-0DFC-E97C80511E49}" dt="2025-02-26T16:53:29.298" v="2" actId="1076"/>
          <ac:picMkLst>
            <pc:docMk/>
            <pc:sldMk cId="1504367748" sldId="261"/>
            <ac:picMk id="3" creationId="{F625F6C4-F4BF-5570-0C1B-670EA756B208}"/>
          </ac:picMkLst>
        </pc:picChg>
      </pc:sldChg>
    </pc:docChg>
  </pc:docChgLst>
  <pc:docChgLst>
    <pc:chgData name="Antle, Rick" userId="c2afbbd2-30e4-4c8e-8af5-81913178ace3" providerId="ADAL" clId="{0A2F54C4-D627-4F0E-A64C-B26D38B18DDD}"/>
    <pc:docChg chg="custSel addSld modSld">
      <pc:chgData name="Antle, Rick" userId="c2afbbd2-30e4-4c8e-8af5-81913178ace3" providerId="ADAL" clId="{0A2F54C4-D627-4F0E-A64C-B26D38B18DDD}" dt="2025-02-25T23:01:18.018" v="38" actId="20577"/>
      <pc:docMkLst>
        <pc:docMk/>
      </pc:docMkLst>
      <pc:sldChg chg="delSp modSp new mod">
        <pc:chgData name="Antle, Rick" userId="c2afbbd2-30e4-4c8e-8af5-81913178ace3" providerId="ADAL" clId="{0A2F54C4-D627-4F0E-A64C-B26D38B18DDD}" dt="2025-02-25T23:01:18.018" v="38" actId="20577"/>
        <pc:sldMkLst>
          <pc:docMk/>
          <pc:sldMk cId="1504367748" sldId="261"/>
        </pc:sldMkLst>
        <pc:spChg chg="mod">
          <ac:chgData name="Antle, Rick" userId="c2afbbd2-30e4-4c8e-8af5-81913178ace3" providerId="ADAL" clId="{0A2F54C4-D627-4F0E-A64C-B26D38B18DDD}" dt="2025-02-25T23:01:18.018" v="38" actId="20577"/>
          <ac:spMkLst>
            <pc:docMk/>
            <pc:sldMk cId="1504367748" sldId="261"/>
            <ac:spMk id="2" creationId="{A7A71466-0147-D238-F0D3-A0EDCE258C0C}"/>
          </ac:spMkLst>
        </pc:spChg>
        <pc:spChg chg="del">
          <ac:chgData name="Antle, Rick" userId="c2afbbd2-30e4-4c8e-8af5-81913178ace3" providerId="ADAL" clId="{0A2F54C4-D627-4F0E-A64C-B26D38B18DDD}" dt="2025-02-25T23:01:06.434" v="35" actId="478"/>
          <ac:spMkLst>
            <pc:docMk/>
            <pc:sldMk cId="1504367748" sldId="261"/>
            <ac:spMk id="3" creationId="{694818C8-3039-CAC5-6486-341CDDC130AF}"/>
          </ac:spMkLst>
        </pc:spChg>
      </pc:sldChg>
    </pc:docChg>
  </pc:docChgLst>
  <pc:docChgLst>
    <pc:chgData name="Antle, Rick" userId="c2afbbd2-30e4-4c8e-8af5-81913178ace3" providerId="ADAL" clId="{CFB77525-9F20-4E66-BF3B-5DFD3339E077}"/>
    <pc:docChg chg="undo custSel addSld modSld">
      <pc:chgData name="Antle, Rick" userId="c2afbbd2-30e4-4c8e-8af5-81913178ace3" providerId="ADAL" clId="{CFB77525-9F20-4E66-BF3B-5DFD3339E077}" dt="2025-02-26T20:46:05.175" v="2515" actId="20577"/>
      <pc:docMkLst>
        <pc:docMk/>
      </pc:docMkLst>
      <pc:sldChg chg="addSp delSp modSp mod modAnim">
        <pc:chgData name="Antle, Rick" userId="c2afbbd2-30e4-4c8e-8af5-81913178ace3" providerId="ADAL" clId="{CFB77525-9F20-4E66-BF3B-5DFD3339E077}" dt="2025-02-26T17:04:19.547" v="249" actId="167"/>
        <pc:sldMkLst>
          <pc:docMk/>
          <pc:sldMk cId="1504367748" sldId="261"/>
        </pc:sldMkLst>
        <pc:spChg chg="add mod">
          <ac:chgData name="Antle, Rick" userId="c2afbbd2-30e4-4c8e-8af5-81913178ace3" providerId="ADAL" clId="{CFB77525-9F20-4E66-BF3B-5DFD3339E077}" dt="2025-02-26T16:57:41.196" v="132" actId="164"/>
          <ac:spMkLst>
            <pc:docMk/>
            <pc:sldMk cId="1504367748" sldId="261"/>
            <ac:spMk id="4" creationId="{0AAE920A-6904-3773-DED3-AE959C045133}"/>
          </ac:spMkLst>
        </pc:spChg>
        <pc:spChg chg="add mod">
          <ac:chgData name="Antle, Rick" userId="c2afbbd2-30e4-4c8e-8af5-81913178ace3" providerId="ADAL" clId="{CFB77525-9F20-4E66-BF3B-5DFD3339E077}" dt="2025-02-26T16:57:41.196" v="132" actId="164"/>
          <ac:spMkLst>
            <pc:docMk/>
            <pc:sldMk cId="1504367748" sldId="261"/>
            <ac:spMk id="5" creationId="{C78E5DC2-6AD0-D109-E809-505A5CA4D98F}"/>
          </ac:spMkLst>
        </pc:spChg>
        <pc:spChg chg="add mod">
          <ac:chgData name="Antle, Rick" userId="c2afbbd2-30e4-4c8e-8af5-81913178ace3" providerId="ADAL" clId="{CFB77525-9F20-4E66-BF3B-5DFD3339E077}" dt="2025-02-26T16:58:50.266" v="147" actId="1038"/>
          <ac:spMkLst>
            <pc:docMk/>
            <pc:sldMk cId="1504367748" sldId="261"/>
            <ac:spMk id="7" creationId="{B321A8E0-AA05-DB02-8817-60FC3D188CF5}"/>
          </ac:spMkLst>
        </pc:spChg>
        <pc:spChg chg="add mod">
          <ac:chgData name="Antle, Rick" userId="c2afbbd2-30e4-4c8e-8af5-81913178ace3" providerId="ADAL" clId="{CFB77525-9F20-4E66-BF3B-5DFD3339E077}" dt="2025-02-26T17:01:30.114" v="208" actId="1076"/>
          <ac:spMkLst>
            <pc:docMk/>
            <pc:sldMk cId="1504367748" sldId="261"/>
            <ac:spMk id="8" creationId="{4EF67E07-622F-B65B-2DD3-07D73160060A}"/>
          </ac:spMkLst>
        </pc:spChg>
        <pc:spChg chg="add mod">
          <ac:chgData name="Antle, Rick" userId="c2afbbd2-30e4-4c8e-8af5-81913178ace3" providerId="ADAL" clId="{CFB77525-9F20-4E66-BF3B-5DFD3339E077}" dt="2025-02-26T17:00:56.462" v="207" actId="1076"/>
          <ac:spMkLst>
            <pc:docMk/>
            <pc:sldMk cId="1504367748" sldId="261"/>
            <ac:spMk id="9" creationId="{96FD1AF0-0ABF-5B54-7C23-73E0E9A80ED4}"/>
          </ac:spMkLst>
        </pc:spChg>
        <pc:spChg chg="add mod">
          <ac:chgData name="Antle, Rick" userId="c2afbbd2-30e4-4c8e-8af5-81913178ace3" providerId="ADAL" clId="{CFB77525-9F20-4E66-BF3B-5DFD3339E077}" dt="2025-02-26T17:02:06.822" v="229" actId="1076"/>
          <ac:spMkLst>
            <pc:docMk/>
            <pc:sldMk cId="1504367748" sldId="261"/>
            <ac:spMk id="10" creationId="{F5E79E10-4F2D-19C9-9F2A-D7D7570D04AD}"/>
          </ac:spMkLst>
        </pc:spChg>
        <pc:grpChg chg="add mod">
          <ac:chgData name="Antle, Rick" userId="c2afbbd2-30e4-4c8e-8af5-81913178ace3" providerId="ADAL" clId="{CFB77525-9F20-4E66-BF3B-5DFD3339E077}" dt="2025-02-26T16:57:41.196" v="132" actId="164"/>
          <ac:grpSpMkLst>
            <pc:docMk/>
            <pc:sldMk cId="1504367748" sldId="261"/>
            <ac:grpSpMk id="6" creationId="{0948321D-ECED-1A19-03BB-06952ABA3CD6}"/>
          </ac:grpSpMkLst>
        </pc:grpChg>
        <pc:picChg chg="add del mod">
          <ac:chgData name="Antle, Rick" userId="c2afbbd2-30e4-4c8e-8af5-81913178ace3" providerId="ADAL" clId="{CFB77525-9F20-4E66-BF3B-5DFD3339E077}" dt="2025-02-26T16:52:00.017" v="3" actId="478"/>
          <ac:picMkLst>
            <pc:docMk/>
            <pc:sldMk cId="1504367748" sldId="261"/>
            <ac:picMk id="4" creationId="{B0750C42-16D2-7373-59CA-199FA5B0B599}"/>
          </ac:picMkLst>
        </pc:picChg>
        <pc:picChg chg="add mod ord modCrop">
          <ac:chgData name="Antle, Rick" userId="c2afbbd2-30e4-4c8e-8af5-81913178ace3" providerId="ADAL" clId="{CFB77525-9F20-4E66-BF3B-5DFD3339E077}" dt="2025-02-26T17:04:19.547" v="249" actId="167"/>
          <ac:picMkLst>
            <pc:docMk/>
            <pc:sldMk cId="1504367748" sldId="261"/>
            <ac:picMk id="11" creationId="{BC84C155-47B2-411B-8FBE-9373A96A6F29}"/>
          </ac:picMkLst>
        </pc:picChg>
      </pc:sldChg>
      <pc:sldChg chg="addSp delSp modSp new mod modAnim">
        <pc:chgData name="Antle, Rick" userId="c2afbbd2-30e4-4c8e-8af5-81913178ace3" providerId="ADAL" clId="{CFB77525-9F20-4E66-BF3B-5DFD3339E077}" dt="2025-02-26T17:57:53.217" v="465" actId="1076"/>
        <pc:sldMkLst>
          <pc:docMk/>
          <pc:sldMk cId="2036360001" sldId="262"/>
        </pc:sldMkLst>
        <pc:spChg chg="mod">
          <ac:chgData name="Antle, Rick" userId="c2afbbd2-30e4-4c8e-8af5-81913178ace3" providerId="ADAL" clId="{CFB77525-9F20-4E66-BF3B-5DFD3339E077}" dt="2025-02-26T17:44:17.041" v="350" actId="20577"/>
          <ac:spMkLst>
            <pc:docMk/>
            <pc:sldMk cId="2036360001" sldId="262"/>
            <ac:spMk id="2" creationId="{75A8B67A-BAEB-2868-8F2D-82494DCA8CF1}"/>
          </ac:spMkLst>
        </pc:spChg>
        <pc:spChg chg="del">
          <ac:chgData name="Antle, Rick" userId="c2afbbd2-30e4-4c8e-8af5-81913178ace3" providerId="ADAL" clId="{CFB77525-9F20-4E66-BF3B-5DFD3339E077}" dt="2025-02-26T17:44:41.561" v="351" actId="478"/>
          <ac:spMkLst>
            <pc:docMk/>
            <pc:sldMk cId="2036360001" sldId="262"/>
            <ac:spMk id="3" creationId="{CE06624A-1B59-32C0-C104-ABAABDD1EE65}"/>
          </ac:spMkLst>
        </pc:spChg>
        <pc:spChg chg="add mod">
          <ac:chgData name="Antle, Rick" userId="c2afbbd2-30e4-4c8e-8af5-81913178ace3" providerId="ADAL" clId="{CFB77525-9F20-4E66-BF3B-5DFD3339E077}" dt="2025-02-26T17:53:24.492" v="387" actId="1038"/>
          <ac:spMkLst>
            <pc:docMk/>
            <pc:sldMk cId="2036360001" sldId="262"/>
            <ac:spMk id="12" creationId="{6A2912DA-A060-1226-AE9B-6770BD013A8D}"/>
          </ac:spMkLst>
        </pc:spChg>
        <pc:spChg chg="add mod">
          <ac:chgData name="Antle, Rick" userId="c2afbbd2-30e4-4c8e-8af5-81913178ace3" providerId="ADAL" clId="{CFB77525-9F20-4E66-BF3B-5DFD3339E077}" dt="2025-02-26T17:53:45.656" v="389" actId="1076"/>
          <ac:spMkLst>
            <pc:docMk/>
            <pc:sldMk cId="2036360001" sldId="262"/>
            <ac:spMk id="13" creationId="{CCFE837C-8A10-9735-6EFC-858472AE6712}"/>
          </ac:spMkLst>
        </pc:spChg>
        <pc:spChg chg="add mod">
          <ac:chgData name="Antle, Rick" userId="c2afbbd2-30e4-4c8e-8af5-81913178ace3" providerId="ADAL" clId="{CFB77525-9F20-4E66-BF3B-5DFD3339E077}" dt="2025-02-26T17:57:53.217" v="465" actId="1076"/>
          <ac:spMkLst>
            <pc:docMk/>
            <pc:sldMk cId="2036360001" sldId="262"/>
            <ac:spMk id="16" creationId="{8BDEDC5F-4D64-911C-6791-4FFA4BED6978}"/>
          </ac:spMkLst>
        </pc:spChg>
        <pc:picChg chg="add del mod modCrop">
          <ac:chgData name="Antle, Rick" userId="c2afbbd2-30e4-4c8e-8af5-81913178ace3" providerId="ADAL" clId="{CFB77525-9F20-4E66-BF3B-5DFD3339E077}" dt="2025-02-26T17:51:21.161" v="366" actId="478"/>
          <ac:picMkLst>
            <pc:docMk/>
            <pc:sldMk cId="2036360001" sldId="262"/>
            <ac:picMk id="5" creationId="{FDAEF57E-DF95-0F3A-54DE-AC0E9CEAB159}"/>
          </ac:picMkLst>
        </pc:picChg>
        <pc:picChg chg="add del mod">
          <ac:chgData name="Antle, Rick" userId="c2afbbd2-30e4-4c8e-8af5-81913178ace3" providerId="ADAL" clId="{CFB77525-9F20-4E66-BF3B-5DFD3339E077}" dt="2025-02-26T17:50:39.596" v="365" actId="478"/>
          <ac:picMkLst>
            <pc:docMk/>
            <pc:sldMk cId="2036360001" sldId="262"/>
            <ac:picMk id="7" creationId="{500FF128-01A2-3010-BEF9-7C6762A56B85}"/>
          </ac:picMkLst>
        </pc:picChg>
        <pc:picChg chg="add mod">
          <ac:chgData name="Antle, Rick" userId="c2afbbd2-30e4-4c8e-8af5-81913178ace3" providerId="ADAL" clId="{CFB77525-9F20-4E66-BF3B-5DFD3339E077}" dt="2025-02-26T17:51:52.860" v="368" actId="1076"/>
          <ac:picMkLst>
            <pc:docMk/>
            <pc:sldMk cId="2036360001" sldId="262"/>
            <ac:picMk id="9" creationId="{8E9C5C77-F515-79D1-7424-803A0687B57C}"/>
          </ac:picMkLst>
        </pc:picChg>
        <pc:picChg chg="add mod">
          <ac:chgData name="Antle, Rick" userId="c2afbbd2-30e4-4c8e-8af5-81913178ace3" providerId="ADAL" clId="{CFB77525-9F20-4E66-BF3B-5DFD3339E077}" dt="2025-02-26T17:52:40.896" v="370" actId="1076"/>
          <ac:picMkLst>
            <pc:docMk/>
            <pc:sldMk cId="2036360001" sldId="262"/>
            <ac:picMk id="11" creationId="{FECEAEF6-33AB-364B-77D1-FCACB6D34533}"/>
          </ac:picMkLst>
        </pc:picChg>
        <pc:cxnChg chg="add mod">
          <ac:chgData name="Antle, Rick" userId="c2afbbd2-30e4-4c8e-8af5-81913178ace3" providerId="ADAL" clId="{CFB77525-9F20-4E66-BF3B-5DFD3339E077}" dt="2025-02-26T17:55:08.143" v="393" actId="208"/>
          <ac:cxnSpMkLst>
            <pc:docMk/>
            <pc:sldMk cId="2036360001" sldId="262"/>
            <ac:cxnSpMk id="15" creationId="{374FA224-CCCA-938A-187C-4E1E2549CC87}"/>
          </ac:cxnSpMkLst>
        </pc:cxnChg>
      </pc:sldChg>
      <pc:sldChg chg="addSp delSp modSp add mod delAnim modAnim">
        <pc:chgData name="Antle, Rick" userId="c2afbbd2-30e4-4c8e-8af5-81913178ace3" providerId="ADAL" clId="{CFB77525-9F20-4E66-BF3B-5DFD3339E077}" dt="2025-02-26T18:22:31.423" v="768" actId="1076"/>
        <pc:sldMkLst>
          <pc:docMk/>
          <pc:sldMk cId="3986216800" sldId="263"/>
        </pc:sldMkLst>
        <pc:spChg chg="mod">
          <ac:chgData name="Antle, Rick" userId="c2afbbd2-30e4-4c8e-8af5-81913178ace3" providerId="ADAL" clId="{CFB77525-9F20-4E66-BF3B-5DFD3339E077}" dt="2025-02-26T17:59:26.640" v="473" actId="20577"/>
          <ac:spMkLst>
            <pc:docMk/>
            <pc:sldMk cId="3986216800" sldId="263"/>
            <ac:spMk id="2" creationId="{3D5CC70F-0B1A-6A06-F340-EA4AB0C1AB0D}"/>
          </ac:spMkLst>
        </pc:spChg>
        <pc:spChg chg="del">
          <ac:chgData name="Antle, Rick" userId="c2afbbd2-30e4-4c8e-8af5-81913178ace3" providerId="ADAL" clId="{CFB77525-9F20-4E66-BF3B-5DFD3339E077}" dt="2025-02-26T18:00:43.684" v="478" actId="478"/>
          <ac:spMkLst>
            <pc:docMk/>
            <pc:sldMk cId="3986216800" sldId="263"/>
            <ac:spMk id="12" creationId="{3B49BB8D-ACF4-A76E-90C1-CCBE1088A91B}"/>
          </ac:spMkLst>
        </pc:spChg>
        <pc:spChg chg="del">
          <ac:chgData name="Antle, Rick" userId="c2afbbd2-30e4-4c8e-8af5-81913178ace3" providerId="ADAL" clId="{CFB77525-9F20-4E66-BF3B-5DFD3339E077}" dt="2025-02-26T18:01:02.533" v="481" actId="478"/>
          <ac:spMkLst>
            <pc:docMk/>
            <pc:sldMk cId="3986216800" sldId="263"/>
            <ac:spMk id="13" creationId="{629444A0-1F1C-1CE5-1027-33167F384011}"/>
          </ac:spMkLst>
        </pc:spChg>
        <pc:spChg chg="del">
          <ac:chgData name="Antle, Rick" userId="c2afbbd2-30e4-4c8e-8af5-81913178ace3" providerId="ADAL" clId="{CFB77525-9F20-4E66-BF3B-5DFD3339E077}" dt="2025-02-26T18:01:13.169" v="482" actId="478"/>
          <ac:spMkLst>
            <pc:docMk/>
            <pc:sldMk cId="3986216800" sldId="263"/>
            <ac:spMk id="16" creationId="{89B97F05-8039-9E16-ABFC-AD3F6D59A70C}"/>
          </ac:spMkLst>
        </pc:spChg>
        <pc:spChg chg="add mod">
          <ac:chgData name="Antle, Rick" userId="c2afbbd2-30e4-4c8e-8af5-81913178ace3" providerId="ADAL" clId="{CFB77525-9F20-4E66-BF3B-5DFD3339E077}" dt="2025-02-26T18:06:44.770" v="548" actId="1076"/>
          <ac:spMkLst>
            <pc:docMk/>
            <pc:sldMk cId="3986216800" sldId="263"/>
            <ac:spMk id="21" creationId="{0C8646FA-F5DA-6167-0A73-26593D2FC375}"/>
          </ac:spMkLst>
        </pc:spChg>
        <pc:spChg chg="add mod">
          <ac:chgData name="Antle, Rick" userId="c2afbbd2-30e4-4c8e-8af5-81913178ace3" providerId="ADAL" clId="{CFB77525-9F20-4E66-BF3B-5DFD3339E077}" dt="2025-02-26T18:11:08.942" v="620" actId="1076"/>
          <ac:spMkLst>
            <pc:docMk/>
            <pc:sldMk cId="3986216800" sldId="263"/>
            <ac:spMk id="32" creationId="{AA3A1077-A5BD-819F-3693-9B61E13D9F3E}"/>
          </ac:spMkLst>
        </pc:spChg>
        <pc:spChg chg="add mod">
          <ac:chgData name="Antle, Rick" userId="c2afbbd2-30e4-4c8e-8af5-81913178ace3" providerId="ADAL" clId="{CFB77525-9F20-4E66-BF3B-5DFD3339E077}" dt="2025-02-26T18:22:26.877" v="767" actId="1076"/>
          <ac:spMkLst>
            <pc:docMk/>
            <pc:sldMk cId="3986216800" sldId="263"/>
            <ac:spMk id="33" creationId="{E168D8D2-B3E5-307B-231A-67125E8C00E8}"/>
          </ac:spMkLst>
        </pc:spChg>
        <pc:spChg chg="add mod">
          <ac:chgData name="Antle, Rick" userId="c2afbbd2-30e4-4c8e-8af5-81913178ace3" providerId="ADAL" clId="{CFB77525-9F20-4E66-BF3B-5DFD3339E077}" dt="2025-02-26T18:22:22.467" v="766" actId="1076"/>
          <ac:spMkLst>
            <pc:docMk/>
            <pc:sldMk cId="3986216800" sldId="263"/>
            <ac:spMk id="34" creationId="{A28E50AF-6BD9-BE90-03E7-06A074EEFC3E}"/>
          </ac:spMkLst>
        </pc:spChg>
        <pc:spChg chg="add mod">
          <ac:chgData name="Antle, Rick" userId="c2afbbd2-30e4-4c8e-8af5-81913178ace3" providerId="ADAL" clId="{CFB77525-9F20-4E66-BF3B-5DFD3339E077}" dt="2025-02-26T18:22:31.423" v="768" actId="1076"/>
          <ac:spMkLst>
            <pc:docMk/>
            <pc:sldMk cId="3986216800" sldId="263"/>
            <ac:spMk id="35" creationId="{8D7D219C-8B46-9848-BD98-584B8D706E6A}"/>
          </ac:spMkLst>
        </pc:spChg>
        <pc:cxnChg chg="add mod">
          <ac:chgData name="Antle, Rick" userId="c2afbbd2-30e4-4c8e-8af5-81913178ace3" providerId="ADAL" clId="{CFB77525-9F20-4E66-BF3B-5DFD3339E077}" dt="2025-02-26T18:03:00.979" v="500" actId="14100"/>
          <ac:cxnSpMkLst>
            <pc:docMk/>
            <pc:sldMk cId="3986216800" sldId="263"/>
            <ac:cxnSpMk id="6" creationId="{C560C9D8-377D-386A-10AF-22D0458DB20A}"/>
          </ac:cxnSpMkLst>
        </pc:cxnChg>
        <pc:cxnChg chg="add mod">
          <ac:chgData name="Antle, Rick" userId="c2afbbd2-30e4-4c8e-8af5-81913178ace3" providerId="ADAL" clId="{CFB77525-9F20-4E66-BF3B-5DFD3339E077}" dt="2025-02-26T18:03:17.057" v="502" actId="14100"/>
          <ac:cxnSpMkLst>
            <pc:docMk/>
            <pc:sldMk cId="3986216800" sldId="263"/>
            <ac:cxnSpMk id="7" creationId="{E2FC3A9F-BA25-39F3-D9B7-C1C015F877C1}"/>
          </ac:cxnSpMkLst>
        </pc:cxnChg>
        <pc:cxnChg chg="add mod">
          <ac:chgData name="Antle, Rick" userId="c2afbbd2-30e4-4c8e-8af5-81913178ace3" providerId="ADAL" clId="{CFB77525-9F20-4E66-BF3B-5DFD3339E077}" dt="2025-02-26T18:03:46.854" v="504" actId="14100"/>
          <ac:cxnSpMkLst>
            <pc:docMk/>
            <pc:sldMk cId="3986216800" sldId="263"/>
            <ac:cxnSpMk id="8" creationId="{466DC3C3-543D-DAA5-90E4-49CDDF932715}"/>
          </ac:cxnSpMkLst>
        </pc:cxnChg>
        <pc:cxnChg chg="add mod">
          <ac:chgData name="Antle, Rick" userId="c2afbbd2-30e4-4c8e-8af5-81913178ace3" providerId="ADAL" clId="{CFB77525-9F20-4E66-BF3B-5DFD3339E077}" dt="2025-02-26T18:08:55.312" v="559" actId="14100"/>
          <ac:cxnSpMkLst>
            <pc:docMk/>
            <pc:sldMk cId="3986216800" sldId="263"/>
            <ac:cxnSpMk id="10" creationId="{101DB5D8-ED91-8B79-70D0-01E2DD4A8531}"/>
          </ac:cxnSpMkLst>
        </pc:cxnChg>
        <pc:cxnChg chg="mod">
          <ac:chgData name="Antle, Rick" userId="c2afbbd2-30e4-4c8e-8af5-81913178ace3" providerId="ADAL" clId="{CFB77525-9F20-4E66-BF3B-5DFD3339E077}" dt="2025-02-26T18:01:53.362" v="490" actId="14100"/>
          <ac:cxnSpMkLst>
            <pc:docMk/>
            <pc:sldMk cId="3986216800" sldId="263"/>
            <ac:cxnSpMk id="15" creationId="{4215A51A-1A4A-D296-41B6-C10DC137873B}"/>
          </ac:cxnSpMkLst>
        </pc:cxnChg>
        <pc:cxnChg chg="add mod">
          <ac:chgData name="Antle, Rick" userId="c2afbbd2-30e4-4c8e-8af5-81913178ace3" providerId="ADAL" clId="{CFB77525-9F20-4E66-BF3B-5DFD3339E077}" dt="2025-02-26T18:09:00.850" v="560" actId="14100"/>
          <ac:cxnSpMkLst>
            <pc:docMk/>
            <pc:sldMk cId="3986216800" sldId="263"/>
            <ac:cxnSpMk id="22" creationId="{25A753BA-6A78-0CF9-9D95-3406AB85FD4A}"/>
          </ac:cxnSpMkLst>
        </pc:cxnChg>
        <pc:cxnChg chg="add mod">
          <ac:chgData name="Antle, Rick" userId="c2afbbd2-30e4-4c8e-8af5-81913178ace3" providerId="ADAL" clId="{CFB77525-9F20-4E66-BF3B-5DFD3339E077}" dt="2025-02-26T18:09:14.414" v="562" actId="14100"/>
          <ac:cxnSpMkLst>
            <pc:docMk/>
            <pc:sldMk cId="3986216800" sldId="263"/>
            <ac:cxnSpMk id="24" creationId="{290F951E-A42C-A65E-9063-15F4E41DC795}"/>
          </ac:cxnSpMkLst>
        </pc:cxnChg>
      </pc:sldChg>
      <pc:sldChg chg="addSp delSp modSp new mod chgLayout">
        <pc:chgData name="Antle, Rick" userId="c2afbbd2-30e4-4c8e-8af5-81913178ace3" providerId="ADAL" clId="{CFB77525-9F20-4E66-BF3B-5DFD3339E077}" dt="2025-02-26T20:14:01.553" v="1440" actId="20577"/>
        <pc:sldMkLst>
          <pc:docMk/>
          <pc:sldMk cId="4185565959" sldId="264"/>
        </pc:sldMkLst>
        <pc:spChg chg="mod ord">
          <ac:chgData name="Antle, Rick" userId="c2afbbd2-30e4-4c8e-8af5-81913178ace3" providerId="ADAL" clId="{CFB77525-9F20-4E66-BF3B-5DFD3339E077}" dt="2025-02-26T20:03:48.907" v="804" actId="700"/>
          <ac:spMkLst>
            <pc:docMk/>
            <pc:sldMk cId="4185565959" sldId="264"/>
            <ac:spMk id="2" creationId="{1F76984F-6D36-41DB-4307-ABE480FDA22B}"/>
          </ac:spMkLst>
        </pc:spChg>
        <pc:spChg chg="del">
          <ac:chgData name="Antle, Rick" userId="c2afbbd2-30e4-4c8e-8af5-81913178ace3" providerId="ADAL" clId="{CFB77525-9F20-4E66-BF3B-5DFD3339E077}" dt="2025-02-26T20:02:43.773" v="803" actId="478"/>
          <ac:spMkLst>
            <pc:docMk/>
            <pc:sldMk cId="4185565959" sldId="264"/>
            <ac:spMk id="3" creationId="{01AEEA74-B154-E253-674F-855D0A8A1564}"/>
          </ac:spMkLst>
        </pc:spChg>
        <pc:spChg chg="add mod ord">
          <ac:chgData name="Antle, Rick" userId="c2afbbd2-30e4-4c8e-8af5-81913178ace3" providerId="ADAL" clId="{CFB77525-9F20-4E66-BF3B-5DFD3339E077}" dt="2025-02-26T20:14:01.553" v="1440" actId="20577"/>
          <ac:spMkLst>
            <pc:docMk/>
            <pc:sldMk cId="4185565959" sldId="264"/>
            <ac:spMk id="4" creationId="{67C2EFD7-E51A-666D-B23A-47F4E39273D1}"/>
          </ac:spMkLst>
        </pc:spChg>
        <pc:spChg chg="add mod">
          <ac:chgData name="Antle, Rick" userId="c2afbbd2-30e4-4c8e-8af5-81913178ace3" providerId="ADAL" clId="{CFB77525-9F20-4E66-BF3B-5DFD3339E077}" dt="2025-02-26T20:10:51.052" v="1267" actId="1076"/>
          <ac:spMkLst>
            <pc:docMk/>
            <pc:sldMk cId="4185565959" sldId="264"/>
            <ac:spMk id="5" creationId="{48DA7DE7-360E-A86F-29B3-917F77EFC44C}"/>
          </ac:spMkLst>
        </pc:spChg>
        <pc:spChg chg="add mod">
          <ac:chgData name="Antle, Rick" userId="c2afbbd2-30e4-4c8e-8af5-81913178ace3" providerId="ADAL" clId="{CFB77525-9F20-4E66-BF3B-5DFD3339E077}" dt="2025-02-26T20:13:33.373" v="1379" actId="6549"/>
          <ac:spMkLst>
            <pc:docMk/>
            <pc:sldMk cId="4185565959" sldId="264"/>
            <ac:spMk id="6" creationId="{67E89FE6-A345-A572-5C23-2E15A95EA118}"/>
          </ac:spMkLst>
        </pc:spChg>
      </pc:sldChg>
      <pc:sldChg chg="addSp modSp add mod">
        <pc:chgData name="Antle, Rick" userId="c2afbbd2-30e4-4c8e-8af5-81913178ace3" providerId="ADAL" clId="{CFB77525-9F20-4E66-BF3B-5DFD3339E077}" dt="2025-02-26T20:27:39.122" v="1758"/>
        <pc:sldMkLst>
          <pc:docMk/>
          <pc:sldMk cId="1729383795" sldId="265"/>
        </pc:sldMkLst>
        <pc:spChg chg="mod">
          <ac:chgData name="Antle, Rick" userId="c2afbbd2-30e4-4c8e-8af5-81913178ace3" providerId="ADAL" clId="{CFB77525-9F20-4E66-BF3B-5DFD3339E077}" dt="2025-02-26T20:14:33.010" v="1444" actId="20577"/>
          <ac:spMkLst>
            <pc:docMk/>
            <pc:sldMk cId="1729383795" sldId="265"/>
            <ac:spMk id="2" creationId="{D5CB8580-243F-7B97-2509-614E816B1C14}"/>
          </ac:spMkLst>
        </pc:spChg>
        <pc:spChg chg="add mod">
          <ac:chgData name="Antle, Rick" userId="c2afbbd2-30e4-4c8e-8af5-81913178ace3" providerId="ADAL" clId="{CFB77525-9F20-4E66-BF3B-5DFD3339E077}" dt="2025-02-26T20:19:13.913" v="1613" actId="164"/>
          <ac:spMkLst>
            <pc:docMk/>
            <pc:sldMk cId="1729383795" sldId="265"/>
            <ac:spMk id="3" creationId="{27BEBE74-FA29-EA89-4E67-81081BB08D96}"/>
          </ac:spMkLst>
        </pc:spChg>
        <pc:spChg chg="mod">
          <ac:chgData name="Antle, Rick" userId="c2afbbd2-30e4-4c8e-8af5-81913178ace3" providerId="ADAL" clId="{CFB77525-9F20-4E66-BF3B-5DFD3339E077}" dt="2025-02-26T20:18:51.670" v="1611" actId="20577"/>
          <ac:spMkLst>
            <pc:docMk/>
            <pc:sldMk cId="1729383795" sldId="265"/>
            <ac:spMk id="4" creationId="{01582B4C-C54E-7C93-89BF-FC4B82FA7293}"/>
          </ac:spMkLst>
        </pc:spChg>
        <pc:spChg chg="mod">
          <ac:chgData name="Antle, Rick" userId="c2afbbd2-30e4-4c8e-8af5-81913178ace3" providerId="ADAL" clId="{CFB77525-9F20-4E66-BF3B-5DFD3339E077}" dt="2025-02-26T20:19:00.667" v="1612" actId="164"/>
          <ac:spMkLst>
            <pc:docMk/>
            <pc:sldMk cId="1729383795" sldId="265"/>
            <ac:spMk id="5" creationId="{B7F86840-A039-CDAD-F4AB-C1B6FEBBBBA5}"/>
          </ac:spMkLst>
        </pc:spChg>
        <pc:spChg chg="mod">
          <ac:chgData name="Antle, Rick" userId="c2afbbd2-30e4-4c8e-8af5-81913178ace3" providerId="ADAL" clId="{CFB77525-9F20-4E66-BF3B-5DFD3339E077}" dt="2025-02-26T20:19:25.419" v="1616" actId="1076"/>
          <ac:spMkLst>
            <pc:docMk/>
            <pc:sldMk cId="1729383795" sldId="265"/>
            <ac:spMk id="6" creationId="{1E4B2C0B-723B-E632-6864-15D2B839B6D6}"/>
          </ac:spMkLst>
        </pc:spChg>
        <pc:spChg chg="add mod">
          <ac:chgData name="Antle, Rick" userId="c2afbbd2-30e4-4c8e-8af5-81913178ace3" providerId="ADAL" clId="{CFB77525-9F20-4E66-BF3B-5DFD3339E077}" dt="2025-02-26T20:27:39.122" v="1758"/>
          <ac:spMkLst>
            <pc:docMk/>
            <pc:sldMk cId="1729383795" sldId="265"/>
            <ac:spMk id="11" creationId="{03EA5D10-6253-6B8A-13A6-22511308A1C5}"/>
          </ac:spMkLst>
        </pc:spChg>
        <pc:spChg chg="add mod">
          <ac:chgData name="Antle, Rick" userId="c2afbbd2-30e4-4c8e-8af5-81913178ace3" providerId="ADAL" clId="{CFB77525-9F20-4E66-BF3B-5DFD3339E077}" dt="2025-02-26T20:19:49.947" v="1624"/>
          <ac:spMkLst>
            <pc:docMk/>
            <pc:sldMk cId="1729383795" sldId="265"/>
            <ac:spMk id="12" creationId="{B1CB845A-CBF3-3E50-702A-7E7F7E13B39C}"/>
          </ac:spMkLst>
        </pc:spChg>
        <pc:grpChg chg="add mod">
          <ac:chgData name="Antle, Rick" userId="c2afbbd2-30e4-4c8e-8af5-81913178ace3" providerId="ADAL" clId="{CFB77525-9F20-4E66-BF3B-5DFD3339E077}" dt="2025-02-26T20:19:13.913" v="1613" actId="164"/>
          <ac:grpSpMkLst>
            <pc:docMk/>
            <pc:sldMk cId="1729383795" sldId="265"/>
            <ac:grpSpMk id="9" creationId="{54DFE9B0-0DE6-F026-AC57-545605111ACC}"/>
          </ac:grpSpMkLst>
        </pc:grpChg>
        <pc:grpChg chg="add mod">
          <ac:chgData name="Antle, Rick" userId="c2afbbd2-30e4-4c8e-8af5-81913178ace3" providerId="ADAL" clId="{CFB77525-9F20-4E66-BF3B-5DFD3339E077}" dt="2025-02-26T20:19:18.578" v="1614" actId="1076"/>
          <ac:grpSpMkLst>
            <pc:docMk/>
            <pc:sldMk cId="1729383795" sldId="265"/>
            <ac:grpSpMk id="10" creationId="{9333BF36-A423-784F-5628-4D8D6B6587B0}"/>
          </ac:grpSpMkLst>
        </pc:grpChg>
        <pc:cxnChg chg="add mod">
          <ac:chgData name="Antle, Rick" userId="c2afbbd2-30e4-4c8e-8af5-81913178ace3" providerId="ADAL" clId="{CFB77525-9F20-4E66-BF3B-5DFD3339E077}" dt="2025-02-26T20:19:00.667" v="1612" actId="164"/>
          <ac:cxnSpMkLst>
            <pc:docMk/>
            <pc:sldMk cId="1729383795" sldId="265"/>
            <ac:cxnSpMk id="8" creationId="{70C4B6DA-C8BF-E9AD-3DE6-D007108972E8}"/>
          </ac:cxnSpMkLst>
        </pc:cxnChg>
      </pc:sldChg>
      <pc:sldChg chg="addSp delSp modSp add mod">
        <pc:chgData name="Antle, Rick" userId="c2afbbd2-30e4-4c8e-8af5-81913178ace3" providerId="ADAL" clId="{CFB77525-9F20-4E66-BF3B-5DFD3339E077}" dt="2025-02-26T20:32:25.710" v="2170" actId="1076"/>
        <pc:sldMkLst>
          <pc:docMk/>
          <pc:sldMk cId="3919276546" sldId="266"/>
        </pc:sldMkLst>
        <pc:spChg chg="mod">
          <ac:chgData name="Antle, Rick" userId="c2afbbd2-30e4-4c8e-8af5-81913178ace3" providerId="ADAL" clId="{CFB77525-9F20-4E66-BF3B-5DFD3339E077}" dt="2025-02-26T20:26:14.738" v="1737" actId="20577"/>
          <ac:spMkLst>
            <pc:docMk/>
            <pc:sldMk cId="3919276546" sldId="266"/>
            <ac:spMk id="2" creationId="{48DD3337-1C25-AFDE-FAC7-1401E6AF5709}"/>
          </ac:spMkLst>
        </pc:spChg>
        <pc:spChg chg="del">
          <ac:chgData name="Antle, Rick" userId="c2afbbd2-30e4-4c8e-8af5-81913178ace3" providerId="ADAL" clId="{CFB77525-9F20-4E66-BF3B-5DFD3339E077}" dt="2025-02-26T20:26:24.328" v="1738" actId="478"/>
          <ac:spMkLst>
            <pc:docMk/>
            <pc:sldMk cId="3919276546" sldId="266"/>
            <ac:spMk id="4" creationId="{23FBB4C7-1547-3AE9-EA94-0C134CA07B1E}"/>
          </ac:spMkLst>
        </pc:spChg>
        <pc:spChg chg="mod">
          <ac:chgData name="Antle, Rick" userId="c2afbbd2-30e4-4c8e-8af5-81913178ace3" providerId="ADAL" clId="{CFB77525-9F20-4E66-BF3B-5DFD3339E077}" dt="2025-02-26T20:31:23.171" v="2157" actId="20577"/>
          <ac:spMkLst>
            <pc:docMk/>
            <pc:sldMk cId="3919276546" sldId="266"/>
            <ac:spMk id="11" creationId="{CA1AE12C-3614-88AF-A5FC-C1C7725D1BEF}"/>
          </ac:spMkLst>
        </pc:spChg>
        <pc:spChg chg="add del mod">
          <ac:chgData name="Antle, Rick" userId="c2afbbd2-30e4-4c8e-8af5-81913178ace3" providerId="ADAL" clId="{CFB77525-9F20-4E66-BF3B-5DFD3339E077}" dt="2025-02-26T20:26:26.575" v="1739" actId="478"/>
          <ac:spMkLst>
            <pc:docMk/>
            <pc:sldMk cId="3919276546" sldId="266"/>
            <ac:spMk id="12" creationId="{72320923-6D74-FA21-C359-C4F154030479}"/>
          </ac:spMkLst>
        </pc:spChg>
        <pc:spChg chg="add mod">
          <ac:chgData name="Antle, Rick" userId="c2afbbd2-30e4-4c8e-8af5-81913178ace3" providerId="ADAL" clId="{CFB77525-9F20-4E66-BF3B-5DFD3339E077}" dt="2025-02-26T20:32:25.710" v="2170" actId="1076"/>
          <ac:spMkLst>
            <pc:docMk/>
            <pc:sldMk cId="3919276546" sldId="266"/>
            <ac:spMk id="13" creationId="{503094D2-B79F-6CC7-E8A5-AF11E7A47CF1}"/>
          </ac:spMkLst>
        </pc:spChg>
        <pc:grpChg chg="del">
          <ac:chgData name="Antle, Rick" userId="c2afbbd2-30e4-4c8e-8af5-81913178ace3" providerId="ADAL" clId="{CFB77525-9F20-4E66-BF3B-5DFD3339E077}" dt="2025-02-26T20:26:31.379" v="1740" actId="478"/>
          <ac:grpSpMkLst>
            <pc:docMk/>
            <pc:sldMk cId="3919276546" sldId="266"/>
            <ac:grpSpMk id="10" creationId="{22A248BB-6ED9-7150-9BCF-7FE672715312}"/>
          </ac:grpSpMkLst>
        </pc:grpChg>
      </pc:sldChg>
      <pc:sldChg chg="addSp delSp modSp add mod chgLayout">
        <pc:chgData name="Antle, Rick" userId="c2afbbd2-30e4-4c8e-8af5-81913178ace3" providerId="ADAL" clId="{CFB77525-9F20-4E66-BF3B-5DFD3339E077}" dt="2025-02-26T20:36:09.015" v="2428" actId="20577"/>
        <pc:sldMkLst>
          <pc:docMk/>
          <pc:sldMk cId="3604866722" sldId="267"/>
        </pc:sldMkLst>
        <pc:spChg chg="mod ord">
          <ac:chgData name="Antle, Rick" userId="c2afbbd2-30e4-4c8e-8af5-81913178ace3" providerId="ADAL" clId="{CFB77525-9F20-4E66-BF3B-5DFD3339E077}" dt="2025-02-26T20:34:22.265" v="2304" actId="700"/>
          <ac:spMkLst>
            <pc:docMk/>
            <pc:sldMk cId="3604866722" sldId="267"/>
            <ac:spMk id="2" creationId="{31DF7950-DBB3-FFC5-176D-3B1389C4D5E1}"/>
          </ac:spMkLst>
        </pc:spChg>
        <pc:spChg chg="add mod ord">
          <ac:chgData name="Antle, Rick" userId="c2afbbd2-30e4-4c8e-8af5-81913178ace3" providerId="ADAL" clId="{CFB77525-9F20-4E66-BF3B-5DFD3339E077}" dt="2025-02-26T20:36:09.015" v="2428" actId="20577"/>
          <ac:spMkLst>
            <pc:docMk/>
            <pc:sldMk cId="3604866722" sldId="267"/>
            <ac:spMk id="3" creationId="{AACB34C7-A12A-8280-AFA5-D91831768182}"/>
          </ac:spMkLst>
        </pc:spChg>
        <pc:spChg chg="add del mod">
          <ac:chgData name="Antle, Rick" userId="c2afbbd2-30e4-4c8e-8af5-81913178ace3" providerId="ADAL" clId="{CFB77525-9F20-4E66-BF3B-5DFD3339E077}" dt="2025-02-26T20:34:36.655" v="2307" actId="478"/>
          <ac:spMkLst>
            <pc:docMk/>
            <pc:sldMk cId="3604866722" sldId="267"/>
            <ac:spMk id="5" creationId="{9073CCE9-8CB3-C9F6-964A-553D3926EB0F}"/>
          </ac:spMkLst>
        </pc:spChg>
        <pc:spChg chg="mod">
          <ac:chgData name="Antle, Rick" userId="c2afbbd2-30e4-4c8e-8af5-81913178ace3" providerId="ADAL" clId="{CFB77525-9F20-4E66-BF3B-5DFD3339E077}" dt="2025-02-26T20:35:44.725" v="2376" actId="20577"/>
          <ac:spMkLst>
            <pc:docMk/>
            <pc:sldMk cId="3604866722" sldId="267"/>
            <ac:spMk id="11" creationId="{9EEE6138-BFBA-10B0-4BF7-91817FCDFE1E}"/>
          </ac:spMkLst>
        </pc:spChg>
        <pc:spChg chg="del">
          <ac:chgData name="Antle, Rick" userId="c2afbbd2-30e4-4c8e-8af5-81913178ace3" providerId="ADAL" clId="{CFB77525-9F20-4E66-BF3B-5DFD3339E077}" dt="2025-02-26T20:34:58.625" v="2311" actId="478"/>
          <ac:spMkLst>
            <pc:docMk/>
            <pc:sldMk cId="3604866722" sldId="267"/>
            <ac:spMk id="13" creationId="{7214BCD1-A69B-4739-AEF6-8A9BAD06384A}"/>
          </ac:spMkLst>
        </pc:spChg>
      </pc:sldChg>
      <pc:sldChg chg="addSp delSp modSp new mod modClrScheme chgLayout">
        <pc:chgData name="Antle, Rick" userId="c2afbbd2-30e4-4c8e-8af5-81913178ace3" providerId="ADAL" clId="{CFB77525-9F20-4E66-BF3B-5DFD3339E077}" dt="2025-02-26T20:43:05.490" v="2479" actId="478"/>
        <pc:sldMkLst>
          <pc:docMk/>
          <pc:sldMk cId="1363630684" sldId="268"/>
        </pc:sldMkLst>
        <pc:spChg chg="add mod">
          <ac:chgData name="Antle, Rick" userId="c2afbbd2-30e4-4c8e-8af5-81913178ace3" providerId="ADAL" clId="{CFB77525-9F20-4E66-BF3B-5DFD3339E077}" dt="2025-02-26T20:41:52.070" v="2474" actId="20577"/>
          <ac:spMkLst>
            <pc:docMk/>
            <pc:sldMk cId="1363630684" sldId="268"/>
            <ac:spMk id="2" creationId="{376D0360-1693-9D50-9DBD-6E58DF2B9E10}"/>
          </ac:spMkLst>
        </pc:spChg>
        <pc:picChg chg="add mod">
          <ac:chgData name="Antle, Rick" userId="c2afbbd2-30e4-4c8e-8af5-81913178ace3" providerId="ADAL" clId="{CFB77525-9F20-4E66-BF3B-5DFD3339E077}" dt="2025-02-26T20:42:25.840" v="2476" actId="1076"/>
          <ac:picMkLst>
            <pc:docMk/>
            <pc:sldMk cId="1363630684" sldId="268"/>
            <ac:picMk id="4" creationId="{BEFF58DA-D842-1C34-1F31-E7BCD3697E49}"/>
          </ac:picMkLst>
        </pc:picChg>
        <pc:picChg chg="add del mod">
          <ac:chgData name="Antle, Rick" userId="c2afbbd2-30e4-4c8e-8af5-81913178ace3" providerId="ADAL" clId="{CFB77525-9F20-4E66-BF3B-5DFD3339E077}" dt="2025-02-26T20:43:05.490" v="2479" actId="478"/>
          <ac:picMkLst>
            <pc:docMk/>
            <pc:sldMk cId="1363630684" sldId="268"/>
            <ac:picMk id="5" creationId="{FC6B5A22-E7EA-FB99-D2A4-BF1C53B7A8B7}"/>
          </ac:picMkLst>
        </pc:picChg>
      </pc:sldChg>
      <pc:sldChg chg="addSp delSp modSp add mod">
        <pc:chgData name="Antle, Rick" userId="c2afbbd2-30e4-4c8e-8af5-81913178ace3" providerId="ADAL" clId="{CFB77525-9F20-4E66-BF3B-5DFD3339E077}" dt="2025-02-26T20:44:55.528" v="2484" actId="1076"/>
        <pc:sldMkLst>
          <pc:docMk/>
          <pc:sldMk cId="900344372" sldId="269"/>
        </pc:sldMkLst>
        <pc:picChg chg="del">
          <ac:chgData name="Antle, Rick" userId="c2afbbd2-30e4-4c8e-8af5-81913178ace3" providerId="ADAL" clId="{CFB77525-9F20-4E66-BF3B-5DFD3339E077}" dt="2025-02-26T20:44:34.959" v="2482" actId="478"/>
          <ac:picMkLst>
            <pc:docMk/>
            <pc:sldMk cId="900344372" sldId="269"/>
            <ac:picMk id="4" creationId="{BD09A3BF-9936-B642-CD08-B0A7FCB5EB66}"/>
          </ac:picMkLst>
        </pc:picChg>
        <pc:picChg chg="add mod">
          <ac:chgData name="Antle, Rick" userId="c2afbbd2-30e4-4c8e-8af5-81913178ace3" providerId="ADAL" clId="{CFB77525-9F20-4E66-BF3B-5DFD3339E077}" dt="2025-02-26T20:44:55.528" v="2484" actId="1076"/>
          <ac:picMkLst>
            <pc:docMk/>
            <pc:sldMk cId="900344372" sldId="269"/>
            <ac:picMk id="5" creationId="{D85FF947-90B5-0C41-80EF-FF638F4FF285}"/>
          </ac:picMkLst>
        </pc:picChg>
      </pc:sldChg>
      <pc:sldChg chg="addSp delSp modSp add mod">
        <pc:chgData name="Antle, Rick" userId="c2afbbd2-30e4-4c8e-8af5-81913178ace3" providerId="ADAL" clId="{CFB77525-9F20-4E66-BF3B-5DFD3339E077}" dt="2025-02-26T20:45:30.630" v="2487" actId="1076"/>
        <pc:sldMkLst>
          <pc:docMk/>
          <pc:sldMk cId="1053348812" sldId="270"/>
        </pc:sldMkLst>
        <pc:picChg chg="del">
          <ac:chgData name="Antle, Rick" userId="c2afbbd2-30e4-4c8e-8af5-81913178ace3" providerId="ADAL" clId="{CFB77525-9F20-4E66-BF3B-5DFD3339E077}" dt="2025-02-26T20:45:07.322" v="2485" actId="478"/>
          <ac:picMkLst>
            <pc:docMk/>
            <pc:sldMk cId="1053348812" sldId="270"/>
            <ac:picMk id="4" creationId="{2D9D8013-31A8-CE1A-1499-A5EF78C4DA88}"/>
          </ac:picMkLst>
        </pc:picChg>
        <pc:picChg chg="add mod">
          <ac:chgData name="Antle, Rick" userId="c2afbbd2-30e4-4c8e-8af5-81913178ace3" providerId="ADAL" clId="{CFB77525-9F20-4E66-BF3B-5DFD3339E077}" dt="2025-02-26T20:45:30.630" v="2487" actId="1076"/>
          <ac:picMkLst>
            <pc:docMk/>
            <pc:sldMk cId="1053348812" sldId="270"/>
            <ac:picMk id="5" creationId="{88221F9E-1266-C9E4-4B84-5CE340C0DF62}"/>
          </ac:picMkLst>
        </pc:picChg>
      </pc:sldChg>
      <pc:sldChg chg="modSp new mod">
        <pc:chgData name="Antle, Rick" userId="c2afbbd2-30e4-4c8e-8af5-81913178ace3" providerId="ADAL" clId="{CFB77525-9F20-4E66-BF3B-5DFD3339E077}" dt="2025-02-26T20:46:05.175" v="2515" actId="20577"/>
        <pc:sldMkLst>
          <pc:docMk/>
          <pc:sldMk cId="36407297" sldId="271"/>
        </pc:sldMkLst>
        <pc:spChg chg="mod">
          <ac:chgData name="Antle, Rick" userId="c2afbbd2-30e4-4c8e-8af5-81913178ace3" providerId="ADAL" clId="{CFB77525-9F20-4E66-BF3B-5DFD3339E077}" dt="2025-02-26T20:46:05.175" v="2515" actId="20577"/>
          <ac:spMkLst>
            <pc:docMk/>
            <pc:sldMk cId="36407297" sldId="271"/>
            <ac:spMk id="2" creationId="{0B7ED452-01DD-9E79-2A24-690D423F01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F1A8-628C-9EDD-A196-70CB262DC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34E15-80D7-FDD1-F797-065DD92E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FBC9-89C4-82DE-DCF2-E32BB647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C8A8F-A816-9B27-8867-6363B0F7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97833-CE5D-3022-4676-0B0F4770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A255-5352-8491-8439-42958226B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9F802-EE2E-729D-F763-B23543766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BC61F-8D59-E984-A9EE-BE484473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DED18-D4B3-CCA2-EC9E-E4E31664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708C0-EBF1-C73F-7621-BFE11418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0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6260-A41D-528D-B4E7-FB740050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1B5A3-FA56-7C90-3735-4268A279A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0C37C-8479-6DDC-DB6F-C3F58C5EE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27ED7-090C-F533-EAC4-9E7E2DC2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928B2-4AA1-26DB-E1D6-0B1B0A49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1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A011-FE0A-AFE4-B8BC-F01F995A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0E3C7-FE96-D1B7-710D-8D96FB7DC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F9C7A-02F0-3751-FEE9-B005CB6B5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07407-1D40-6EDA-F937-B48BE561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AD4E4-952B-8D3B-314A-06DB16C8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B48B4-2616-F498-582C-3128D982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9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532D-DF20-6DFE-87D4-53FF7F75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4CBD1-1988-1466-45D0-3792EFAD8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90B3B-810E-B372-57AE-D1CEE4FE1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256AD-2818-C6CF-07BE-2DF1EE9AB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BAA89-64C1-960C-9492-0A0382E23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D263C-9A57-1B82-C660-F60318A7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0FEBB-F947-0231-8772-F5F17B02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99C1C-C157-B5C5-1214-D0DE0241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3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6A0C9-C460-CA6B-D7C3-552F6E97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FEA97-79AB-7FF9-7619-48791043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BC7E8-14A5-4970-8629-A6968279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69EBE-A1BF-819B-70A4-86304326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8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47937-8878-2FFB-2FCE-72657C75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96BC1-7F16-2626-E184-40C9CFF9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71AFB-6ACA-2ED1-AB15-64608BDA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2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85A06-454F-B3B8-6F8F-AC5E027D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D40F3-38C7-5D63-F0AE-2CB713A73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6E312-A1A3-5193-8DD8-9B00AE3A1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37E07-E09B-D9A4-B696-080F08AD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B2175-DA8B-8C06-DB06-C9250112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FB70A-4B61-EF89-431B-449BC6B2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03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38CC-3177-3671-C017-2D46E8D22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B7651-85F2-BDC5-475D-ED6007B76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F55E0-0806-F1BD-BB4C-9BD35BB52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5A0C2-A2FD-6C4A-5032-5F896D94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C85-63D8-3CE2-0C7D-1FC80763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CC4E-DA54-E99F-BA40-EF298E74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1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80CC-375A-C7A8-B759-FC97EDD6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B07-ACF6-789E-15BF-B91F17627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4C0F1-FB8C-B3F3-C8D5-E2B6E168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ECE2-5A2B-C77D-D93C-B1590D33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05939-A8B7-6051-BD5B-6AE8C31C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0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A6004-0696-723B-A2D9-15C51F459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940E6-67A6-C2DD-0FBE-5E3CC0EDB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ECA17-179A-CEFD-6AC0-046760E8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D846C-5D3B-1724-F39B-EACDB7A4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48ED5-E0EA-85B1-27E1-C33F275D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8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3D696-CEE2-4D81-E41D-6AD40936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4461E-6E99-31FC-F457-7CA6B5422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FB41A-4707-839C-7F5B-8AAB32A4C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2E989-1A44-48F1-BF92-ABE2E739688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19F67-90CD-3887-3401-E04BD28BC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76CF8-C196-07AB-EA47-2BB256DC4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D0327-480C-4C31-8436-9006F52D7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7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BA57-6E5F-830C-56DC-7382F7B9B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Reconciliation Worksheet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7AF22-BAF2-CEF6-5942-901942E4A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Reconciling Net Income and Cash Flow from Operations Using the Worksheet in the YALEiE </a:t>
            </a:r>
            <a:r>
              <a:rPr lang="en-US" dirty="0" err="1"/>
              <a:t>Reconciliation_Tool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6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181E-1147-DF23-B107-7F2D20F0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 Statement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482050-0A04-38D3-C570-4F4557BA7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Cash flow statements explain the change in cash: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Ralphy’s Business: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2ACBA-C021-CD2F-4917-68376A521056}"/>
              </a:ext>
            </a:extLst>
          </p:cNvPr>
          <p:cNvSpPr txBox="1"/>
          <p:nvPr/>
        </p:nvSpPr>
        <p:spPr>
          <a:xfrm>
            <a:off x="1020278" y="2648872"/>
            <a:ext cx="198163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Cash @ Beginning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76987-B8CA-B864-1C1B-A84A3DC248EA}"/>
              </a:ext>
            </a:extLst>
          </p:cNvPr>
          <p:cNvSpPr txBox="1"/>
          <p:nvPr/>
        </p:nvSpPr>
        <p:spPr>
          <a:xfrm>
            <a:off x="8928145" y="2638712"/>
            <a:ext cx="13917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Cash @ End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29F661-EF7C-3362-DD59-4828393BD903}"/>
              </a:ext>
            </a:extLst>
          </p:cNvPr>
          <p:cNvCxnSpPr/>
          <p:nvPr/>
        </p:nvCxnSpPr>
        <p:spPr>
          <a:xfrm flipV="1">
            <a:off x="3325707" y="2763520"/>
            <a:ext cx="5323840" cy="47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112C4A-F28C-4BCB-87C9-4E0C931144D3}"/>
              </a:ext>
            </a:extLst>
          </p:cNvPr>
          <p:cNvSpPr txBox="1"/>
          <p:nvPr/>
        </p:nvSpPr>
        <p:spPr>
          <a:xfrm>
            <a:off x="5294786" y="3136195"/>
            <a:ext cx="73609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Why?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E9B908-FC13-E03F-3D66-D34411B5F325}"/>
              </a:ext>
            </a:extLst>
          </p:cNvPr>
          <p:cNvGrpSpPr/>
          <p:nvPr/>
        </p:nvGrpSpPr>
        <p:grpSpPr>
          <a:xfrm>
            <a:off x="1765879" y="4651283"/>
            <a:ext cx="8229980" cy="832237"/>
            <a:chOff x="1765879" y="4651283"/>
            <a:chExt cx="8229980" cy="8322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3ABF09-2923-C528-6228-55DD95045709}"/>
                </a:ext>
              </a:extLst>
            </p:cNvPr>
            <p:cNvSpPr txBox="1"/>
            <p:nvPr/>
          </p:nvSpPr>
          <p:spPr>
            <a:xfrm>
              <a:off x="1765879" y="4661443"/>
              <a:ext cx="431528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$0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928007-D684-C3F2-F053-D908EED51ACC}"/>
                </a:ext>
              </a:extLst>
            </p:cNvPr>
            <p:cNvSpPr txBox="1"/>
            <p:nvPr/>
          </p:nvSpPr>
          <p:spPr>
            <a:xfrm>
              <a:off x="9128314" y="4651283"/>
              <a:ext cx="867545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$40.05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09F5CAC-4215-1AEF-144A-5E8ABAFDE452}"/>
                </a:ext>
              </a:extLst>
            </p:cNvPr>
            <p:cNvCxnSpPr/>
            <p:nvPr/>
          </p:nvCxnSpPr>
          <p:spPr>
            <a:xfrm flipV="1">
              <a:off x="3349413" y="4792133"/>
              <a:ext cx="5323840" cy="474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788788-F58C-BD9B-BD98-DF9898047DB1}"/>
                </a:ext>
              </a:extLst>
            </p:cNvPr>
            <p:cNvSpPr txBox="1"/>
            <p:nvPr/>
          </p:nvSpPr>
          <p:spPr>
            <a:xfrm>
              <a:off x="4090381" y="5114188"/>
              <a:ext cx="3168672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Why the increase of $40.05?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58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7D12-0193-59E2-B7DC-BB9AD583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Cash T-account Has All the Amounts of Increases (Debits) and Decreases (Credits)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46CC5-6027-1EE6-CF42-24F827CA7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49" y="1888392"/>
            <a:ext cx="5734850" cy="452500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30E83D4-F443-B6EB-98B3-41F3269698DF}"/>
              </a:ext>
            </a:extLst>
          </p:cNvPr>
          <p:cNvSpPr/>
          <p:nvPr/>
        </p:nvSpPr>
        <p:spPr>
          <a:xfrm>
            <a:off x="5165559" y="2847475"/>
            <a:ext cx="609599" cy="5694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5F2627E2-C9D3-7923-E891-BB66EF164450}"/>
              </a:ext>
            </a:extLst>
          </p:cNvPr>
          <p:cNvSpPr/>
          <p:nvPr/>
        </p:nvSpPr>
        <p:spPr>
          <a:xfrm>
            <a:off x="2374231" y="3336757"/>
            <a:ext cx="425116" cy="2542674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3EBD43B-A221-04F5-1909-8BAFA2406C69}"/>
              </a:ext>
            </a:extLst>
          </p:cNvPr>
          <p:cNvSpPr/>
          <p:nvPr/>
        </p:nvSpPr>
        <p:spPr>
          <a:xfrm rot="10800000">
            <a:off x="8614610" y="3352798"/>
            <a:ext cx="425116" cy="2542674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2CEDB3-96B7-7A21-4C5D-00235B092986}"/>
              </a:ext>
            </a:extLst>
          </p:cNvPr>
          <p:cNvSpPr txBox="1"/>
          <p:nvPr/>
        </p:nvSpPr>
        <p:spPr>
          <a:xfrm>
            <a:off x="994611" y="4403559"/>
            <a:ext cx="1157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8D75F-18A7-EB04-236C-814FBD6BCF03}"/>
              </a:ext>
            </a:extLst>
          </p:cNvPr>
          <p:cNvSpPr txBox="1"/>
          <p:nvPr/>
        </p:nvSpPr>
        <p:spPr>
          <a:xfrm>
            <a:off x="9127958" y="4443665"/>
            <a:ext cx="125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Decreases</a:t>
            </a:r>
          </a:p>
        </p:txBody>
      </p:sp>
    </p:spTree>
    <p:extLst>
      <p:ext uri="{BB962C8B-B14F-4D97-AF65-F5344CB8AC3E}">
        <p14:creationId xmlns:p14="http://schemas.microsoft.com/office/powerpoint/2010/main" val="82452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96296E-6 L 2.08333E-6 0.442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8" grpId="0" animBg="1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92F3-85AC-C826-C609-36B7FC62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Are Not Going to Report Every Debit and Credit to Cash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592E4-10C7-1C52-F0B4-962818AB3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about it – McDonald’s trying to report every cash sale, etc.</a:t>
            </a:r>
          </a:p>
          <a:p>
            <a:r>
              <a:rPr lang="en-US" dirty="0"/>
              <a:t>We are going to group the changes into three categories:</a:t>
            </a:r>
          </a:p>
          <a:p>
            <a:pPr lvl="1"/>
            <a:r>
              <a:rPr lang="en-US" dirty="0"/>
              <a:t>Operating</a:t>
            </a:r>
          </a:p>
          <a:p>
            <a:pPr lvl="1"/>
            <a:r>
              <a:rPr lang="en-US" dirty="0"/>
              <a:t>Investing</a:t>
            </a:r>
          </a:p>
          <a:p>
            <a:pPr lvl="1"/>
            <a:r>
              <a:rPr lang="en-US" dirty="0"/>
              <a:t>Financing</a:t>
            </a:r>
          </a:p>
          <a:p>
            <a:r>
              <a:rPr lang="en-US" dirty="0"/>
              <a:t>Learning-Accounting site has a brief discussion of these categories.</a:t>
            </a:r>
          </a:p>
        </p:txBody>
      </p:sp>
    </p:spTree>
    <p:extLst>
      <p:ext uri="{BB962C8B-B14F-4D97-AF65-F5344CB8AC3E}">
        <p14:creationId xmlns:p14="http://schemas.microsoft.com/office/powerpoint/2010/main" val="293789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65B7-975A-4497-926F-1B3D7BF6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F84-0C5F-84BF-9C23-29C4D13D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Cash T-Account Statement of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B059A-20A5-8EC8-A1F4-F52EFD39E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49" y="1888392"/>
            <a:ext cx="5734850" cy="4525006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28B57381-F859-D47B-4D75-9C471F9CF84D}"/>
              </a:ext>
            </a:extLst>
          </p:cNvPr>
          <p:cNvSpPr/>
          <p:nvPr/>
        </p:nvSpPr>
        <p:spPr>
          <a:xfrm>
            <a:off x="2374231" y="3336757"/>
            <a:ext cx="425116" cy="2542674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57417CAB-F0E9-7AA4-8B0B-FADAB1C54B9F}"/>
              </a:ext>
            </a:extLst>
          </p:cNvPr>
          <p:cNvSpPr/>
          <p:nvPr/>
        </p:nvSpPr>
        <p:spPr>
          <a:xfrm rot="10800000">
            <a:off x="8614610" y="3352798"/>
            <a:ext cx="425116" cy="2542674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808B9-7FF0-3528-E50E-4FB404ECB4D1}"/>
              </a:ext>
            </a:extLst>
          </p:cNvPr>
          <p:cNvSpPr txBox="1"/>
          <p:nvPr/>
        </p:nvSpPr>
        <p:spPr>
          <a:xfrm>
            <a:off x="9120517" y="2037432"/>
            <a:ext cx="26316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sort these</a:t>
            </a:r>
          </a:p>
          <a:p>
            <a:r>
              <a:rPr lang="en-US" dirty="0"/>
              <a:t>into whether they arose</a:t>
            </a:r>
          </a:p>
          <a:p>
            <a:r>
              <a:rPr lang="en-US" dirty="0"/>
              <a:t>from operating, investing</a:t>
            </a:r>
          </a:p>
          <a:p>
            <a:r>
              <a:rPr lang="en-US" dirty="0"/>
              <a:t>or financing activities.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910AF-CB9E-06E6-8F0B-A738E18EC4C4}"/>
              </a:ext>
            </a:extLst>
          </p:cNvPr>
          <p:cNvSpPr txBox="1"/>
          <p:nvPr/>
        </p:nvSpPr>
        <p:spPr>
          <a:xfrm>
            <a:off x="8971260" y="3839522"/>
            <a:ext cx="16804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That’s what the Cash Flow</a:t>
            </a:r>
          </a:p>
          <a:p>
            <a:r>
              <a:rPr lang="en-US" dirty="0"/>
              <a:t>Column (I) in the Journal is for.															</a:t>
            </a:r>
          </a:p>
        </p:txBody>
      </p:sp>
    </p:spTree>
    <p:extLst>
      <p:ext uri="{BB962C8B-B14F-4D97-AF65-F5344CB8AC3E}">
        <p14:creationId xmlns:p14="http://schemas.microsoft.com/office/powerpoint/2010/main" val="288929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BC84C155-47B2-411B-8FBE-9373A96A6F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92" r="15514" b="21560"/>
          <a:stretch/>
        </p:blipFill>
        <p:spPr>
          <a:xfrm>
            <a:off x="4523052" y="1526227"/>
            <a:ext cx="3838628" cy="3780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A71466-0147-D238-F0D3-A0EDCE25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Tool: Cash Flow Tool on Tools Tab</a:t>
            </a:r>
          </a:p>
        </p:txBody>
      </p:sp>
      <p:pic>
        <p:nvPicPr>
          <p:cNvPr id="3" name="Picture 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F625F6C4-F4BF-5570-0C1B-670EA756B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53" y="1462520"/>
            <a:ext cx="5324475" cy="481965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948321D-ECED-1A19-03BB-06952ABA3CD6}"/>
              </a:ext>
            </a:extLst>
          </p:cNvPr>
          <p:cNvGrpSpPr/>
          <p:nvPr/>
        </p:nvGrpSpPr>
        <p:grpSpPr>
          <a:xfrm>
            <a:off x="3596640" y="2397760"/>
            <a:ext cx="5486400" cy="2712720"/>
            <a:chOff x="3596640" y="2397760"/>
            <a:chExt cx="5486400" cy="271272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AAE920A-6904-3773-DED3-AE959C045133}"/>
                </a:ext>
              </a:extLst>
            </p:cNvPr>
            <p:cNvSpPr/>
            <p:nvPr/>
          </p:nvSpPr>
          <p:spPr>
            <a:xfrm>
              <a:off x="8229600" y="2397760"/>
              <a:ext cx="853440" cy="2692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78E5DC2-6AD0-D109-E809-505A5CA4D98F}"/>
                </a:ext>
              </a:extLst>
            </p:cNvPr>
            <p:cNvSpPr/>
            <p:nvPr/>
          </p:nvSpPr>
          <p:spPr>
            <a:xfrm>
              <a:off x="3596640" y="2418080"/>
              <a:ext cx="853440" cy="2692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21A8E0-AA05-DB02-8817-60FC3D188CF5}"/>
              </a:ext>
            </a:extLst>
          </p:cNvPr>
          <p:cNvSpPr/>
          <p:nvPr/>
        </p:nvSpPr>
        <p:spPr>
          <a:xfrm>
            <a:off x="4165600" y="5306810"/>
            <a:ext cx="2286000" cy="9753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67E07-622F-B65B-2DD3-07D73160060A}"/>
              </a:ext>
            </a:extLst>
          </p:cNvPr>
          <p:cNvSpPr txBox="1"/>
          <p:nvPr/>
        </p:nvSpPr>
        <p:spPr>
          <a:xfrm>
            <a:off x="796960" y="3231841"/>
            <a:ext cx="272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Labels taken from Journal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D1AF0-0ABF-5B54-7C23-73E0E9A80ED4}"/>
              </a:ext>
            </a:extLst>
          </p:cNvPr>
          <p:cNvSpPr txBox="1"/>
          <p:nvPr/>
        </p:nvSpPr>
        <p:spPr>
          <a:xfrm>
            <a:off x="367999" y="5511659"/>
            <a:ext cx="3228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Labels used to calculate totals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79E10-4F2D-19C9-9F2A-D7D7570D04AD}"/>
              </a:ext>
            </a:extLst>
          </p:cNvPr>
          <p:cNvSpPr txBox="1"/>
          <p:nvPr/>
        </p:nvSpPr>
        <p:spPr>
          <a:xfrm>
            <a:off x="1105284" y="1722535"/>
            <a:ext cx="175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Cash T-account</a:t>
            </a:r>
          </a:p>
        </p:txBody>
      </p:sp>
    </p:spTree>
    <p:extLst>
      <p:ext uri="{BB962C8B-B14F-4D97-AF65-F5344CB8AC3E}">
        <p14:creationId xmlns:p14="http://schemas.microsoft.com/office/powerpoint/2010/main" val="150436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B67A-BAEB-2868-8F2D-82494DCA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Thing: Reconcile Cash Flow from Operations and Net Income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9C5C77-F515-79D1-7424-803A0687B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161" y="2035885"/>
            <a:ext cx="3848637" cy="3477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CEAEF6-33AB-364B-77D1-FCACB6D34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256" y="2347761"/>
            <a:ext cx="3648584" cy="216247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A2912DA-A060-1226-AE9B-6770BD013A8D}"/>
              </a:ext>
            </a:extLst>
          </p:cNvPr>
          <p:cNvSpPr/>
          <p:nvPr/>
        </p:nvSpPr>
        <p:spPr>
          <a:xfrm>
            <a:off x="4362721" y="4066675"/>
            <a:ext cx="609599" cy="5694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FE837C-8A10-9735-6EFC-858472AE6712}"/>
              </a:ext>
            </a:extLst>
          </p:cNvPr>
          <p:cNvSpPr/>
          <p:nvPr/>
        </p:nvSpPr>
        <p:spPr>
          <a:xfrm>
            <a:off x="10489199" y="5082675"/>
            <a:ext cx="609599" cy="5694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4FA224-CCCA-938A-187C-4E1E2549CC87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4972320" y="4351422"/>
            <a:ext cx="5516879" cy="10160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DEDC5F-4D64-911C-6791-4FFA4BED6978}"/>
              </a:ext>
            </a:extLst>
          </p:cNvPr>
          <p:cNvSpPr txBox="1"/>
          <p:nvPr/>
        </p:nvSpPr>
        <p:spPr>
          <a:xfrm>
            <a:off x="1093202" y="5367422"/>
            <a:ext cx="5713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Why are these numbers different?</a:t>
            </a:r>
          </a:p>
        </p:txBody>
      </p:sp>
    </p:spTree>
    <p:extLst>
      <p:ext uri="{BB962C8B-B14F-4D97-AF65-F5344CB8AC3E}">
        <p14:creationId xmlns:p14="http://schemas.microsoft.com/office/powerpoint/2010/main" val="203636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FB22-2E00-4EB0-F0EC-D250A1419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C70F-0B1A-6A06-F340-EA4AB0C1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6D24E1-06EA-7622-EFBA-BF199ED6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161" y="2035885"/>
            <a:ext cx="3848637" cy="3477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2E98DF-BC22-73DE-6BF1-F1C17C2A7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256" y="2347761"/>
            <a:ext cx="3648584" cy="216247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15A51A-1A4A-D296-41B6-C10DC137873B}"/>
              </a:ext>
            </a:extLst>
          </p:cNvPr>
          <p:cNvCxnSpPr>
            <a:cxnSpLocks/>
          </p:cNvCxnSpPr>
          <p:nvPr/>
        </p:nvCxnSpPr>
        <p:spPr>
          <a:xfrm flipV="1">
            <a:off x="4844729" y="2870791"/>
            <a:ext cx="5458220" cy="65050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60C9D8-377D-386A-10AF-22D0458DB20A}"/>
              </a:ext>
            </a:extLst>
          </p:cNvPr>
          <p:cNvCxnSpPr>
            <a:cxnSpLocks/>
          </p:cNvCxnSpPr>
          <p:nvPr/>
        </p:nvCxnSpPr>
        <p:spPr>
          <a:xfrm>
            <a:off x="4941840" y="3710713"/>
            <a:ext cx="5361109" cy="14902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FC3A9F-BA25-39F3-D9B7-C1C015F877C1}"/>
              </a:ext>
            </a:extLst>
          </p:cNvPr>
          <p:cNvCxnSpPr>
            <a:cxnSpLocks/>
          </p:cNvCxnSpPr>
          <p:nvPr/>
        </p:nvCxnSpPr>
        <p:spPr>
          <a:xfrm>
            <a:off x="4893284" y="3935217"/>
            <a:ext cx="5686111" cy="88140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6DC3C3-543D-DAA5-90E4-49CDDF932715}"/>
              </a:ext>
            </a:extLst>
          </p:cNvPr>
          <p:cNvCxnSpPr>
            <a:cxnSpLocks/>
          </p:cNvCxnSpPr>
          <p:nvPr/>
        </p:nvCxnSpPr>
        <p:spPr>
          <a:xfrm>
            <a:off x="4893284" y="4110475"/>
            <a:ext cx="5686111" cy="26544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1DB5D8-ED91-8B79-70D0-01E2DD4A8531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4740554" y="4032748"/>
            <a:ext cx="5876434" cy="87295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C8646FA-F5DA-6167-0A73-26593D2FC375}"/>
              </a:ext>
            </a:extLst>
          </p:cNvPr>
          <p:cNvSpPr txBox="1"/>
          <p:nvPr/>
        </p:nvSpPr>
        <p:spPr>
          <a:xfrm>
            <a:off x="1861945" y="4644091"/>
            <a:ext cx="287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Not in CFS at all!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A753BA-6A78-0CF9-9D95-3406AB85FD4A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4740554" y="4243196"/>
            <a:ext cx="5838841" cy="66250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0F951E-A42C-A65E-9063-15F4E41DC795}"/>
              </a:ext>
            </a:extLst>
          </p:cNvPr>
          <p:cNvCxnSpPr>
            <a:cxnSpLocks/>
          </p:cNvCxnSpPr>
          <p:nvPr/>
        </p:nvCxnSpPr>
        <p:spPr>
          <a:xfrm flipV="1">
            <a:off x="4844729" y="4576953"/>
            <a:ext cx="5734666" cy="315146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A3A1077-A5BD-819F-3693-9B61E13D9F3E}"/>
              </a:ext>
            </a:extLst>
          </p:cNvPr>
          <p:cNvSpPr txBox="1"/>
          <p:nvPr/>
        </p:nvSpPr>
        <p:spPr>
          <a:xfrm>
            <a:off x="4011784" y="5702415"/>
            <a:ext cx="5162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Collections from customers ≠ Sales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68D8D2-B3E5-307B-231A-67125E8C00E8}"/>
              </a:ext>
            </a:extLst>
          </p:cNvPr>
          <p:cNvSpPr txBox="1"/>
          <p:nvPr/>
        </p:nvSpPr>
        <p:spPr>
          <a:xfrm>
            <a:off x="3438506" y="5759068"/>
            <a:ext cx="6259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Payments to suppliers ≠ Cost of Goods Sold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8E50AF-6BD9-BE90-03E7-06A074EEFC3E}"/>
              </a:ext>
            </a:extLst>
          </p:cNvPr>
          <p:cNvSpPr txBox="1"/>
          <p:nvPr/>
        </p:nvSpPr>
        <p:spPr>
          <a:xfrm>
            <a:off x="2833597" y="5723443"/>
            <a:ext cx="746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Payments to employees ≠ Salaries &amp; Wages Expense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7D219C-8B46-9848-BD98-584B8D706E6A}"/>
              </a:ext>
            </a:extLst>
          </p:cNvPr>
          <p:cNvSpPr txBox="1"/>
          <p:nvPr/>
        </p:nvSpPr>
        <p:spPr>
          <a:xfrm>
            <a:off x="3438506" y="5706765"/>
            <a:ext cx="5992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Payments for prepaid rent ≠ Rent Expense</a:t>
            </a:r>
          </a:p>
        </p:txBody>
      </p:sp>
    </p:spTree>
    <p:extLst>
      <p:ext uri="{BB962C8B-B14F-4D97-AF65-F5344CB8AC3E}">
        <p14:creationId xmlns:p14="http://schemas.microsoft.com/office/powerpoint/2010/main" val="398621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984F-6D36-41DB-4307-ABE480FDA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some algebra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2EFD7-E51A-666D-B23A-47F4E3927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Beginning and Ending Balance sheets both balance.</a:t>
            </a:r>
          </a:p>
          <a:p>
            <a:r>
              <a:rPr lang="en-US" dirty="0"/>
              <a:t>So the change in Cash is equal to the change in all the other accounts:</a:t>
            </a:r>
          </a:p>
          <a:p>
            <a:pPr lvl="1"/>
            <a:r>
              <a:rPr lang="en-US" dirty="0"/>
              <a:t>Suppose we have Cash, one asset other than cash, one liability.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Subtracting the Ending Balance sheet from the Beginning: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A7DE7-360E-A86F-29B3-917F77EFC44C}"/>
              </a:ext>
            </a:extLst>
          </p:cNvPr>
          <p:cNvSpPr txBox="1"/>
          <p:nvPr/>
        </p:nvSpPr>
        <p:spPr>
          <a:xfrm>
            <a:off x="506895" y="3866965"/>
            <a:ext cx="11441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Beginning Balance Sheet: </a:t>
            </a:r>
            <a:r>
              <a:rPr lang="en-US" sz="2000" dirty="0" err="1"/>
              <a:t>Cash</a:t>
            </a:r>
            <a:r>
              <a:rPr lang="en-US" sz="2000" baseline="-25000" dirty="0" err="1"/>
              <a:t>B</a:t>
            </a:r>
            <a:r>
              <a:rPr lang="en-US" sz="2000" baseline="30000" dirty="0"/>
              <a:t> </a:t>
            </a:r>
            <a:r>
              <a:rPr lang="en-US" sz="2000" dirty="0"/>
              <a:t>+ </a:t>
            </a:r>
            <a:r>
              <a:rPr lang="en-US" sz="2000" dirty="0" err="1"/>
              <a:t>NoncashAsset</a:t>
            </a:r>
            <a:r>
              <a:rPr lang="en-US" sz="2000" baseline="-25000" dirty="0" err="1"/>
              <a:t>B</a:t>
            </a:r>
            <a:r>
              <a:rPr lang="en-US" sz="2000" dirty="0"/>
              <a:t> = </a:t>
            </a:r>
            <a:r>
              <a:rPr lang="en-US" sz="2000" dirty="0" err="1"/>
              <a:t>Liability</a:t>
            </a:r>
            <a:r>
              <a:rPr lang="en-US" sz="2000" baseline="-25000" dirty="0" err="1"/>
              <a:t>B</a:t>
            </a:r>
            <a:r>
              <a:rPr lang="en-US" sz="2000" dirty="0"/>
              <a:t> + Common </a:t>
            </a:r>
            <a:r>
              <a:rPr lang="en-US" sz="2000" dirty="0" err="1"/>
              <a:t>Stock</a:t>
            </a:r>
            <a:r>
              <a:rPr lang="en-US" sz="2000" baseline="-25000" dirty="0" err="1"/>
              <a:t>B</a:t>
            </a:r>
            <a:r>
              <a:rPr lang="en-US" sz="2000" dirty="0"/>
              <a:t> + Retained </a:t>
            </a:r>
            <a:r>
              <a:rPr lang="en-US" sz="2000" dirty="0" err="1"/>
              <a:t>Earnings</a:t>
            </a:r>
            <a:r>
              <a:rPr lang="en-US" sz="2000" baseline="-25000" dirty="0" err="1"/>
              <a:t>B</a:t>
            </a:r>
            <a:endParaRPr lang="en-US" sz="20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89FE6-A345-A572-5C23-2E15A95EA118}"/>
              </a:ext>
            </a:extLst>
          </p:cNvPr>
          <p:cNvSpPr txBox="1"/>
          <p:nvPr/>
        </p:nvSpPr>
        <p:spPr>
          <a:xfrm>
            <a:off x="627921" y="4496444"/>
            <a:ext cx="11199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Ending Balance Sheet: </a:t>
            </a:r>
            <a:r>
              <a:rPr lang="en-US" sz="2000" dirty="0" err="1"/>
              <a:t>Cash</a:t>
            </a:r>
            <a:r>
              <a:rPr lang="en-US" sz="2000" baseline="-25000" dirty="0" err="1"/>
              <a:t>E</a:t>
            </a:r>
            <a:r>
              <a:rPr lang="en-US" sz="2000" baseline="30000" dirty="0"/>
              <a:t> </a:t>
            </a:r>
            <a:r>
              <a:rPr lang="en-US" sz="2000" dirty="0"/>
              <a:t>+ </a:t>
            </a:r>
            <a:r>
              <a:rPr lang="en-US" sz="2000" dirty="0" err="1"/>
              <a:t>NoncashAsset</a:t>
            </a:r>
            <a:r>
              <a:rPr lang="en-US" sz="2000" baseline="-25000" dirty="0" err="1"/>
              <a:t>E</a:t>
            </a:r>
            <a:r>
              <a:rPr lang="en-US" sz="2000" dirty="0"/>
              <a:t> = </a:t>
            </a:r>
            <a:r>
              <a:rPr lang="en-US" sz="2000" dirty="0" err="1"/>
              <a:t>Liability</a:t>
            </a:r>
            <a:r>
              <a:rPr lang="en-US" sz="2000" baseline="-25000" dirty="0" err="1"/>
              <a:t>E</a:t>
            </a:r>
            <a:r>
              <a:rPr lang="en-US" sz="2000" dirty="0"/>
              <a:t> + Common </a:t>
            </a:r>
            <a:r>
              <a:rPr lang="en-US" sz="2000" dirty="0" err="1"/>
              <a:t>Stock</a:t>
            </a:r>
            <a:r>
              <a:rPr lang="en-US" sz="2000" baseline="-25000" dirty="0" err="1"/>
              <a:t>E</a:t>
            </a:r>
            <a:r>
              <a:rPr lang="en-US" sz="2000" dirty="0"/>
              <a:t> + Retained </a:t>
            </a:r>
            <a:r>
              <a:rPr lang="en-US" sz="2000" dirty="0" err="1"/>
              <a:t>Earnings</a:t>
            </a:r>
            <a:r>
              <a:rPr lang="en-US" sz="2000" baseline="-25000" dirty="0" err="1"/>
              <a:t>E</a:t>
            </a:r>
            <a:endParaRPr 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4185565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A0D1-8051-C301-ADB6-27D10210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8580-243F-7B97-2509-614E816B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82B4C-C54E-7C93-89BF-FC4B82FA7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Subtract the Beginning Balance sheet from the Ending Balance sheet and suppose no Common Stock was issued or repurchased: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33BF36-A423-784F-5628-4D8D6B6587B0}"/>
              </a:ext>
            </a:extLst>
          </p:cNvPr>
          <p:cNvGrpSpPr/>
          <p:nvPr/>
        </p:nvGrpSpPr>
        <p:grpSpPr>
          <a:xfrm>
            <a:off x="1106673" y="3162041"/>
            <a:ext cx="8795005" cy="1250933"/>
            <a:chOff x="881386" y="2790980"/>
            <a:chExt cx="8795005" cy="125093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BEBE74-FA29-EA89-4E67-81081BB08D96}"/>
                </a:ext>
              </a:extLst>
            </p:cNvPr>
            <p:cNvSpPr txBox="1"/>
            <p:nvPr/>
          </p:nvSpPr>
          <p:spPr>
            <a:xfrm>
              <a:off x="881386" y="3309690"/>
              <a:ext cx="3241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4DFE9B0-0DE6-F026-AC57-545605111ACC}"/>
                </a:ext>
              </a:extLst>
            </p:cNvPr>
            <p:cNvGrpSpPr/>
            <p:nvPr/>
          </p:nvGrpSpPr>
          <p:grpSpPr>
            <a:xfrm>
              <a:off x="1043450" y="2790980"/>
              <a:ext cx="8632941" cy="1250933"/>
              <a:chOff x="1043450" y="2790980"/>
              <a:chExt cx="8632941" cy="1250933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F86840-A039-CDAD-F4AB-C1B6FEBBBBA5}"/>
                  </a:ext>
                </a:extLst>
              </p:cNvPr>
              <p:cNvSpPr txBox="1"/>
              <p:nvPr/>
            </p:nvSpPr>
            <p:spPr>
              <a:xfrm>
                <a:off x="1248699" y="3429000"/>
                <a:ext cx="84276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(</a:t>
                </a:r>
                <a:r>
                  <a:rPr lang="en-US" sz="2000" dirty="0" err="1"/>
                  <a:t>Cash</a:t>
                </a:r>
                <a:r>
                  <a:rPr lang="en-US" sz="2000" baseline="-25000" dirty="0" err="1"/>
                  <a:t>B</a:t>
                </a:r>
                <a:r>
                  <a:rPr lang="en-US" sz="2000" baseline="30000" dirty="0"/>
                  <a:t> </a:t>
                </a:r>
                <a:r>
                  <a:rPr lang="en-US" sz="2000" dirty="0"/>
                  <a:t>+ </a:t>
                </a:r>
                <a:r>
                  <a:rPr lang="en-US" sz="2000" dirty="0" err="1"/>
                  <a:t>NoncashAsset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- </a:t>
                </a:r>
                <a:r>
                  <a:rPr lang="en-US" sz="2000" dirty="0" err="1"/>
                  <a:t>Liability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- Common </a:t>
                </a:r>
                <a:r>
                  <a:rPr lang="en-US" sz="2000" dirty="0" err="1"/>
                  <a:t>Stock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- Retained </a:t>
                </a:r>
                <a:r>
                  <a:rPr lang="en-US" sz="2000" dirty="0" err="1"/>
                  <a:t>Earnings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)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4B2C0B-723B-E632-6864-15D2B839B6D6}"/>
                  </a:ext>
                </a:extLst>
              </p:cNvPr>
              <p:cNvSpPr txBox="1"/>
              <p:nvPr/>
            </p:nvSpPr>
            <p:spPr>
              <a:xfrm>
                <a:off x="1288774" y="2790980"/>
                <a:ext cx="83876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/>
                  <a:t>Cash</a:t>
                </a:r>
                <a:r>
                  <a:rPr lang="en-US" sz="2000" baseline="-25000" dirty="0" err="1"/>
                  <a:t>E</a:t>
                </a:r>
                <a:r>
                  <a:rPr lang="en-US" sz="2000" baseline="30000" dirty="0"/>
                  <a:t> </a:t>
                </a:r>
                <a:r>
                  <a:rPr lang="en-US" sz="2000" dirty="0"/>
                  <a:t>+ </a:t>
                </a:r>
                <a:r>
                  <a:rPr lang="en-US" sz="2000" dirty="0" err="1"/>
                  <a:t>NoncashAsset</a:t>
                </a:r>
                <a:r>
                  <a:rPr lang="en-US" sz="2000" baseline="-25000" dirty="0" err="1"/>
                  <a:t>E</a:t>
                </a:r>
                <a:r>
                  <a:rPr lang="en-US" sz="2000" dirty="0"/>
                  <a:t> - </a:t>
                </a:r>
                <a:r>
                  <a:rPr lang="en-US" sz="2000" dirty="0" err="1"/>
                  <a:t>Liability</a:t>
                </a:r>
                <a:r>
                  <a:rPr lang="en-US" sz="2000" baseline="-25000" dirty="0" err="1"/>
                  <a:t>E</a:t>
                </a:r>
                <a:r>
                  <a:rPr lang="en-US" sz="2000" dirty="0"/>
                  <a:t> - Common </a:t>
                </a:r>
                <a:r>
                  <a:rPr lang="en-US" sz="2000" dirty="0" err="1"/>
                  <a:t>Stock</a:t>
                </a:r>
                <a:r>
                  <a:rPr lang="en-US" sz="2000" baseline="-25000" dirty="0" err="1"/>
                  <a:t>E</a:t>
                </a:r>
                <a:r>
                  <a:rPr lang="en-US" sz="2000" dirty="0"/>
                  <a:t> - Retained </a:t>
                </a:r>
                <a:r>
                  <a:rPr lang="en-US" sz="2000" dirty="0" err="1"/>
                  <a:t>Earnings</a:t>
                </a:r>
                <a:r>
                  <a:rPr lang="en-US" sz="2000" baseline="-25000" dirty="0" err="1"/>
                  <a:t>E</a:t>
                </a:r>
                <a:endParaRPr lang="en-US" sz="2000" baseline="-25000" dirty="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70C4B6DA-C8BF-E9AD-3DE6-D007108972E8}"/>
                  </a:ext>
                </a:extLst>
              </p:cNvPr>
              <p:cNvCxnSpPr/>
              <p:nvPr/>
            </p:nvCxnSpPr>
            <p:spPr>
              <a:xfrm>
                <a:off x="1043450" y="4041913"/>
                <a:ext cx="8458359" cy="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3EA5D10-6253-6B8A-13A6-22511308A1C5}"/>
              </a:ext>
            </a:extLst>
          </p:cNvPr>
          <p:cNvSpPr txBox="1"/>
          <p:nvPr/>
        </p:nvSpPr>
        <p:spPr>
          <a:xfrm>
            <a:off x="1308494" y="4785655"/>
            <a:ext cx="78430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(</a:t>
            </a:r>
            <a:r>
              <a:rPr lang="en-US" sz="2000" dirty="0" err="1"/>
              <a:t>Cash</a:t>
            </a:r>
            <a:r>
              <a:rPr lang="en-US" sz="2000" baseline="-25000" dirty="0" err="1"/>
              <a:t>E</a:t>
            </a:r>
            <a:r>
              <a:rPr lang="en-US" sz="2000" dirty="0"/>
              <a:t> – </a:t>
            </a:r>
            <a:r>
              <a:rPr lang="en-US" sz="2000" dirty="0" err="1"/>
              <a:t>Cash</a:t>
            </a:r>
            <a:r>
              <a:rPr lang="en-US" sz="2000" baseline="-25000" dirty="0" err="1"/>
              <a:t>B</a:t>
            </a:r>
            <a:r>
              <a:rPr lang="en-US" sz="2000" dirty="0"/>
              <a:t>) + (</a:t>
            </a:r>
            <a:r>
              <a:rPr lang="en-US" sz="2000" dirty="0" err="1"/>
              <a:t>NoncashAsset</a:t>
            </a:r>
            <a:r>
              <a:rPr lang="en-US" sz="2000" baseline="-25000" dirty="0" err="1"/>
              <a:t>E</a:t>
            </a:r>
            <a:r>
              <a:rPr lang="en-US" sz="2000" dirty="0"/>
              <a:t> – Noncash </a:t>
            </a:r>
            <a:r>
              <a:rPr lang="en-US" sz="2000" dirty="0" err="1"/>
              <a:t>Asset</a:t>
            </a:r>
            <a:r>
              <a:rPr lang="en-US" sz="2000" baseline="-25000" dirty="0" err="1"/>
              <a:t>B</a:t>
            </a:r>
            <a:r>
              <a:rPr lang="en-US" sz="2000" dirty="0"/>
              <a:t>) </a:t>
            </a:r>
          </a:p>
          <a:p>
            <a:endParaRPr lang="en-US" sz="2000" dirty="0"/>
          </a:p>
          <a:p>
            <a:r>
              <a:rPr lang="en-US" sz="2000" dirty="0"/>
              <a:t>– (</a:t>
            </a:r>
            <a:r>
              <a:rPr lang="en-US" sz="2000" dirty="0" err="1"/>
              <a:t>Liability</a:t>
            </a:r>
            <a:r>
              <a:rPr lang="en-US" sz="2000" baseline="-25000" dirty="0" err="1"/>
              <a:t>E</a:t>
            </a:r>
            <a:r>
              <a:rPr lang="en-US" sz="2000" dirty="0"/>
              <a:t> –  </a:t>
            </a:r>
            <a:r>
              <a:rPr lang="en-US" sz="2000" dirty="0" err="1"/>
              <a:t>Liability</a:t>
            </a:r>
            <a:r>
              <a:rPr lang="en-US" sz="2000" baseline="-25000" dirty="0" err="1"/>
              <a:t>B</a:t>
            </a:r>
            <a:r>
              <a:rPr lang="en-US" sz="2000" dirty="0"/>
              <a:t>) – (Retained </a:t>
            </a:r>
            <a:r>
              <a:rPr lang="en-US" sz="2000" dirty="0" err="1"/>
              <a:t>Earnings</a:t>
            </a:r>
            <a:r>
              <a:rPr lang="en-US" sz="2000" baseline="-25000" dirty="0" err="1"/>
              <a:t>E</a:t>
            </a:r>
            <a:r>
              <a:rPr lang="en-US" sz="2000" dirty="0"/>
              <a:t> – Retained </a:t>
            </a:r>
            <a:r>
              <a:rPr lang="en-US" sz="2000" dirty="0" err="1"/>
              <a:t>Earnings</a:t>
            </a:r>
            <a:r>
              <a:rPr lang="en-US" sz="2000" baseline="-25000" dirty="0" err="1"/>
              <a:t>B</a:t>
            </a:r>
            <a:r>
              <a:rPr lang="en-US" sz="2000" dirty="0"/>
              <a:t>) = 0</a:t>
            </a:r>
          </a:p>
        </p:txBody>
      </p:sp>
    </p:spTree>
    <p:extLst>
      <p:ext uri="{BB962C8B-B14F-4D97-AF65-F5344CB8AC3E}">
        <p14:creationId xmlns:p14="http://schemas.microsoft.com/office/powerpoint/2010/main" val="1729383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0938-D17F-89C1-F9D2-A25A573E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3337-1C25-AFDE-FAC7-1401E6AF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Algebra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AE12C-3614-88AF-A5FC-C1C7725D1BEF}"/>
              </a:ext>
            </a:extLst>
          </p:cNvPr>
          <p:cNvSpPr txBox="1"/>
          <p:nvPr/>
        </p:nvSpPr>
        <p:spPr>
          <a:xfrm>
            <a:off x="1056702" y="1870863"/>
            <a:ext cx="846007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 err="1"/>
              <a:t>Cash</a:t>
            </a:r>
            <a:r>
              <a:rPr lang="en-US" sz="2400" baseline="-25000" dirty="0" err="1"/>
              <a:t>E</a:t>
            </a:r>
            <a:r>
              <a:rPr lang="en-US" sz="2400" dirty="0"/>
              <a:t> – </a:t>
            </a:r>
            <a:r>
              <a:rPr lang="en-US" sz="2400" dirty="0" err="1"/>
              <a:t>Cash</a:t>
            </a:r>
            <a:r>
              <a:rPr lang="en-US" sz="2400" baseline="-25000" dirty="0" err="1"/>
              <a:t>B</a:t>
            </a:r>
            <a:r>
              <a:rPr lang="en-US" sz="2400" dirty="0"/>
              <a:t>) = – (</a:t>
            </a:r>
            <a:r>
              <a:rPr lang="en-US" sz="2400" dirty="0" err="1"/>
              <a:t>NoncashAsset</a:t>
            </a:r>
            <a:r>
              <a:rPr lang="en-US" sz="2400" baseline="-25000" dirty="0" err="1"/>
              <a:t>E</a:t>
            </a:r>
            <a:r>
              <a:rPr lang="en-US" sz="2400" dirty="0"/>
              <a:t> – Noncash </a:t>
            </a:r>
            <a:r>
              <a:rPr lang="en-US" sz="2400" dirty="0" err="1"/>
              <a:t>Asset</a:t>
            </a:r>
            <a:r>
              <a:rPr lang="en-US" sz="2400" baseline="-25000" dirty="0" err="1"/>
              <a:t>B</a:t>
            </a:r>
            <a:r>
              <a:rPr lang="en-US" sz="2400" dirty="0"/>
              <a:t>) </a:t>
            </a:r>
          </a:p>
          <a:p>
            <a:endParaRPr lang="en-US" sz="2400" dirty="0"/>
          </a:p>
          <a:p>
            <a:r>
              <a:rPr lang="en-US" sz="2400" dirty="0"/>
              <a:t>                                     + (</a:t>
            </a:r>
            <a:r>
              <a:rPr lang="en-US" sz="2400" dirty="0" err="1"/>
              <a:t>Liability</a:t>
            </a:r>
            <a:r>
              <a:rPr lang="en-US" sz="2400" baseline="-25000" dirty="0" err="1"/>
              <a:t>E</a:t>
            </a:r>
            <a:r>
              <a:rPr lang="en-US" sz="2400" dirty="0"/>
              <a:t> –  </a:t>
            </a:r>
            <a:r>
              <a:rPr lang="en-US" sz="2400" dirty="0" err="1"/>
              <a:t>Liability</a:t>
            </a:r>
            <a:r>
              <a:rPr lang="en-US" sz="2400" baseline="-25000" dirty="0" err="1"/>
              <a:t>B</a:t>
            </a:r>
            <a:r>
              <a:rPr lang="en-US" sz="2400" dirty="0"/>
              <a:t>)  </a:t>
            </a:r>
          </a:p>
          <a:p>
            <a:endParaRPr lang="en-US" sz="2400" dirty="0"/>
          </a:p>
          <a:p>
            <a:r>
              <a:rPr lang="en-US" sz="2400" dirty="0"/>
              <a:t>                                     + (Retained </a:t>
            </a:r>
            <a:r>
              <a:rPr lang="en-US" sz="2400" dirty="0" err="1"/>
              <a:t>Earnings</a:t>
            </a:r>
            <a:r>
              <a:rPr lang="en-US" sz="2400" baseline="-25000" dirty="0" err="1"/>
              <a:t>E</a:t>
            </a:r>
            <a:r>
              <a:rPr lang="en-US" sz="2400" dirty="0"/>
              <a:t> – Retained </a:t>
            </a:r>
            <a:r>
              <a:rPr lang="en-US" sz="2400" dirty="0" err="1"/>
              <a:t>Earnings</a:t>
            </a:r>
            <a:r>
              <a:rPr lang="en-US" sz="2400" baseline="-25000" dirty="0" err="1"/>
              <a:t>B</a:t>
            </a:r>
            <a:r>
              <a:rPr lang="en-US" sz="2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094D2-B79F-6CC7-E8A5-AF11E7A47CF1}"/>
              </a:ext>
            </a:extLst>
          </p:cNvPr>
          <p:cNvSpPr txBox="1"/>
          <p:nvPr/>
        </p:nvSpPr>
        <p:spPr>
          <a:xfrm>
            <a:off x="3110789" y="4150182"/>
            <a:ext cx="408970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Cash Flow from Operations </a:t>
            </a:r>
          </a:p>
          <a:p>
            <a:endParaRPr lang="en-US" sz="2400" dirty="0"/>
          </a:p>
          <a:p>
            <a:r>
              <a:rPr lang="en-US" sz="2400" dirty="0"/>
              <a:t>   + Cash Flow from Investing </a:t>
            </a:r>
          </a:p>
          <a:p>
            <a:endParaRPr lang="en-US" sz="2400" dirty="0"/>
          </a:p>
          <a:p>
            <a:r>
              <a:rPr lang="en-US" sz="2400" dirty="0"/>
              <a:t>   + Cash Flow from Financing</a:t>
            </a:r>
          </a:p>
        </p:txBody>
      </p:sp>
    </p:spTree>
    <p:extLst>
      <p:ext uri="{BB962C8B-B14F-4D97-AF65-F5344CB8AC3E}">
        <p14:creationId xmlns:p14="http://schemas.microsoft.com/office/powerpoint/2010/main" val="391927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5D0A-0B7C-B84C-0EF6-ECFA3957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7950-DBB3-FFC5-176D-3B1389C4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Boils Down to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34C7-A12A-8280-AFA5-D91831768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Figuring out which parts of each of these changes</a:t>
            </a:r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r>
              <a:rPr lang="en-US" dirty="0"/>
              <a:t>are due to Operations</a:t>
            </a:r>
            <a:endParaRPr lang="en-US" sz="2800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E6138-BFBA-10B0-4BF7-91817FCDFE1E}"/>
              </a:ext>
            </a:extLst>
          </p:cNvPr>
          <p:cNvSpPr txBox="1"/>
          <p:nvPr/>
        </p:nvSpPr>
        <p:spPr>
          <a:xfrm>
            <a:off x="2381920" y="3045749"/>
            <a:ext cx="566924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 </a:t>
            </a:r>
            <a:r>
              <a:rPr lang="en-US" sz="2400" dirty="0" err="1"/>
              <a:t>NoncashAsset</a:t>
            </a:r>
            <a:r>
              <a:rPr lang="en-US" sz="2400" baseline="-25000" dirty="0" err="1"/>
              <a:t>E</a:t>
            </a:r>
            <a:r>
              <a:rPr lang="en-US" sz="2400" dirty="0"/>
              <a:t> – Noncash </a:t>
            </a:r>
            <a:r>
              <a:rPr lang="en-US" sz="2400" dirty="0" err="1"/>
              <a:t>Asset</a:t>
            </a:r>
            <a:r>
              <a:rPr lang="en-US" sz="2400" baseline="-25000" dirty="0" err="1"/>
              <a:t>B</a:t>
            </a:r>
            <a:r>
              <a:rPr lang="en-US" sz="2400" dirty="0"/>
              <a:t>) </a:t>
            </a:r>
          </a:p>
          <a:p>
            <a:endParaRPr lang="en-US" sz="2400" dirty="0"/>
          </a:p>
          <a:p>
            <a:r>
              <a:rPr lang="en-US" sz="2400" dirty="0"/>
              <a:t>                 (</a:t>
            </a:r>
            <a:r>
              <a:rPr lang="en-US" sz="2400" dirty="0" err="1"/>
              <a:t>Liability</a:t>
            </a:r>
            <a:r>
              <a:rPr lang="en-US" sz="2400" baseline="-25000" dirty="0" err="1"/>
              <a:t>E</a:t>
            </a:r>
            <a:r>
              <a:rPr lang="en-US" sz="2400" dirty="0"/>
              <a:t> –  </a:t>
            </a:r>
            <a:r>
              <a:rPr lang="en-US" sz="2400" dirty="0" err="1"/>
              <a:t>Liability</a:t>
            </a:r>
            <a:r>
              <a:rPr lang="en-US" sz="2400" baseline="-25000" dirty="0" err="1"/>
              <a:t>B</a:t>
            </a:r>
            <a:r>
              <a:rPr lang="en-US" sz="2400" dirty="0"/>
              <a:t>)  </a:t>
            </a:r>
          </a:p>
          <a:p>
            <a:endParaRPr lang="en-US" sz="2400" dirty="0"/>
          </a:p>
          <a:p>
            <a:r>
              <a:rPr lang="en-US" sz="2400" dirty="0"/>
              <a:t>(Retained </a:t>
            </a:r>
            <a:r>
              <a:rPr lang="en-US" sz="2400" dirty="0" err="1"/>
              <a:t>Earnings</a:t>
            </a:r>
            <a:r>
              <a:rPr lang="en-US" sz="2400" baseline="-25000" dirty="0" err="1"/>
              <a:t>E</a:t>
            </a:r>
            <a:r>
              <a:rPr lang="en-US" sz="2400" dirty="0"/>
              <a:t> – Retained </a:t>
            </a:r>
            <a:r>
              <a:rPr lang="en-US" sz="2400" dirty="0" err="1"/>
              <a:t>Earnings</a:t>
            </a:r>
            <a:r>
              <a:rPr lang="en-US" sz="2400" baseline="-25000" dirty="0" err="1"/>
              <a:t>B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4866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0360-1693-9D50-9DBD-6E58DF2B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Reconciliation Tool in the YALEiE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F58DA-D842-1C34-1F31-E7BCD3697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96" y="1690688"/>
            <a:ext cx="5572903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30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3E20-BF97-2ADF-1CC2-6D5D1C47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5366-1465-B9FD-DBFA-5E698380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Reconciliation Tool in the YALEiE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FF947-90B5-0C41-80EF-FF638F4FF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405" y="1914652"/>
            <a:ext cx="728764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44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39B8-BDF8-1CA7-BE9D-ABC0F00A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393A-2FD3-17B0-3D11-6F6A7A33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Reconciliation Tool in the YALEiE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21F9E-1266-C9E4-4B84-5CE340C0D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43" y="2057123"/>
            <a:ext cx="932627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4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D452-01DD-9E79-2A24-690D423F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to </a:t>
            </a:r>
            <a:r>
              <a:rPr lang="en-US"/>
              <a:t>the YALEiE!!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43000-38E8-92E5-5D77-35ECADEAB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517</Words>
  <Application>Microsoft Office PowerPoint</Application>
  <PresentationFormat>Widescreen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Reconciliation Worksheet</vt:lpstr>
      <vt:lpstr>Cash Flow Statement Overview</vt:lpstr>
      <vt:lpstr>The Cash T-account Has All the Amounts of Increases (Debits) and Decreases (Credits)</vt:lpstr>
      <vt:lpstr>We Are Not Going to Report Every Debit and Credit to Cash</vt:lpstr>
      <vt:lpstr>Cash T-Account Statement of Problem</vt:lpstr>
      <vt:lpstr>New Tool: Cash Flow Tool on Tools Tab</vt:lpstr>
      <vt:lpstr>Last Thing: Reconcile Cash Flow from Operations and Net Income</vt:lpstr>
      <vt:lpstr>Details</vt:lpstr>
      <vt:lpstr>We need some algebra …</vt:lpstr>
      <vt:lpstr>Algebra …</vt:lpstr>
      <vt:lpstr>More Algebra …</vt:lpstr>
      <vt:lpstr>Problem Boils Down to …</vt:lpstr>
      <vt:lpstr>From the Reconciliation Tool in the YALEiE</vt:lpstr>
      <vt:lpstr>From the Reconciliation Tool in the YALEiE</vt:lpstr>
      <vt:lpstr>From the Reconciliation Tool in the YALEiE</vt:lpstr>
      <vt:lpstr>Let’s go to the YALEiE!!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Antle, Rick</dc:creator>
  <cp:lastModifiedBy>Antle, Rick</cp:lastModifiedBy>
  <cp:revision>1</cp:revision>
  <dcterms:created xsi:type="dcterms:W3CDTF">2025-02-25T21:58:00Z</dcterms:created>
  <dcterms:modified xsi:type="dcterms:W3CDTF">2025-02-26T20:46:08Z</dcterms:modified>
</cp:coreProperties>
</file>