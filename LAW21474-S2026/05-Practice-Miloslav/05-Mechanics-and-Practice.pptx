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6" r:id="rId3"/>
    <p:sldId id="265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479"/>
  </p:normalViewPr>
  <p:slideViewPr>
    <p:cSldViewPr>
      <p:cViewPr varScale="1">
        <p:scale>
          <a:sx n="125" d="100"/>
          <a:sy n="125" d="100"/>
        </p:scale>
        <p:origin x="108" y="2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432225B4-3147-4694-AF0F-98BDA844F878}"/>
    <pc:docChg chg="custSel modSld">
      <pc:chgData name="Antle, Rick" userId="c2afbbd2-30e4-4c8e-8af5-81913178ace3" providerId="ADAL" clId="{432225B4-3147-4694-AF0F-98BDA844F878}" dt="2022-09-12T19:30:21.393" v="93" actId="20577"/>
      <pc:docMkLst>
        <pc:docMk/>
      </pc:docMkLst>
      <pc:sldChg chg="modSp mod">
        <pc:chgData name="Antle, Rick" userId="c2afbbd2-30e4-4c8e-8af5-81913178ace3" providerId="ADAL" clId="{432225B4-3147-4694-AF0F-98BDA844F878}" dt="2022-09-12T19:26:30.661" v="3" actId="20577"/>
        <pc:sldMkLst>
          <pc:docMk/>
          <pc:sldMk cId="2464952412" sldId="256"/>
        </pc:sldMkLst>
        <pc:spChg chg="mod">
          <ac:chgData name="Antle, Rick" userId="c2afbbd2-30e4-4c8e-8af5-81913178ace3" providerId="ADAL" clId="{432225B4-3147-4694-AF0F-98BDA844F878}" dt="2022-09-12T19:26:30.661" v="3" actId="20577"/>
          <ac:spMkLst>
            <pc:docMk/>
            <pc:sldMk cId="2464952412" sldId="256"/>
            <ac:spMk id="2" creationId="{00000000-0000-0000-0000-000000000000}"/>
          </ac:spMkLst>
        </pc:spChg>
      </pc:sldChg>
      <pc:sldChg chg="modSp mod">
        <pc:chgData name="Antle, Rick" userId="c2afbbd2-30e4-4c8e-8af5-81913178ace3" providerId="ADAL" clId="{432225B4-3147-4694-AF0F-98BDA844F878}" dt="2022-09-12T19:30:21.393" v="93" actId="20577"/>
        <pc:sldMkLst>
          <pc:docMk/>
          <pc:sldMk cId="3192996875" sldId="265"/>
        </pc:sldMkLst>
        <pc:spChg chg="mod">
          <ac:chgData name="Antle, Rick" userId="c2afbbd2-30e4-4c8e-8af5-81913178ace3" providerId="ADAL" clId="{432225B4-3147-4694-AF0F-98BDA844F878}" dt="2022-09-12T19:30:21.393" v="93" actId="20577"/>
          <ac:spMkLst>
            <pc:docMk/>
            <pc:sldMk cId="3192996875" sldId="265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432225B4-3147-4694-AF0F-98BDA844F878}" dt="2022-09-12T19:30:13.860" v="90" actId="20577"/>
        <pc:sldMkLst>
          <pc:docMk/>
          <pc:sldMk cId="3881998421" sldId="266"/>
        </pc:sldMkLst>
        <pc:spChg chg="mod">
          <ac:chgData name="Antle, Rick" userId="c2afbbd2-30e4-4c8e-8af5-81913178ace3" providerId="ADAL" clId="{432225B4-3147-4694-AF0F-98BDA844F878}" dt="2022-09-12T19:30:13.860" v="90" actId="20577"/>
          <ac:spMkLst>
            <pc:docMk/>
            <pc:sldMk cId="3881998421" sldId="266"/>
            <ac:spMk id="3" creationId="{00000000-0000-0000-0000-000000000000}"/>
          </ac:spMkLst>
        </pc:spChg>
      </pc:sldChg>
    </pc:docChg>
  </pc:docChgLst>
  <pc:docChgLst>
    <pc:chgData name="Antle, Rick" userId="c2afbbd2-30e4-4c8e-8af5-81913178ace3" providerId="ADAL" clId="{34F5C392-F790-4C6F-95A9-8B0CE2A03303}"/>
    <pc:docChg chg="modSld">
      <pc:chgData name="Antle, Rick" userId="c2afbbd2-30e4-4c8e-8af5-81913178ace3" providerId="ADAL" clId="{34F5C392-F790-4C6F-95A9-8B0CE2A03303}" dt="2024-01-30T23:55:55.445" v="2" actId="20577"/>
      <pc:docMkLst>
        <pc:docMk/>
      </pc:docMkLst>
      <pc:sldChg chg="modSp mod">
        <pc:chgData name="Antle, Rick" userId="c2afbbd2-30e4-4c8e-8af5-81913178ace3" providerId="ADAL" clId="{34F5C392-F790-4C6F-95A9-8B0CE2A03303}" dt="2024-01-30T23:55:55.445" v="2" actId="20577"/>
        <pc:sldMkLst>
          <pc:docMk/>
          <pc:sldMk cId="2464952412" sldId="256"/>
        </pc:sldMkLst>
        <pc:spChg chg="mod">
          <ac:chgData name="Antle, Rick" userId="c2afbbd2-30e4-4c8e-8af5-81913178ace3" providerId="ADAL" clId="{34F5C392-F790-4C6F-95A9-8B0CE2A03303}" dt="2024-01-30T23:55:55.445" v="2" actId="20577"/>
          <ac:spMkLst>
            <pc:docMk/>
            <pc:sldMk cId="2464952412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Accounting</a:t>
            </a:r>
            <a:br>
              <a:rPr lang="en-US" dirty="0"/>
            </a:br>
            <a:r>
              <a:rPr lang="en-US" dirty="0"/>
              <a:t>LAW 21474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5: Mechanics and Practice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Rick and Stan’s Business</a:t>
            </a:r>
          </a:p>
          <a:p>
            <a:r>
              <a:rPr lang="en-US" dirty="0"/>
              <a:t>Miloslav’s Magazines</a:t>
            </a:r>
          </a:p>
          <a:p>
            <a:r>
              <a:rPr lang="en-US" dirty="0" err="1"/>
              <a:t>Ofer’s</a:t>
            </a:r>
            <a:r>
              <a:rPr lang="en-US" dirty="0"/>
              <a:t> Office Designs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9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practice – </a:t>
            </a:r>
            <a:r>
              <a:rPr lang="en-US" dirty="0" err="1"/>
              <a:t>Ralphy’s</a:t>
            </a:r>
            <a:r>
              <a:rPr lang="en-US" dirty="0"/>
              <a:t> Business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96875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100</TotalTime>
  <Words>29</Words>
  <Application>Microsoft Office PowerPoint</Application>
  <PresentationFormat>On-screen Show (16:9)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YLS-Class-White-Wide</vt:lpstr>
      <vt:lpstr>Financial Accounting LAW 21474 </vt:lpstr>
      <vt:lpstr>Today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9</cp:revision>
  <dcterms:created xsi:type="dcterms:W3CDTF">2018-01-16T22:21:00Z</dcterms:created>
  <dcterms:modified xsi:type="dcterms:W3CDTF">2024-01-30T23:55:59Z</dcterms:modified>
</cp:coreProperties>
</file>